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21.svg" ContentType="image/svg+xml"/>
  <Override PartName="/ppt/media/image23.svg" ContentType="image/svg+xml"/>
  <Override PartName="/ppt/media/image2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1495" r:id="rId3"/>
    <p:sldId id="347" r:id="rId4"/>
    <p:sldId id="352" r:id="rId5"/>
    <p:sldId id="345" r:id="rId6"/>
    <p:sldId id="362" r:id="rId8"/>
    <p:sldId id="379" r:id="rId9"/>
    <p:sldId id="373" r:id="rId10"/>
    <p:sldId id="371" r:id="rId11"/>
    <p:sldId id="374" r:id="rId12"/>
    <p:sldId id="360" r:id="rId13"/>
    <p:sldId id="369" r:id="rId14"/>
    <p:sldId id="1494" r:id="rId15"/>
    <p:sldId id="367" r:id="rId16"/>
    <p:sldId id="1491" r:id="rId17"/>
    <p:sldId id="333" r:id="rId18"/>
    <p:sldId id="380" r:id="rId19"/>
    <p:sldId id="389" r:id="rId20"/>
    <p:sldId id="359" r:id="rId21"/>
    <p:sldId id="1492" r:id="rId22"/>
    <p:sldId id="1493" r:id="rId23"/>
    <p:sldId id="397" r:id="rId24"/>
  </p:sldIdLst>
  <p:sldSz cx="12192000" cy="6858000"/>
  <p:notesSz cx="6858000" cy="9144000"/>
  <p:embeddedFontLst>
    <p:embeddedFont>
      <p:font typeface="微软雅黑" panose="020B0503020204020204" charset="-122"/>
      <p:regular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  <p:embeddedFont>
      <p:font typeface="Agency FB" panose="020B0503020202020204" pitchFamily="34" charset="0"/>
      <p:regular r:id="rId33"/>
      <p:bold r:id="rId34"/>
    </p:embeddedFont>
    <p:embeddedFont>
      <p:font typeface="微软雅黑 Light" panose="020B0502040204020203" pitchFamily="34" charset="-122"/>
      <p:regular r:id="rId35"/>
    </p:embeddedFont>
    <p:embeddedFont>
      <p:font typeface="云峰飞云体" panose="02000500000000000000" pitchFamily="2" charset="-122"/>
      <p:regular r:id="rId36"/>
    </p:embeddedFont>
    <p:embeddedFont>
      <p:font typeface="等线" panose="02010600030101010101" charset="-122"/>
      <p:regular r:id="rId37"/>
    </p:embeddedFont>
    <p:embeddedFont>
      <p:font typeface="思源黑体 CN Bold" panose="020F0502020204030204" charset="-122"/>
      <p:regular r:id="rId38"/>
    </p:embeddedFont>
    <p:embeddedFont>
      <p:font typeface="思源黑体 CN Bold" panose="020F0502020204030204"/>
      <p:regular r:id="rId39"/>
    </p:embeddedFont>
    <p:embeddedFont>
      <p:font typeface="Segoe UI" panose="020B0502040204020203" pitchFamily="34" charset="0"/>
      <p:regular r:id="rId40"/>
      <p:bold r:id="rId41"/>
      <p:italic r:id="rId42"/>
      <p:boldItalic r:id="rId43"/>
    </p:embeddedFont>
    <p:embeddedFont>
      <p:font typeface="Haettenschweiler" panose="020B0706040902060204" pitchFamily="34" charset="0"/>
      <p:regular r:id="rId44"/>
    </p:embeddedFont>
  </p:embeddedFontLst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49" userDrawn="1">
          <p15:clr>
            <a:srgbClr val="A4A3A4"/>
          </p15:clr>
        </p15:guide>
        <p15:guide id="4" pos="7256" userDrawn="1">
          <p15:clr>
            <a:srgbClr val="A4A3A4"/>
          </p15:clr>
        </p15:guide>
        <p15:guide id="5" orient="horz" pos="641" userDrawn="1">
          <p15:clr>
            <a:srgbClr val="A4A3A4"/>
          </p15:clr>
        </p15:guide>
        <p15:guide id="6" orient="horz" pos="781" userDrawn="1">
          <p15:clr>
            <a:srgbClr val="A4A3A4"/>
          </p15:clr>
        </p15:guide>
        <p15:guide id="8" orient="horz" pos="37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7C54"/>
    <a:srgbClr val="A7DD87"/>
    <a:srgbClr val="FEFEEF"/>
    <a:srgbClr val="FFFA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5059" autoAdjust="0"/>
  </p:normalViewPr>
  <p:slideViewPr>
    <p:cSldViewPr snapToGrid="0" showGuides="1">
      <p:cViewPr varScale="1">
        <p:scale>
          <a:sx n="95" d="100"/>
          <a:sy n="95" d="100"/>
        </p:scale>
        <p:origin x="149" y="53"/>
      </p:cViewPr>
      <p:guideLst>
        <p:guide orient="horz" pos="2245"/>
        <p:guide pos="3840"/>
        <p:guide pos="449"/>
        <p:guide pos="7256"/>
        <p:guide orient="horz" pos="641"/>
        <p:guide orient="horz" pos="781"/>
        <p:guide orient="horz" pos="3783"/>
      </p:guideLst>
    </p:cSldViewPr>
  </p:slideViewPr>
  <p:outlineViewPr>
    <p:cViewPr>
      <p:scale>
        <a:sx n="33" d="100"/>
        <a:sy n="33" d="100"/>
      </p:scale>
      <p:origin x="0" y="-220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gs" Target="tags/tag386.xml"/><Relationship Id="rId44" Type="http://schemas.openxmlformats.org/officeDocument/2006/relationships/font" Target="fonts/font17.fntdata"/><Relationship Id="rId43" Type="http://schemas.openxmlformats.org/officeDocument/2006/relationships/font" Target="fonts/font16.fntdata"/><Relationship Id="rId42" Type="http://schemas.openxmlformats.org/officeDocument/2006/relationships/font" Target="fonts/font15.fntdata"/><Relationship Id="rId41" Type="http://schemas.openxmlformats.org/officeDocument/2006/relationships/font" Target="fonts/font14.fntdata"/><Relationship Id="rId40" Type="http://schemas.openxmlformats.org/officeDocument/2006/relationships/font" Target="fonts/font13.fntdata"/><Relationship Id="rId4" Type="http://schemas.openxmlformats.org/officeDocument/2006/relationships/slide" Target="slides/slide2.xml"/><Relationship Id="rId39" Type="http://schemas.openxmlformats.org/officeDocument/2006/relationships/font" Target="fonts/font12.fntdata"/><Relationship Id="rId38" Type="http://schemas.openxmlformats.org/officeDocument/2006/relationships/font" Target="fonts/font11.fntdata"/><Relationship Id="rId37" Type="http://schemas.openxmlformats.org/officeDocument/2006/relationships/font" Target="fonts/font10.fntdata"/><Relationship Id="rId36" Type="http://schemas.openxmlformats.org/officeDocument/2006/relationships/font" Target="fonts/font9.fntdata"/><Relationship Id="rId35" Type="http://schemas.openxmlformats.org/officeDocument/2006/relationships/font" Target="fonts/font8.fntdata"/><Relationship Id="rId34" Type="http://schemas.openxmlformats.org/officeDocument/2006/relationships/font" Target="fonts/font7.fntdata"/><Relationship Id="rId33" Type="http://schemas.openxmlformats.org/officeDocument/2006/relationships/font" Target="fonts/font6.fntdata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00C807-7CFB-4A79-A887-6065198981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87AE9B-E0D3-4333-8F59-3C5300518DF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87AE9B-E0D3-4333-8F59-3C5300518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87AE9B-E0D3-4333-8F59-3C5300518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1504FB9-BFCD-4F36-9F24-24E4249D92E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87AE9B-E0D3-4333-8F59-3C5300518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28" y="0"/>
            <a:ext cx="12205328" cy="6850519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-13328" y="0"/>
            <a:ext cx="12205328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 userDrawn="1"/>
        </p:nvSpPr>
        <p:spPr>
          <a:xfrm>
            <a:off x="8792633" y="-1045823"/>
            <a:ext cx="537633" cy="533777"/>
          </a:xfrm>
          <a:prstGeom prst="ellipse">
            <a:avLst/>
          </a:prstGeom>
          <a:gradFill>
            <a:gsLst>
              <a:gs pos="4200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  <a:effectLst>
            <a:outerShdw blurRad="228600" dist="152400" algn="ctr" rotWithShape="0">
              <a:schemeClr val="accent1">
                <a:alpha val="30000"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>
              <a:sym typeface="Helvetica Neue Medium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28" y="0"/>
            <a:ext cx="12205328" cy="6850519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-13328" y="-7481"/>
            <a:ext cx="12205328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28" y="0"/>
            <a:ext cx="12205328" cy="6850519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-13328" y="-7481"/>
            <a:ext cx="12205328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28" y="0"/>
            <a:ext cx="12205328" cy="6850519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-13328" y="-7481"/>
            <a:ext cx="12205328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28" y="0"/>
            <a:ext cx="12205328" cy="6850519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-13328" y="-7481"/>
            <a:ext cx="12205328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28" y="0"/>
            <a:ext cx="12205328" cy="6850519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205328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28" y="0"/>
            <a:ext cx="12205328" cy="6850519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-13328" y="-7481"/>
            <a:ext cx="12205328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28" y="0"/>
            <a:ext cx="12205328" cy="6850519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-13328" y="-7481"/>
            <a:ext cx="12205328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28" y="0"/>
            <a:ext cx="12205328" cy="6850519"/>
          </a:xfrm>
          <a:prstGeom prst="rect">
            <a:avLst/>
          </a:prstGeom>
        </p:spPr>
      </p:pic>
      <p:sp>
        <p:nvSpPr>
          <p:cNvPr id="6" name="矩形"/>
          <p:cNvSpPr/>
          <p:nvPr userDrawn="1"/>
        </p:nvSpPr>
        <p:spPr>
          <a:xfrm>
            <a:off x="0" y="11141"/>
            <a:ext cx="12205328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74000"/>
                </a:schemeClr>
              </a:gs>
            </a:gsLst>
            <a:lin ang="2700000" scaled="1"/>
            <a:tileRect/>
          </a:gradFill>
          <a:ln w="12700" cap="flat">
            <a:noFill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l" defTabSz="1219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l" defTabSz="1219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l" defTabSz="1219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l" defTabSz="1219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l" defTabSz="1219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l" defTabSz="1219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l" defTabSz="1219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l" defTabSz="1219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l" defTabSz="1219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04800" marR="0" indent="-304800" algn="l" defTabSz="1219200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609600" marR="0" indent="-304800" algn="l" defTabSz="1219200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914400" marR="0" indent="-304800" algn="l" defTabSz="1219200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219200" marR="0" indent="-304800" algn="l" defTabSz="1219200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524000" marR="0" indent="-304800" algn="l" defTabSz="1219200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1828800" marR="0" indent="-304800" algn="l" defTabSz="1219200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133600" marR="0" indent="-304800" algn="l" defTabSz="1219200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2438400" marR="0" indent="-304800" algn="l" defTabSz="1219200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2743200" marR="0" indent="-304800" algn="l" defTabSz="1219200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8" Type="http://schemas.openxmlformats.org/officeDocument/2006/relationships/notesSlide" Target="../notesSlides/notesSlide1.xml"/><Relationship Id="rId27" Type="http://schemas.openxmlformats.org/officeDocument/2006/relationships/slideLayout" Target="../slideLayouts/slideLayout1.xml"/><Relationship Id="rId26" Type="http://schemas.openxmlformats.org/officeDocument/2006/relationships/themeOverride" Target="../theme/themeOverride1.xml"/><Relationship Id="rId25" Type="http://schemas.openxmlformats.org/officeDocument/2006/relationships/image" Target="../media/image10.png"/><Relationship Id="rId24" Type="http://schemas.openxmlformats.org/officeDocument/2006/relationships/image" Target="../media/image9.png"/><Relationship Id="rId23" Type="http://schemas.openxmlformats.org/officeDocument/2006/relationships/image" Target="../media/image8.jpeg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6" Type="http://schemas.openxmlformats.org/officeDocument/2006/relationships/slideLayout" Target="../slideLayouts/slideLayout2.xml"/><Relationship Id="rId55" Type="http://schemas.openxmlformats.org/officeDocument/2006/relationships/tags" Target="../tags/tag76.xml"/><Relationship Id="rId54" Type="http://schemas.openxmlformats.org/officeDocument/2006/relationships/tags" Target="../tags/tag75.xml"/><Relationship Id="rId53" Type="http://schemas.openxmlformats.org/officeDocument/2006/relationships/tags" Target="../tags/tag74.xml"/><Relationship Id="rId52" Type="http://schemas.openxmlformats.org/officeDocument/2006/relationships/tags" Target="../tags/tag73.xml"/><Relationship Id="rId51" Type="http://schemas.openxmlformats.org/officeDocument/2006/relationships/tags" Target="../tags/tag72.xml"/><Relationship Id="rId50" Type="http://schemas.openxmlformats.org/officeDocument/2006/relationships/tags" Target="../tags/tag71.xml"/><Relationship Id="rId5" Type="http://schemas.openxmlformats.org/officeDocument/2006/relationships/tags" Target="../tags/tag27.xml"/><Relationship Id="rId49" Type="http://schemas.openxmlformats.org/officeDocument/2006/relationships/tags" Target="../tags/tag70.xml"/><Relationship Id="rId48" Type="http://schemas.openxmlformats.org/officeDocument/2006/relationships/tags" Target="../tags/tag69.xml"/><Relationship Id="rId47" Type="http://schemas.openxmlformats.org/officeDocument/2006/relationships/tags" Target="../tags/tag68.xml"/><Relationship Id="rId46" Type="http://schemas.openxmlformats.org/officeDocument/2006/relationships/tags" Target="../tags/tag67.xml"/><Relationship Id="rId45" Type="http://schemas.openxmlformats.org/officeDocument/2006/relationships/tags" Target="../tags/tag66.xml"/><Relationship Id="rId44" Type="http://schemas.openxmlformats.org/officeDocument/2006/relationships/tags" Target="../tags/tag65.xml"/><Relationship Id="rId43" Type="http://schemas.openxmlformats.org/officeDocument/2006/relationships/tags" Target="../tags/tag64.xml"/><Relationship Id="rId42" Type="http://schemas.openxmlformats.org/officeDocument/2006/relationships/tags" Target="../tags/tag63.xml"/><Relationship Id="rId41" Type="http://schemas.openxmlformats.org/officeDocument/2006/relationships/tags" Target="../tags/tag62.xml"/><Relationship Id="rId40" Type="http://schemas.openxmlformats.org/officeDocument/2006/relationships/tags" Target="../tags/tag61.xml"/><Relationship Id="rId4" Type="http://schemas.openxmlformats.org/officeDocument/2006/relationships/tags" Target="../tags/tag26.xml"/><Relationship Id="rId39" Type="http://schemas.openxmlformats.org/officeDocument/2006/relationships/tags" Target="../tags/tag60.xml"/><Relationship Id="rId38" Type="http://schemas.openxmlformats.org/officeDocument/2006/relationships/tags" Target="../tags/tag59.xml"/><Relationship Id="rId37" Type="http://schemas.openxmlformats.org/officeDocument/2006/relationships/tags" Target="../tags/tag58.xml"/><Relationship Id="rId36" Type="http://schemas.openxmlformats.org/officeDocument/2006/relationships/tags" Target="../tags/tag57.xml"/><Relationship Id="rId35" Type="http://schemas.openxmlformats.org/officeDocument/2006/relationships/tags" Target="../tags/tag56.xml"/><Relationship Id="rId34" Type="http://schemas.openxmlformats.org/officeDocument/2006/relationships/tags" Target="../tags/tag55.xml"/><Relationship Id="rId33" Type="http://schemas.openxmlformats.org/officeDocument/2006/relationships/tags" Target="../tags/tag54.xml"/><Relationship Id="rId32" Type="http://schemas.openxmlformats.org/officeDocument/2006/relationships/tags" Target="../tags/tag53.xml"/><Relationship Id="rId31" Type="http://schemas.openxmlformats.org/officeDocument/2006/relationships/tags" Target="../tags/tag52.xml"/><Relationship Id="rId30" Type="http://schemas.openxmlformats.org/officeDocument/2006/relationships/tags" Target="../tags/tag51.xml"/><Relationship Id="rId3" Type="http://schemas.openxmlformats.org/officeDocument/2006/relationships/tags" Target="../tags/tag25.xml"/><Relationship Id="rId29" Type="http://schemas.openxmlformats.org/officeDocument/2006/relationships/tags" Target="../tags/tag50.xml"/><Relationship Id="rId28" Type="http://schemas.openxmlformats.org/officeDocument/2006/relationships/tags" Target="../tags/tag49.xml"/><Relationship Id="rId27" Type="http://schemas.openxmlformats.org/officeDocument/2006/relationships/tags" Target="../tags/tag48.xml"/><Relationship Id="rId26" Type="http://schemas.openxmlformats.org/officeDocument/2006/relationships/tags" Target="../tags/tag47.xml"/><Relationship Id="rId25" Type="http://schemas.openxmlformats.org/officeDocument/2006/relationships/tags" Target="../tags/tag46.xml"/><Relationship Id="rId24" Type="http://schemas.openxmlformats.org/officeDocument/2006/relationships/tags" Target="../tags/tag45.xml"/><Relationship Id="rId23" Type="http://schemas.openxmlformats.org/officeDocument/2006/relationships/tags" Target="../tags/tag44.xml"/><Relationship Id="rId22" Type="http://schemas.openxmlformats.org/officeDocument/2006/relationships/tags" Target="../tags/tag43.xml"/><Relationship Id="rId21" Type="http://schemas.openxmlformats.org/officeDocument/2006/relationships/tags" Target="../tags/tag42.xml"/><Relationship Id="rId20" Type="http://schemas.openxmlformats.org/officeDocument/2006/relationships/tags" Target="../tags/tag41.xml"/><Relationship Id="rId2" Type="http://schemas.openxmlformats.org/officeDocument/2006/relationships/tags" Target="../tags/tag24.xml"/><Relationship Id="rId19" Type="http://schemas.openxmlformats.org/officeDocument/2006/relationships/tags" Target="../tags/tag40.xml"/><Relationship Id="rId18" Type="http://schemas.openxmlformats.org/officeDocument/2006/relationships/tags" Target="../tags/tag39.xml"/><Relationship Id="rId17" Type="http://schemas.openxmlformats.org/officeDocument/2006/relationships/tags" Target="../tags/tag38.xml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4" Type="http://schemas.openxmlformats.org/officeDocument/2006/relationships/slideLayout" Target="../slideLayouts/slideLayout5.xml"/><Relationship Id="rId13" Type="http://schemas.openxmlformats.org/officeDocument/2006/relationships/image" Target="../media/image12.jpeg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tags" Target="../tags/tag7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0" Type="http://schemas.openxmlformats.org/officeDocument/2006/relationships/slideLayout" Target="../slideLayouts/slideLayout3.xml"/><Relationship Id="rId3" Type="http://schemas.openxmlformats.org/officeDocument/2006/relationships/tags" Target="../tags/tag90.xml"/><Relationship Id="rId29" Type="http://schemas.openxmlformats.org/officeDocument/2006/relationships/tags" Target="../tags/tag116.xml"/><Relationship Id="rId28" Type="http://schemas.openxmlformats.org/officeDocument/2006/relationships/tags" Target="../tags/tag115.xml"/><Relationship Id="rId27" Type="http://schemas.openxmlformats.org/officeDocument/2006/relationships/tags" Target="../tags/tag114.xml"/><Relationship Id="rId26" Type="http://schemas.openxmlformats.org/officeDocument/2006/relationships/tags" Target="../tags/tag113.xml"/><Relationship Id="rId25" Type="http://schemas.openxmlformats.org/officeDocument/2006/relationships/tags" Target="../tags/tag112.xml"/><Relationship Id="rId24" Type="http://schemas.openxmlformats.org/officeDocument/2006/relationships/tags" Target="../tags/tag111.xml"/><Relationship Id="rId23" Type="http://schemas.openxmlformats.org/officeDocument/2006/relationships/tags" Target="../tags/tag110.xml"/><Relationship Id="rId22" Type="http://schemas.openxmlformats.org/officeDocument/2006/relationships/tags" Target="../tags/tag109.xml"/><Relationship Id="rId21" Type="http://schemas.openxmlformats.org/officeDocument/2006/relationships/tags" Target="../tags/tag108.xml"/><Relationship Id="rId20" Type="http://schemas.openxmlformats.org/officeDocument/2006/relationships/tags" Target="../tags/tag107.xml"/><Relationship Id="rId2" Type="http://schemas.openxmlformats.org/officeDocument/2006/relationships/tags" Target="../tags/tag89.xml"/><Relationship Id="rId19" Type="http://schemas.openxmlformats.org/officeDocument/2006/relationships/tags" Target="../tags/tag106.xml"/><Relationship Id="rId18" Type="http://schemas.openxmlformats.org/officeDocument/2006/relationships/tags" Target="../tags/tag105.xml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1" Type="http://schemas.openxmlformats.org/officeDocument/2006/relationships/slideLayout" Target="../slideLayouts/slideLayout10.xml"/><Relationship Id="rId10" Type="http://schemas.openxmlformats.org/officeDocument/2006/relationships/image" Target="../media/image14.jpeg"/><Relationship Id="rId1" Type="http://schemas.openxmlformats.org/officeDocument/2006/relationships/tags" Target="../tags/tag11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126.xml"/><Relationship Id="rId1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7.jpeg"/><Relationship Id="rId10" Type="http://schemas.openxmlformats.org/officeDocument/2006/relationships/image" Target="../media/image16.jpeg"/><Relationship Id="rId1" Type="http://schemas.openxmlformats.org/officeDocument/2006/relationships/tags" Target="../tags/tag12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59.xml"/><Relationship Id="rId23" Type="http://schemas.openxmlformats.org/officeDocument/2006/relationships/tags" Target="../tags/tag158.xml"/><Relationship Id="rId22" Type="http://schemas.openxmlformats.org/officeDocument/2006/relationships/tags" Target="../tags/tag157.xml"/><Relationship Id="rId21" Type="http://schemas.openxmlformats.org/officeDocument/2006/relationships/tags" Target="../tags/tag156.xml"/><Relationship Id="rId20" Type="http://schemas.openxmlformats.org/officeDocument/2006/relationships/tags" Target="../tags/tag155.xml"/><Relationship Id="rId2" Type="http://schemas.openxmlformats.org/officeDocument/2006/relationships/tags" Target="../tags/tag137.xml"/><Relationship Id="rId19" Type="http://schemas.openxmlformats.org/officeDocument/2006/relationships/tags" Target="../tags/tag154.xml"/><Relationship Id="rId18" Type="http://schemas.openxmlformats.org/officeDocument/2006/relationships/tags" Target="../tags/tag153.xml"/><Relationship Id="rId17" Type="http://schemas.openxmlformats.org/officeDocument/2006/relationships/tags" Target="../tags/tag152.xml"/><Relationship Id="rId16" Type="http://schemas.openxmlformats.org/officeDocument/2006/relationships/tags" Target="../tags/tag151.xml"/><Relationship Id="rId15" Type="http://schemas.openxmlformats.org/officeDocument/2006/relationships/tags" Target="../tags/tag150.xml"/><Relationship Id="rId14" Type="http://schemas.openxmlformats.org/officeDocument/2006/relationships/tags" Target="../tags/tag149.xml"/><Relationship Id="rId13" Type="http://schemas.openxmlformats.org/officeDocument/2006/relationships/tags" Target="../tags/tag148.xml"/><Relationship Id="rId12" Type="http://schemas.openxmlformats.org/officeDocument/2006/relationships/tags" Target="../tags/tag147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tags" Target="../tags/tag136.xml"/></Relationships>
</file>

<file path=ppt/slides/_rels/slide13.xml.rels><?xml version="1.0" encoding="UTF-8" standalone="yes"?>
<Relationships xmlns="http://schemas.openxmlformats.org/package/2006/relationships"><Relationship Id="rId99" Type="http://schemas.openxmlformats.org/officeDocument/2006/relationships/tags" Target="../tags/tag256.xml"/><Relationship Id="rId98" Type="http://schemas.openxmlformats.org/officeDocument/2006/relationships/tags" Target="../tags/tag255.xml"/><Relationship Id="rId97" Type="http://schemas.openxmlformats.org/officeDocument/2006/relationships/tags" Target="../tags/tag254.xml"/><Relationship Id="rId96" Type="http://schemas.openxmlformats.org/officeDocument/2006/relationships/tags" Target="../tags/tag253.xml"/><Relationship Id="rId95" Type="http://schemas.openxmlformats.org/officeDocument/2006/relationships/tags" Target="../tags/tag252.xml"/><Relationship Id="rId94" Type="http://schemas.openxmlformats.org/officeDocument/2006/relationships/tags" Target="../tags/tag251.xml"/><Relationship Id="rId93" Type="http://schemas.openxmlformats.org/officeDocument/2006/relationships/tags" Target="../tags/tag250.xml"/><Relationship Id="rId92" Type="http://schemas.openxmlformats.org/officeDocument/2006/relationships/tags" Target="../tags/tag249.xml"/><Relationship Id="rId91" Type="http://schemas.openxmlformats.org/officeDocument/2006/relationships/tags" Target="../tags/tag248.xml"/><Relationship Id="rId90" Type="http://schemas.openxmlformats.org/officeDocument/2006/relationships/tags" Target="../tags/tag247.xml"/><Relationship Id="rId9" Type="http://schemas.openxmlformats.org/officeDocument/2006/relationships/tags" Target="../tags/tag166.xml"/><Relationship Id="rId89" Type="http://schemas.openxmlformats.org/officeDocument/2006/relationships/tags" Target="../tags/tag246.xml"/><Relationship Id="rId88" Type="http://schemas.openxmlformats.org/officeDocument/2006/relationships/tags" Target="../tags/tag245.xml"/><Relationship Id="rId87" Type="http://schemas.openxmlformats.org/officeDocument/2006/relationships/tags" Target="../tags/tag244.xml"/><Relationship Id="rId86" Type="http://schemas.openxmlformats.org/officeDocument/2006/relationships/tags" Target="../tags/tag243.xml"/><Relationship Id="rId85" Type="http://schemas.openxmlformats.org/officeDocument/2006/relationships/tags" Target="../tags/tag242.xml"/><Relationship Id="rId84" Type="http://schemas.openxmlformats.org/officeDocument/2006/relationships/tags" Target="../tags/tag241.xml"/><Relationship Id="rId83" Type="http://schemas.openxmlformats.org/officeDocument/2006/relationships/tags" Target="../tags/tag240.xml"/><Relationship Id="rId82" Type="http://schemas.openxmlformats.org/officeDocument/2006/relationships/tags" Target="../tags/tag239.xml"/><Relationship Id="rId81" Type="http://schemas.openxmlformats.org/officeDocument/2006/relationships/tags" Target="../tags/tag238.xml"/><Relationship Id="rId80" Type="http://schemas.openxmlformats.org/officeDocument/2006/relationships/tags" Target="../tags/tag237.xml"/><Relationship Id="rId8" Type="http://schemas.openxmlformats.org/officeDocument/2006/relationships/tags" Target="../tags/tag165.xml"/><Relationship Id="rId79" Type="http://schemas.openxmlformats.org/officeDocument/2006/relationships/tags" Target="../tags/tag236.xml"/><Relationship Id="rId78" Type="http://schemas.openxmlformats.org/officeDocument/2006/relationships/tags" Target="../tags/tag235.xml"/><Relationship Id="rId77" Type="http://schemas.openxmlformats.org/officeDocument/2006/relationships/tags" Target="../tags/tag234.xml"/><Relationship Id="rId76" Type="http://schemas.openxmlformats.org/officeDocument/2006/relationships/tags" Target="../tags/tag233.xml"/><Relationship Id="rId75" Type="http://schemas.openxmlformats.org/officeDocument/2006/relationships/tags" Target="../tags/tag232.xml"/><Relationship Id="rId74" Type="http://schemas.openxmlformats.org/officeDocument/2006/relationships/tags" Target="../tags/tag231.xml"/><Relationship Id="rId73" Type="http://schemas.openxmlformats.org/officeDocument/2006/relationships/tags" Target="../tags/tag230.xml"/><Relationship Id="rId72" Type="http://schemas.openxmlformats.org/officeDocument/2006/relationships/tags" Target="../tags/tag229.xml"/><Relationship Id="rId71" Type="http://schemas.openxmlformats.org/officeDocument/2006/relationships/tags" Target="../tags/tag228.xml"/><Relationship Id="rId70" Type="http://schemas.openxmlformats.org/officeDocument/2006/relationships/tags" Target="../tags/tag227.xml"/><Relationship Id="rId7" Type="http://schemas.openxmlformats.org/officeDocument/2006/relationships/tags" Target="../tags/tag164.xml"/><Relationship Id="rId69" Type="http://schemas.openxmlformats.org/officeDocument/2006/relationships/tags" Target="../tags/tag226.xml"/><Relationship Id="rId68" Type="http://schemas.openxmlformats.org/officeDocument/2006/relationships/tags" Target="../tags/tag225.xml"/><Relationship Id="rId67" Type="http://schemas.openxmlformats.org/officeDocument/2006/relationships/tags" Target="../tags/tag224.xml"/><Relationship Id="rId66" Type="http://schemas.openxmlformats.org/officeDocument/2006/relationships/tags" Target="../tags/tag223.xml"/><Relationship Id="rId65" Type="http://schemas.openxmlformats.org/officeDocument/2006/relationships/tags" Target="../tags/tag222.xml"/><Relationship Id="rId64" Type="http://schemas.openxmlformats.org/officeDocument/2006/relationships/tags" Target="../tags/tag221.xml"/><Relationship Id="rId63" Type="http://schemas.openxmlformats.org/officeDocument/2006/relationships/tags" Target="../tags/tag220.xml"/><Relationship Id="rId62" Type="http://schemas.openxmlformats.org/officeDocument/2006/relationships/tags" Target="../tags/tag219.xml"/><Relationship Id="rId61" Type="http://schemas.openxmlformats.org/officeDocument/2006/relationships/tags" Target="../tags/tag218.xml"/><Relationship Id="rId60" Type="http://schemas.openxmlformats.org/officeDocument/2006/relationships/tags" Target="../tags/tag217.xml"/><Relationship Id="rId6" Type="http://schemas.openxmlformats.org/officeDocument/2006/relationships/tags" Target="../tags/tag163.xml"/><Relationship Id="rId59" Type="http://schemas.openxmlformats.org/officeDocument/2006/relationships/tags" Target="../tags/tag216.xml"/><Relationship Id="rId58" Type="http://schemas.openxmlformats.org/officeDocument/2006/relationships/tags" Target="../tags/tag215.xml"/><Relationship Id="rId57" Type="http://schemas.openxmlformats.org/officeDocument/2006/relationships/tags" Target="../tags/tag214.xml"/><Relationship Id="rId56" Type="http://schemas.openxmlformats.org/officeDocument/2006/relationships/tags" Target="../tags/tag213.xml"/><Relationship Id="rId55" Type="http://schemas.openxmlformats.org/officeDocument/2006/relationships/tags" Target="../tags/tag212.xml"/><Relationship Id="rId54" Type="http://schemas.openxmlformats.org/officeDocument/2006/relationships/tags" Target="../tags/tag211.xml"/><Relationship Id="rId53" Type="http://schemas.openxmlformats.org/officeDocument/2006/relationships/tags" Target="../tags/tag210.xml"/><Relationship Id="rId52" Type="http://schemas.openxmlformats.org/officeDocument/2006/relationships/tags" Target="../tags/tag209.xml"/><Relationship Id="rId51" Type="http://schemas.openxmlformats.org/officeDocument/2006/relationships/tags" Target="../tags/tag208.xml"/><Relationship Id="rId50" Type="http://schemas.openxmlformats.org/officeDocument/2006/relationships/tags" Target="../tags/tag207.xml"/><Relationship Id="rId5" Type="http://schemas.openxmlformats.org/officeDocument/2006/relationships/tags" Target="../tags/tag162.xml"/><Relationship Id="rId49" Type="http://schemas.openxmlformats.org/officeDocument/2006/relationships/tags" Target="../tags/tag206.xml"/><Relationship Id="rId48" Type="http://schemas.openxmlformats.org/officeDocument/2006/relationships/tags" Target="../tags/tag205.xml"/><Relationship Id="rId47" Type="http://schemas.openxmlformats.org/officeDocument/2006/relationships/tags" Target="../tags/tag204.xml"/><Relationship Id="rId46" Type="http://schemas.openxmlformats.org/officeDocument/2006/relationships/tags" Target="../tags/tag203.xml"/><Relationship Id="rId45" Type="http://schemas.openxmlformats.org/officeDocument/2006/relationships/tags" Target="../tags/tag202.xml"/><Relationship Id="rId44" Type="http://schemas.openxmlformats.org/officeDocument/2006/relationships/tags" Target="../tags/tag201.xml"/><Relationship Id="rId43" Type="http://schemas.openxmlformats.org/officeDocument/2006/relationships/tags" Target="../tags/tag200.xml"/><Relationship Id="rId42" Type="http://schemas.openxmlformats.org/officeDocument/2006/relationships/tags" Target="../tags/tag199.xml"/><Relationship Id="rId41" Type="http://schemas.openxmlformats.org/officeDocument/2006/relationships/tags" Target="../tags/tag198.xml"/><Relationship Id="rId40" Type="http://schemas.openxmlformats.org/officeDocument/2006/relationships/tags" Target="../tags/tag197.xml"/><Relationship Id="rId4" Type="http://schemas.openxmlformats.org/officeDocument/2006/relationships/tags" Target="../tags/tag161.xml"/><Relationship Id="rId39" Type="http://schemas.openxmlformats.org/officeDocument/2006/relationships/tags" Target="../tags/tag196.xml"/><Relationship Id="rId38" Type="http://schemas.openxmlformats.org/officeDocument/2006/relationships/tags" Target="../tags/tag195.xml"/><Relationship Id="rId37" Type="http://schemas.openxmlformats.org/officeDocument/2006/relationships/tags" Target="../tags/tag194.xml"/><Relationship Id="rId36" Type="http://schemas.openxmlformats.org/officeDocument/2006/relationships/tags" Target="../tags/tag193.xml"/><Relationship Id="rId35" Type="http://schemas.openxmlformats.org/officeDocument/2006/relationships/tags" Target="../tags/tag192.xml"/><Relationship Id="rId34" Type="http://schemas.openxmlformats.org/officeDocument/2006/relationships/tags" Target="../tags/tag191.xml"/><Relationship Id="rId33" Type="http://schemas.openxmlformats.org/officeDocument/2006/relationships/tags" Target="../tags/tag190.xml"/><Relationship Id="rId32" Type="http://schemas.openxmlformats.org/officeDocument/2006/relationships/tags" Target="../tags/tag189.xml"/><Relationship Id="rId31" Type="http://schemas.openxmlformats.org/officeDocument/2006/relationships/tags" Target="../tags/tag188.xml"/><Relationship Id="rId30" Type="http://schemas.openxmlformats.org/officeDocument/2006/relationships/tags" Target="../tags/tag187.xml"/><Relationship Id="rId3" Type="http://schemas.openxmlformats.org/officeDocument/2006/relationships/tags" Target="../tags/tag160.xml"/><Relationship Id="rId29" Type="http://schemas.openxmlformats.org/officeDocument/2006/relationships/tags" Target="../tags/tag186.xml"/><Relationship Id="rId28" Type="http://schemas.openxmlformats.org/officeDocument/2006/relationships/tags" Target="../tags/tag185.xml"/><Relationship Id="rId27" Type="http://schemas.openxmlformats.org/officeDocument/2006/relationships/tags" Target="../tags/tag184.xml"/><Relationship Id="rId26" Type="http://schemas.openxmlformats.org/officeDocument/2006/relationships/tags" Target="../tags/tag183.xml"/><Relationship Id="rId25" Type="http://schemas.openxmlformats.org/officeDocument/2006/relationships/tags" Target="../tags/tag182.xml"/><Relationship Id="rId24" Type="http://schemas.openxmlformats.org/officeDocument/2006/relationships/tags" Target="../tags/tag181.xml"/><Relationship Id="rId23" Type="http://schemas.openxmlformats.org/officeDocument/2006/relationships/tags" Target="../tags/tag180.xml"/><Relationship Id="rId22" Type="http://schemas.openxmlformats.org/officeDocument/2006/relationships/tags" Target="../tags/tag179.xml"/><Relationship Id="rId21" Type="http://schemas.openxmlformats.org/officeDocument/2006/relationships/tags" Target="../tags/tag178.xml"/><Relationship Id="rId20" Type="http://schemas.openxmlformats.org/officeDocument/2006/relationships/tags" Target="../tags/tag177.xml"/><Relationship Id="rId2" Type="http://schemas.openxmlformats.org/officeDocument/2006/relationships/image" Target="../media/image19.jpeg"/><Relationship Id="rId19" Type="http://schemas.openxmlformats.org/officeDocument/2006/relationships/tags" Target="../tags/tag176.xml"/><Relationship Id="rId18" Type="http://schemas.openxmlformats.org/officeDocument/2006/relationships/tags" Target="../tags/tag175.xml"/><Relationship Id="rId17" Type="http://schemas.openxmlformats.org/officeDocument/2006/relationships/tags" Target="../tags/tag174.xml"/><Relationship Id="rId16" Type="http://schemas.openxmlformats.org/officeDocument/2006/relationships/tags" Target="../tags/tag173.xml"/><Relationship Id="rId15" Type="http://schemas.openxmlformats.org/officeDocument/2006/relationships/tags" Target="../tags/tag172.xml"/><Relationship Id="rId14" Type="http://schemas.openxmlformats.org/officeDocument/2006/relationships/tags" Target="../tags/tag171.xml"/><Relationship Id="rId13" Type="http://schemas.openxmlformats.org/officeDocument/2006/relationships/tags" Target="../tags/tag170.xml"/><Relationship Id="rId129" Type="http://schemas.openxmlformats.org/officeDocument/2006/relationships/slideLayout" Target="../slideLayouts/slideLayout2.xml"/><Relationship Id="rId128" Type="http://schemas.openxmlformats.org/officeDocument/2006/relationships/tags" Target="../tags/tag285.xml"/><Relationship Id="rId127" Type="http://schemas.openxmlformats.org/officeDocument/2006/relationships/tags" Target="../tags/tag284.xml"/><Relationship Id="rId126" Type="http://schemas.openxmlformats.org/officeDocument/2006/relationships/tags" Target="../tags/tag283.xml"/><Relationship Id="rId125" Type="http://schemas.openxmlformats.org/officeDocument/2006/relationships/tags" Target="../tags/tag282.xml"/><Relationship Id="rId124" Type="http://schemas.openxmlformats.org/officeDocument/2006/relationships/tags" Target="../tags/tag281.xml"/><Relationship Id="rId123" Type="http://schemas.openxmlformats.org/officeDocument/2006/relationships/tags" Target="../tags/tag280.xml"/><Relationship Id="rId122" Type="http://schemas.openxmlformats.org/officeDocument/2006/relationships/tags" Target="../tags/tag279.xml"/><Relationship Id="rId121" Type="http://schemas.openxmlformats.org/officeDocument/2006/relationships/tags" Target="../tags/tag278.xml"/><Relationship Id="rId120" Type="http://schemas.openxmlformats.org/officeDocument/2006/relationships/tags" Target="../tags/tag277.xml"/><Relationship Id="rId12" Type="http://schemas.openxmlformats.org/officeDocument/2006/relationships/tags" Target="../tags/tag169.xml"/><Relationship Id="rId119" Type="http://schemas.openxmlformats.org/officeDocument/2006/relationships/tags" Target="../tags/tag276.xml"/><Relationship Id="rId118" Type="http://schemas.openxmlformats.org/officeDocument/2006/relationships/tags" Target="../tags/tag275.xml"/><Relationship Id="rId117" Type="http://schemas.openxmlformats.org/officeDocument/2006/relationships/tags" Target="../tags/tag274.xml"/><Relationship Id="rId116" Type="http://schemas.openxmlformats.org/officeDocument/2006/relationships/tags" Target="../tags/tag273.xml"/><Relationship Id="rId115" Type="http://schemas.openxmlformats.org/officeDocument/2006/relationships/tags" Target="../tags/tag272.xml"/><Relationship Id="rId114" Type="http://schemas.openxmlformats.org/officeDocument/2006/relationships/tags" Target="../tags/tag271.xml"/><Relationship Id="rId113" Type="http://schemas.openxmlformats.org/officeDocument/2006/relationships/tags" Target="../tags/tag270.xml"/><Relationship Id="rId112" Type="http://schemas.openxmlformats.org/officeDocument/2006/relationships/tags" Target="../tags/tag269.xml"/><Relationship Id="rId111" Type="http://schemas.openxmlformats.org/officeDocument/2006/relationships/tags" Target="../tags/tag268.xml"/><Relationship Id="rId110" Type="http://schemas.openxmlformats.org/officeDocument/2006/relationships/tags" Target="../tags/tag267.xml"/><Relationship Id="rId11" Type="http://schemas.openxmlformats.org/officeDocument/2006/relationships/tags" Target="../tags/tag168.xml"/><Relationship Id="rId109" Type="http://schemas.openxmlformats.org/officeDocument/2006/relationships/tags" Target="../tags/tag266.xml"/><Relationship Id="rId108" Type="http://schemas.openxmlformats.org/officeDocument/2006/relationships/tags" Target="../tags/tag265.xml"/><Relationship Id="rId107" Type="http://schemas.openxmlformats.org/officeDocument/2006/relationships/tags" Target="../tags/tag264.xml"/><Relationship Id="rId106" Type="http://schemas.openxmlformats.org/officeDocument/2006/relationships/tags" Target="../tags/tag263.xml"/><Relationship Id="rId105" Type="http://schemas.openxmlformats.org/officeDocument/2006/relationships/tags" Target="../tags/tag262.xml"/><Relationship Id="rId104" Type="http://schemas.openxmlformats.org/officeDocument/2006/relationships/tags" Target="../tags/tag261.xml"/><Relationship Id="rId103" Type="http://schemas.openxmlformats.org/officeDocument/2006/relationships/tags" Target="../tags/tag260.xml"/><Relationship Id="rId102" Type="http://schemas.openxmlformats.org/officeDocument/2006/relationships/tags" Target="../tags/tag259.xml"/><Relationship Id="rId101" Type="http://schemas.openxmlformats.org/officeDocument/2006/relationships/tags" Target="../tags/tag258.xml"/><Relationship Id="rId100" Type="http://schemas.openxmlformats.org/officeDocument/2006/relationships/tags" Target="../tags/tag257.xml"/><Relationship Id="rId10" Type="http://schemas.openxmlformats.org/officeDocument/2006/relationships/tags" Target="../tags/tag167.xml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svg"/><Relationship Id="rId8" Type="http://schemas.openxmlformats.org/officeDocument/2006/relationships/image" Target="../media/image22.png"/><Relationship Id="rId7" Type="http://schemas.openxmlformats.org/officeDocument/2006/relationships/tags" Target="../tags/tag290.xml"/><Relationship Id="rId6" Type="http://schemas.openxmlformats.org/officeDocument/2006/relationships/tags" Target="../tags/tag289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3" Type="http://schemas.openxmlformats.org/officeDocument/2006/relationships/tags" Target="../tags/tag288.xml"/><Relationship Id="rId2" Type="http://schemas.openxmlformats.org/officeDocument/2006/relationships/tags" Target="../tags/tag287.xml"/><Relationship Id="rId16" Type="http://schemas.openxmlformats.org/officeDocument/2006/relationships/slideLayout" Target="../slideLayouts/slideLayout4.xml"/><Relationship Id="rId15" Type="http://schemas.openxmlformats.org/officeDocument/2006/relationships/image" Target="../media/image25.svg"/><Relationship Id="rId14" Type="http://schemas.openxmlformats.org/officeDocument/2006/relationships/image" Target="../media/image24.png"/><Relationship Id="rId13" Type="http://schemas.openxmlformats.org/officeDocument/2006/relationships/tags" Target="../tags/tag294.xml"/><Relationship Id="rId12" Type="http://schemas.openxmlformats.org/officeDocument/2006/relationships/tags" Target="../tags/tag293.xml"/><Relationship Id="rId11" Type="http://schemas.openxmlformats.org/officeDocument/2006/relationships/tags" Target="../tags/tag292.xml"/><Relationship Id="rId10" Type="http://schemas.openxmlformats.org/officeDocument/2006/relationships/tags" Target="../tags/tag291.xml"/><Relationship Id="rId1" Type="http://schemas.openxmlformats.org/officeDocument/2006/relationships/tags" Target="../tags/tag28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303.xml"/><Relationship Id="rId8" Type="http://schemas.openxmlformats.org/officeDocument/2006/relationships/tags" Target="../tags/tag302.xml"/><Relationship Id="rId7" Type="http://schemas.openxmlformats.org/officeDocument/2006/relationships/tags" Target="../tags/tag301.xml"/><Relationship Id="rId6" Type="http://schemas.openxmlformats.org/officeDocument/2006/relationships/tags" Target="../tags/tag300.xml"/><Relationship Id="rId5" Type="http://schemas.openxmlformats.org/officeDocument/2006/relationships/tags" Target="../tags/tag299.xml"/><Relationship Id="rId4" Type="http://schemas.openxmlformats.org/officeDocument/2006/relationships/tags" Target="../tags/tag298.xml"/><Relationship Id="rId3" Type="http://schemas.openxmlformats.org/officeDocument/2006/relationships/tags" Target="../tags/tag297.xml"/><Relationship Id="rId2" Type="http://schemas.openxmlformats.org/officeDocument/2006/relationships/tags" Target="../tags/tag296.xml"/><Relationship Id="rId13" Type="http://schemas.openxmlformats.org/officeDocument/2006/relationships/slideLayout" Target="../slideLayouts/slideLayout5.xml"/><Relationship Id="rId12" Type="http://schemas.openxmlformats.org/officeDocument/2006/relationships/tags" Target="../tags/tag306.xml"/><Relationship Id="rId11" Type="http://schemas.openxmlformats.org/officeDocument/2006/relationships/tags" Target="../tags/tag305.xml"/><Relationship Id="rId10" Type="http://schemas.openxmlformats.org/officeDocument/2006/relationships/tags" Target="../tags/tag304.xml"/><Relationship Id="rId1" Type="http://schemas.openxmlformats.org/officeDocument/2006/relationships/tags" Target="../tags/tag295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15.xml"/><Relationship Id="rId8" Type="http://schemas.openxmlformats.org/officeDocument/2006/relationships/tags" Target="../tags/tag314.xml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0" Type="http://schemas.openxmlformats.org/officeDocument/2006/relationships/notesSlide" Target="../notesSlides/notesSlide5.xml"/><Relationship Id="rId3" Type="http://schemas.openxmlformats.org/officeDocument/2006/relationships/tags" Target="../tags/tag309.xml"/><Relationship Id="rId29" Type="http://schemas.openxmlformats.org/officeDocument/2006/relationships/slideLayout" Target="../slideLayouts/slideLayout7.xml"/><Relationship Id="rId28" Type="http://schemas.openxmlformats.org/officeDocument/2006/relationships/tags" Target="../tags/tag334.xml"/><Relationship Id="rId27" Type="http://schemas.openxmlformats.org/officeDocument/2006/relationships/tags" Target="../tags/tag333.xml"/><Relationship Id="rId26" Type="http://schemas.openxmlformats.org/officeDocument/2006/relationships/tags" Target="../tags/tag332.xml"/><Relationship Id="rId25" Type="http://schemas.openxmlformats.org/officeDocument/2006/relationships/tags" Target="../tags/tag331.xml"/><Relationship Id="rId24" Type="http://schemas.openxmlformats.org/officeDocument/2006/relationships/tags" Target="../tags/tag330.xml"/><Relationship Id="rId23" Type="http://schemas.openxmlformats.org/officeDocument/2006/relationships/tags" Target="../tags/tag329.xml"/><Relationship Id="rId22" Type="http://schemas.openxmlformats.org/officeDocument/2006/relationships/tags" Target="../tags/tag328.xml"/><Relationship Id="rId21" Type="http://schemas.openxmlformats.org/officeDocument/2006/relationships/tags" Target="../tags/tag327.xml"/><Relationship Id="rId20" Type="http://schemas.openxmlformats.org/officeDocument/2006/relationships/tags" Target="../tags/tag326.xml"/><Relationship Id="rId2" Type="http://schemas.openxmlformats.org/officeDocument/2006/relationships/tags" Target="../tags/tag308.xml"/><Relationship Id="rId19" Type="http://schemas.openxmlformats.org/officeDocument/2006/relationships/tags" Target="../tags/tag325.xml"/><Relationship Id="rId18" Type="http://schemas.openxmlformats.org/officeDocument/2006/relationships/tags" Target="../tags/tag324.xml"/><Relationship Id="rId17" Type="http://schemas.openxmlformats.org/officeDocument/2006/relationships/tags" Target="../tags/tag323.xml"/><Relationship Id="rId16" Type="http://schemas.openxmlformats.org/officeDocument/2006/relationships/tags" Target="../tags/tag322.xml"/><Relationship Id="rId15" Type="http://schemas.openxmlformats.org/officeDocument/2006/relationships/tags" Target="../tags/tag321.xml"/><Relationship Id="rId14" Type="http://schemas.openxmlformats.org/officeDocument/2006/relationships/tags" Target="../tags/tag320.xml"/><Relationship Id="rId13" Type="http://schemas.openxmlformats.org/officeDocument/2006/relationships/tags" Target="../tags/tag319.xml"/><Relationship Id="rId12" Type="http://schemas.openxmlformats.org/officeDocument/2006/relationships/tags" Target="../tags/tag318.xml"/><Relationship Id="rId11" Type="http://schemas.openxmlformats.org/officeDocument/2006/relationships/tags" Target="../tags/tag317.xml"/><Relationship Id="rId10" Type="http://schemas.openxmlformats.org/officeDocument/2006/relationships/tags" Target="../tags/tag316.xml"/><Relationship Id="rId1" Type="http://schemas.openxmlformats.org/officeDocument/2006/relationships/tags" Target="../tags/tag307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43.xml"/><Relationship Id="rId8" Type="http://schemas.openxmlformats.org/officeDocument/2006/relationships/tags" Target="../tags/tag342.xml"/><Relationship Id="rId7" Type="http://schemas.openxmlformats.org/officeDocument/2006/relationships/tags" Target="../tags/tag341.xml"/><Relationship Id="rId6" Type="http://schemas.openxmlformats.org/officeDocument/2006/relationships/tags" Target="../tags/tag340.xml"/><Relationship Id="rId5" Type="http://schemas.openxmlformats.org/officeDocument/2006/relationships/tags" Target="../tags/tag339.xml"/><Relationship Id="rId4" Type="http://schemas.openxmlformats.org/officeDocument/2006/relationships/tags" Target="../tags/tag338.xml"/><Relationship Id="rId3" Type="http://schemas.openxmlformats.org/officeDocument/2006/relationships/tags" Target="../tags/tag337.xml"/><Relationship Id="rId27" Type="http://schemas.openxmlformats.org/officeDocument/2006/relationships/slideLayout" Target="../slideLayouts/slideLayout10.xml"/><Relationship Id="rId26" Type="http://schemas.openxmlformats.org/officeDocument/2006/relationships/tags" Target="../tags/tag360.xml"/><Relationship Id="rId25" Type="http://schemas.openxmlformats.org/officeDocument/2006/relationships/tags" Target="../tags/tag359.xml"/><Relationship Id="rId24" Type="http://schemas.openxmlformats.org/officeDocument/2006/relationships/tags" Target="../tags/tag358.xml"/><Relationship Id="rId23" Type="http://schemas.openxmlformats.org/officeDocument/2006/relationships/tags" Target="../tags/tag357.xml"/><Relationship Id="rId22" Type="http://schemas.openxmlformats.org/officeDocument/2006/relationships/tags" Target="../tags/tag356.xml"/><Relationship Id="rId21" Type="http://schemas.openxmlformats.org/officeDocument/2006/relationships/tags" Target="../tags/tag355.xml"/><Relationship Id="rId20" Type="http://schemas.openxmlformats.org/officeDocument/2006/relationships/tags" Target="../tags/tag354.xml"/><Relationship Id="rId2" Type="http://schemas.openxmlformats.org/officeDocument/2006/relationships/tags" Target="../tags/tag336.xml"/><Relationship Id="rId19" Type="http://schemas.openxmlformats.org/officeDocument/2006/relationships/tags" Target="../tags/tag353.xml"/><Relationship Id="rId18" Type="http://schemas.openxmlformats.org/officeDocument/2006/relationships/tags" Target="../tags/tag352.xml"/><Relationship Id="rId17" Type="http://schemas.openxmlformats.org/officeDocument/2006/relationships/tags" Target="../tags/tag351.xml"/><Relationship Id="rId16" Type="http://schemas.openxmlformats.org/officeDocument/2006/relationships/tags" Target="../tags/tag350.xml"/><Relationship Id="rId15" Type="http://schemas.openxmlformats.org/officeDocument/2006/relationships/tags" Target="../tags/tag349.xml"/><Relationship Id="rId14" Type="http://schemas.openxmlformats.org/officeDocument/2006/relationships/tags" Target="../tags/tag348.xml"/><Relationship Id="rId13" Type="http://schemas.openxmlformats.org/officeDocument/2006/relationships/tags" Target="../tags/tag347.xml"/><Relationship Id="rId12" Type="http://schemas.openxmlformats.org/officeDocument/2006/relationships/tags" Target="../tags/tag346.xml"/><Relationship Id="rId11" Type="http://schemas.openxmlformats.org/officeDocument/2006/relationships/tags" Target="../tags/tag345.xml"/><Relationship Id="rId10" Type="http://schemas.openxmlformats.org/officeDocument/2006/relationships/tags" Target="../tags/tag344.xml"/><Relationship Id="rId1" Type="http://schemas.openxmlformats.org/officeDocument/2006/relationships/tags" Target="../tags/tag335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tags" Target="../tags/tag361.xml"/><Relationship Id="rId4" Type="http://schemas.openxmlformats.org/officeDocument/2006/relationships/image" Target="../media/image29.jpeg"/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image" Target="../media/image26.jpe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370.xml"/><Relationship Id="rId8" Type="http://schemas.openxmlformats.org/officeDocument/2006/relationships/tags" Target="../tags/tag369.xml"/><Relationship Id="rId7" Type="http://schemas.openxmlformats.org/officeDocument/2006/relationships/tags" Target="../tags/tag368.xml"/><Relationship Id="rId6" Type="http://schemas.openxmlformats.org/officeDocument/2006/relationships/tags" Target="../tags/tag367.xml"/><Relationship Id="rId5" Type="http://schemas.openxmlformats.org/officeDocument/2006/relationships/tags" Target="../tags/tag366.xml"/><Relationship Id="rId4" Type="http://schemas.openxmlformats.org/officeDocument/2006/relationships/tags" Target="../tags/tag365.xml"/><Relationship Id="rId3" Type="http://schemas.openxmlformats.org/officeDocument/2006/relationships/tags" Target="../tags/tag364.xml"/><Relationship Id="rId25" Type="http://schemas.openxmlformats.org/officeDocument/2006/relationships/slideLayout" Target="../slideLayouts/slideLayout10.xml"/><Relationship Id="rId24" Type="http://schemas.openxmlformats.org/officeDocument/2006/relationships/tags" Target="../tags/tag385.xml"/><Relationship Id="rId23" Type="http://schemas.openxmlformats.org/officeDocument/2006/relationships/tags" Target="../tags/tag384.xml"/><Relationship Id="rId22" Type="http://schemas.openxmlformats.org/officeDocument/2006/relationships/tags" Target="../tags/tag383.xml"/><Relationship Id="rId21" Type="http://schemas.openxmlformats.org/officeDocument/2006/relationships/tags" Target="../tags/tag382.xml"/><Relationship Id="rId20" Type="http://schemas.openxmlformats.org/officeDocument/2006/relationships/tags" Target="../tags/tag381.xml"/><Relationship Id="rId2" Type="http://schemas.openxmlformats.org/officeDocument/2006/relationships/tags" Target="../tags/tag363.xml"/><Relationship Id="rId19" Type="http://schemas.openxmlformats.org/officeDocument/2006/relationships/tags" Target="../tags/tag380.xml"/><Relationship Id="rId18" Type="http://schemas.openxmlformats.org/officeDocument/2006/relationships/tags" Target="../tags/tag379.xml"/><Relationship Id="rId17" Type="http://schemas.openxmlformats.org/officeDocument/2006/relationships/tags" Target="../tags/tag378.xml"/><Relationship Id="rId16" Type="http://schemas.openxmlformats.org/officeDocument/2006/relationships/tags" Target="../tags/tag377.xml"/><Relationship Id="rId15" Type="http://schemas.openxmlformats.org/officeDocument/2006/relationships/tags" Target="../tags/tag376.xml"/><Relationship Id="rId14" Type="http://schemas.openxmlformats.org/officeDocument/2006/relationships/tags" Target="../tags/tag375.xml"/><Relationship Id="rId13" Type="http://schemas.openxmlformats.org/officeDocument/2006/relationships/tags" Target="../tags/tag374.xml"/><Relationship Id="rId12" Type="http://schemas.openxmlformats.org/officeDocument/2006/relationships/tags" Target="../tags/tag373.xml"/><Relationship Id="rId11" Type="http://schemas.openxmlformats.org/officeDocument/2006/relationships/tags" Target="../tags/tag372.xml"/><Relationship Id="rId10" Type="http://schemas.openxmlformats.org/officeDocument/2006/relationships/tags" Target="../tags/tag371.xml"/><Relationship Id="rId1" Type="http://schemas.openxmlformats.org/officeDocument/2006/relationships/tags" Target="../tags/tag362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9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microsoft.com/office/2007/relationships/hdphoto" Target="../media/image32.wdp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59"/>
          <p:cNvSpPr>
            <a:spLocks noChangeArrowheads="1"/>
          </p:cNvSpPr>
          <p:nvPr/>
        </p:nvSpPr>
        <p:spPr bwMode="auto">
          <a:xfrm>
            <a:off x="2872813" y="1569055"/>
            <a:ext cx="7428365" cy="83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9pPr>
          </a:lstStyle>
          <a:p>
            <a:pPr algn="ctr">
              <a:buNone/>
            </a:pPr>
            <a:r>
              <a:rPr lang="zh-CN" altLang="en-US" sz="5400" dirty="0" smtClean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尚酷简体" panose="03000509000000000000" pitchFamily="65" charset="-122"/>
                <a:ea typeface="方正尚酷简体" panose="03000509000000000000" pitchFamily="65" charset="-122"/>
                <a:cs typeface="Arial" panose="020B0604020202020204" pitchFamily="34" charset="0"/>
              </a:rPr>
              <a:t>智能打药机器人</a:t>
            </a:r>
            <a:endParaRPr lang="zh-CN" altLang="en-US" sz="5400" dirty="0" smtClean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尚酷简体" panose="03000509000000000000" pitchFamily="65" charset="-122"/>
              <a:ea typeface="方正尚酷简体" panose="03000509000000000000" pitchFamily="65" charset="-122"/>
              <a:cs typeface="Arial" panose="020B0604020202020204" pitchFamily="34" charset="0"/>
            </a:endParaRPr>
          </a:p>
        </p:txBody>
      </p:sp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0" y="0"/>
            <a:ext cx="2011045" cy="1230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9pPr>
          </a:lstStyle>
          <a:p>
            <a:pPr>
              <a:buNone/>
            </a:pPr>
            <a:r>
              <a:rPr lang="en-US" altLang="zh-CN" sz="8000" b="1" dirty="0" smtClean="0">
                <a:solidFill>
                  <a:schemeClr val="tx1"/>
                </a:solidFill>
                <a:uFillTx/>
                <a:latin typeface="Agency FB" panose="020B0503020202020204" pitchFamily="34" charset="0"/>
                <a:ea typeface="+mj-ea"/>
                <a:cs typeface="Arial" panose="020B0604020202020204" pitchFamily="34" charset="0"/>
              </a:rPr>
              <a:t>2026</a:t>
            </a:r>
            <a:endParaRPr lang="en-US" altLang="zh-CN" sz="8000" b="1" dirty="0" smtClean="0">
              <a:solidFill>
                <a:schemeClr val="tx1"/>
              </a:solidFill>
              <a:uFillTx/>
              <a:latin typeface="Agency FB" panose="020B0503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084920" y="492544"/>
            <a:ext cx="7522216" cy="1651713"/>
            <a:chOff x="2061429" y="894871"/>
            <a:chExt cx="7522216" cy="1651713"/>
          </a:xfrm>
        </p:grpSpPr>
        <p:sp>
          <p:nvSpPr>
            <p:cNvPr id="11" name="í$ḻíḓe"/>
            <p:cNvSpPr/>
            <p:nvPr/>
          </p:nvSpPr>
          <p:spPr bwMode="auto">
            <a:xfrm>
              <a:off x="2061429" y="894871"/>
              <a:ext cx="7522216" cy="1651713"/>
            </a:xfrm>
            <a:custGeom>
              <a:avLst/>
              <a:gdLst>
                <a:gd name="T0" fmla="*/ 350 w 350"/>
                <a:gd name="T1" fmla="*/ 54 h 97"/>
                <a:gd name="T2" fmla="*/ 349 w 350"/>
                <a:gd name="T3" fmla="*/ 52 h 97"/>
                <a:gd name="T4" fmla="*/ 348 w 350"/>
                <a:gd name="T5" fmla="*/ 53 h 97"/>
                <a:gd name="T6" fmla="*/ 339 w 350"/>
                <a:gd name="T7" fmla="*/ 52 h 97"/>
                <a:gd name="T8" fmla="*/ 344 w 350"/>
                <a:gd name="T9" fmla="*/ 51 h 97"/>
                <a:gd name="T10" fmla="*/ 336 w 350"/>
                <a:gd name="T11" fmla="*/ 50 h 97"/>
                <a:gd name="T12" fmla="*/ 338 w 350"/>
                <a:gd name="T13" fmla="*/ 49 h 97"/>
                <a:gd name="T14" fmla="*/ 337 w 350"/>
                <a:gd name="T15" fmla="*/ 48 h 97"/>
                <a:gd name="T16" fmla="*/ 345 w 350"/>
                <a:gd name="T17" fmla="*/ 46 h 97"/>
                <a:gd name="T18" fmla="*/ 332 w 350"/>
                <a:gd name="T19" fmla="*/ 45 h 97"/>
                <a:gd name="T20" fmla="*/ 346 w 350"/>
                <a:gd name="T21" fmla="*/ 40 h 97"/>
                <a:gd name="T22" fmla="*/ 337 w 350"/>
                <a:gd name="T23" fmla="*/ 38 h 97"/>
                <a:gd name="T24" fmla="*/ 337 w 350"/>
                <a:gd name="T25" fmla="*/ 35 h 97"/>
                <a:gd name="T26" fmla="*/ 332 w 350"/>
                <a:gd name="T27" fmla="*/ 33 h 97"/>
                <a:gd name="T28" fmla="*/ 336 w 350"/>
                <a:gd name="T29" fmla="*/ 32 h 97"/>
                <a:gd name="T30" fmla="*/ 327 w 350"/>
                <a:gd name="T31" fmla="*/ 31 h 97"/>
                <a:gd name="T32" fmla="*/ 337 w 350"/>
                <a:gd name="T33" fmla="*/ 29 h 97"/>
                <a:gd name="T34" fmla="*/ 332 w 350"/>
                <a:gd name="T35" fmla="*/ 28 h 97"/>
                <a:gd name="T36" fmla="*/ 332 w 350"/>
                <a:gd name="T37" fmla="*/ 21 h 97"/>
                <a:gd name="T38" fmla="*/ 319 w 350"/>
                <a:gd name="T39" fmla="*/ 20 h 97"/>
                <a:gd name="T40" fmla="*/ 322 w 350"/>
                <a:gd name="T41" fmla="*/ 18 h 97"/>
                <a:gd name="T42" fmla="*/ 305 w 350"/>
                <a:gd name="T43" fmla="*/ 16 h 97"/>
                <a:gd name="T44" fmla="*/ 307 w 350"/>
                <a:gd name="T45" fmla="*/ 16 h 97"/>
                <a:gd name="T46" fmla="*/ 296 w 350"/>
                <a:gd name="T47" fmla="*/ 13 h 97"/>
                <a:gd name="T48" fmla="*/ 317 w 350"/>
                <a:gd name="T49" fmla="*/ 11 h 97"/>
                <a:gd name="T50" fmla="*/ 317 w 350"/>
                <a:gd name="T51" fmla="*/ 11 h 97"/>
                <a:gd name="T52" fmla="*/ 277 w 350"/>
                <a:gd name="T53" fmla="*/ 8 h 97"/>
                <a:gd name="T54" fmla="*/ 275 w 350"/>
                <a:gd name="T55" fmla="*/ 8 h 97"/>
                <a:gd name="T56" fmla="*/ 282 w 350"/>
                <a:gd name="T57" fmla="*/ 6 h 97"/>
                <a:gd name="T58" fmla="*/ 231 w 350"/>
                <a:gd name="T59" fmla="*/ 4 h 97"/>
                <a:gd name="T60" fmla="*/ 37 w 350"/>
                <a:gd name="T61" fmla="*/ 8 h 97"/>
                <a:gd name="T62" fmla="*/ 20 w 350"/>
                <a:gd name="T63" fmla="*/ 13 h 97"/>
                <a:gd name="T64" fmla="*/ 13 w 350"/>
                <a:gd name="T65" fmla="*/ 17 h 97"/>
                <a:gd name="T66" fmla="*/ 16 w 350"/>
                <a:gd name="T67" fmla="*/ 18 h 97"/>
                <a:gd name="T68" fmla="*/ 15 w 350"/>
                <a:gd name="T69" fmla="*/ 19 h 97"/>
                <a:gd name="T70" fmla="*/ 15 w 350"/>
                <a:gd name="T71" fmla="*/ 24 h 97"/>
                <a:gd name="T72" fmla="*/ 5 w 350"/>
                <a:gd name="T73" fmla="*/ 29 h 97"/>
                <a:gd name="T74" fmla="*/ 7 w 350"/>
                <a:gd name="T75" fmla="*/ 34 h 97"/>
                <a:gd name="T76" fmla="*/ 1 w 350"/>
                <a:gd name="T77" fmla="*/ 38 h 97"/>
                <a:gd name="T78" fmla="*/ 4 w 350"/>
                <a:gd name="T79" fmla="*/ 39 h 97"/>
                <a:gd name="T80" fmla="*/ 14 w 350"/>
                <a:gd name="T81" fmla="*/ 46 h 97"/>
                <a:gd name="T82" fmla="*/ 6 w 350"/>
                <a:gd name="T83" fmla="*/ 52 h 97"/>
                <a:gd name="T84" fmla="*/ 7 w 350"/>
                <a:gd name="T85" fmla="*/ 53 h 97"/>
                <a:gd name="T86" fmla="*/ 2 w 350"/>
                <a:gd name="T87" fmla="*/ 55 h 97"/>
                <a:gd name="T88" fmla="*/ 13 w 350"/>
                <a:gd name="T89" fmla="*/ 67 h 97"/>
                <a:gd name="T90" fmla="*/ 7 w 350"/>
                <a:gd name="T91" fmla="*/ 70 h 97"/>
                <a:gd name="T92" fmla="*/ 8 w 350"/>
                <a:gd name="T93" fmla="*/ 73 h 97"/>
                <a:gd name="T94" fmla="*/ 7 w 350"/>
                <a:gd name="T95" fmla="*/ 73 h 97"/>
                <a:gd name="T96" fmla="*/ 5 w 350"/>
                <a:gd name="T97" fmla="*/ 74 h 97"/>
                <a:gd name="T98" fmla="*/ 33 w 350"/>
                <a:gd name="T99" fmla="*/ 85 h 97"/>
                <a:gd name="T100" fmla="*/ 68 w 350"/>
                <a:gd name="T101" fmla="*/ 90 h 97"/>
                <a:gd name="T102" fmla="*/ 193 w 350"/>
                <a:gd name="T103" fmla="*/ 91 h 97"/>
                <a:gd name="T104" fmla="*/ 257 w 350"/>
                <a:gd name="T105" fmla="*/ 87 h 97"/>
                <a:gd name="T106" fmla="*/ 332 w 350"/>
                <a:gd name="T107" fmla="*/ 71 h 97"/>
                <a:gd name="T108" fmla="*/ 327 w 350"/>
                <a:gd name="T109" fmla="*/ 71 h 97"/>
                <a:gd name="T110" fmla="*/ 334 w 350"/>
                <a:gd name="T111" fmla="*/ 68 h 97"/>
                <a:gd name="T112" fmla="*/ 335 w 350"/>
                <a:gd name="T113" fmla="*/ 65 h 97"/>
                <a:gd name="T114" fmla="*/ 343 w 350"/>
                <a:gd name="T115" fmla="*/ 62 h 97"/>
                <a:gd name="T116" fmla="*/ 332 w 350"/>
                <a:gd name="T117" fmla="*/ 61 h 97"/>
                <a:gd name="T118" fmla="*/ 350 w 350"/>
                <a:gd name="T119" fmla="*/ 54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50" h="97">
                  <a:moveTo>
                    <a:pt x="350" y="54"/>
                  </a:moveTo>
                  <a:cubicBezTo>
                    <a:pt x="350" y="53"/>
                    <a:pt x="350" y="53"/>
                    <a:pt x="349" y="52"/>
                  </a:cubicBezTo>
                  <a:cubicBezTo>
                    <a:pt x="348" y="53"/>
                    <a:pt x="348" y="53"/>
                    <a:pt x="348" y="53"/>
                  </a:cubicBezTo>
                  <a:cubicBezTo>
                    <a:pt x="345" y="53"/>
                    <a:pt x="341" y="54"/>
                    <a:pt x="339" y="52"/>
                  </a:cubicBezTo>
                  <a:cubicBezTo>
                    <a:pt x="340" y="51"/>
                    <a:pt x="343" y="52"/>
                    <a:pt x="344" y="51"/>
                  </a:cubicBezTo>
                  <a:cubicBezTo>
                    <a:pt x="336" y="50"/>
                    <a:pt x="336" y="50"/>
                    <a:pt x="336" y="50"/>
                  </a:cubicBezTo>
                  <a:cubicBezTo>
                    <a:pt x="335" y="49"/>
                    <a:pt x="340" y="49"/>
                    <a:pt x="338" y="49"/>
                  </a:cubicBezTo>
                  <a:cubicBezTo>
                    <a:pt x="337" y="48"/>
                    <a:pt x="337" y="48"/>
                    <a:pt x="337" y="48"/>
                  </a:cubicBezTo>
                  <a:cubicBezTo>
                    <a:pt x="345" y="46"/>
                    <a:pt x="345" y="46"/>
                    <a:pt x="345" y="46"/>
                  </a:cubicBezTo>
                  <a:cubicBezTo>
                    <a:pt x="341" y="45"/>
                    <a:pt x="336" y="46"/>
                    <a:pt x="332" y="45"/>
                  </a:cubicBezTo>
                  <a:cubicBezTo>
                    <a:pt x="337" y="44"/>
                    <a:pt x="340" y="41"/>
                    <a:pt x="346" y="40"/>
                  </a:cubicBezTo>
                  <a:cubicBezTo>
                    <a:pt x="344" y="38"/>
                    <a:pt x="338" y="40"/>
                    <a:pt x="337" y="38"/>
                  </a:cubicBezTo>
                  <a:cubicBezTo>
                    <a:pt x="337" y="37"/>
                    <a:pt x="341" y="36"/>
                    <a:pt x="337" y="35"/>
                  </a:cubicBezTo>
                  <a:cubicBezTo>
                    <a:pt x="342" y="33"/>
                    <a:pt x="333" y="35"/>
                    <a:pt x="332" y="33"/>
                  </a:cubicBezTo>
                  <a:cubicBezTo>
                    <a:pt x="333" y="32"/>
                    <a:pt x="335" y="32"/>
                    <a:pt x="336" y="32"/>
                  </a:cubicBezTo>
                  <a:cubicBezTo>
                    <a:pt x="333" y="31"/>
                    <a:pt x="330" y="32"/>
                    <a:pt x="327" y="31"/>
                  </a:cubicBezTo>
                  <a:cubicBezTo>
                    <a:pt x="329" y="30"/>
                    <a:pt x="334" y="30"/>
                    <a:pt x="337" y="29"/>
                  </a:cubicBezTo>
                  <a:cubicBezTo>
                    <a:pt x="332" y="28"/>
                    <a:pt x="332" y="28"/>
                    <a:pt x="332" y="28"/>
                  </a:cubicBezTo>
                  <a:cubicBezTo>
                    <a:pt x="342" y="27"/>
                    <a:pt x="335" y="23"/>
                    <a:pt x="332" y="21"/>
                  </a:cubicBezTo>
                  <a:cubicBezTo>
                    <a:pt x="327" y="21"/>
                    <a:pt x="323" y="21"/>
                    <a:pt x="319" y="20"/>
                  </a:cubicBezTo>
                  <a:cubicBezTo>
                    <a:pt x="322" y="18"/>
                    <a:pt x="322" y="18"/>
                    <a:pt x="322" y="18"/>
                  </a:cubicBezTo>
                  <a:cubicBezTo>
                    <a:pt x="317" y="17"/>
                    <a:pt x="309" y="19"/>
                    <a:pt x="305" y="16"/>
                  </a:cubicBezTo>
                  <a:cubicBezTo>
                    <a:pt x="306" y="16"/>
                    <a:pt x="306" y="16"/>
                    <a:pt x="307" y="16"/>
                  </a:cubicBezTo>
                  <a:cubicBezTo>
                    <a:pt x="305" y="15"/>
                    <a:pt x="300" y="14"/>
                    <a:pt x="296" y="13"/>
                  </a:cubicBezTo>
                  <a:cubicBezTo>
                    <a:pt x="302" y="11"/>
                    <a:pt x="311" y="13"/>
                    <a:pt x="317" y="11"/>
                  </a:cubicBezTo>
                  <a:cubicBezTo>
                    <a:pt x="317" y="11"/>
                    <a:pt x="317" y="11"/>
                    <a:pt x="317" y="11"/>
                  </a:cubicBezTo>
                  <a:cubicBezTo>
                    <a:pt x="277" y="8"/>
                    <a:pt x="277" y="8"/>
                    <a:pt x="277" y="8"/>
                  </a:cubicBezTo>
                  <a:cubicBezTo>
                    <a:pt x="275" y="8"/>
                    <a:pt x="275" y="8"/>
                    <a:pt x="275" y="8"/>
                  </a:cubicBezTo>
                  <a:cubicBezTo>
                    <a:pt x="282" y="6"/>
                    <a:pt x="282" y="6"/>
                    <a:pt x="282" y="6"/>
                  </a:cubicBezTo>
                  <a:cubicBezTo>
                    <a:pt x="266" y="4"/>
                    <a:pt x="248" y="2"/>
                    <a:pt x="231" y="4"/>
                  </a:cubicBezTo>
                  <a:cubicBezTo>
                    <a:pt x="166" y="0"/>
                    <a:pt x="100" y="4"/>
                    <a:pt x="37" y="8"/>
                  </a:cubicBezTo>
                  <a:cubicBezTo>
                    <a:pt x="32" y="9"/>
                    <a:pt x="24" y="10"/>
                    <a:pt x="20" y="13"/>
                  </a:cubicBezTo>
                  <a:cubicBezTo>
                    <a:pt x="19" y="15"/>
                    <a:pt x="13" y="15"/>
                    <a:pt x="13" y="17"/>
                  </a:cubicBezTo>
                  <a:cubicBezTo>
                    <a:pt x="14" y="17"/>
                    <a:pt x="15" y="18"/>
                    <a:pt x="16" y="18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21" y="19"/>
                    <a:pt x="16" y="22"/>
                    <a:pt x="15" y="24"/>
                  </a:cubicBezTo>
                  <a:cubicBezTo>
                    <a:pt x="9" y="24"/>
                    <a:pt x="9" y="27"/>
                    <a:pt x="5" y="29"/>
                  </a:cubicBezTo>
                  <a:cubicBezTo>
                    <a:pt x="6" y="30"/>
                    <a:pt x="0" y="33"/>
                    <a:pt x="7" y="34"/>
                  </a:cubicBezTo>
                  <a:cubicBezTo>
                    <a:pt x="3" y="35"/>
                    <a:pt x="8" y="39"/>
                    <a:pt x="1" y="38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2" y="44"/>
                    <a:pt x="16" y="42"/>
                    <a:pt x="14" y="46"/>
                  </a:cubicBezTo>
                  <a:cubicBezTo>
                    <a:pt x="8" y="48"/>
                    <a:pt x="8" y="50"/>
                    <a:pt x="6" y="52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2" y="55"/>
                    <a:pt x="2" y="55"/>
                    <a:pt x="2" y="55"/>
                  </a:cubicBezTo>
                  <a:cubicBezTo>
                    <a:pt x="11" y="57"/>
                    <a:pt x="6" y="63"/>
                    <a:pt x="13" y="67"/>
                  </a:cubicBezTo>
                  <a:cubicBezTo>
                    <a:pt x="7" y="70"/>
                    <a:pt x="7" y="70"/>
                    <a:pt x="7" y="70"/>
                  </a:cubicBezTo>
                  <a:cubicBezTo>
                    <a:pt x="8" y="71"/>
                    <a:pt x="10" y="72"/>
                    <a:pt x="8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5" y="74"/>
                    <a:pt x="5" y="74"/>
                    <a:pt x="5" y="74"/>
                  </a:cubicBezTo>
                  <a:cubicBezTo>
                    <a:pt x="9" y="80"/>
                    <a:pt x="23" y="81"/>
                    <a:pt x="33" y="85"/>
                  </a:cubicBezTo>
                  <a:cubicBezTo>
                    <a:pt x="42" y="90"/>
                    <a:pt x="57" y="87"/>
                    <a:pt x="68" y="90"/>
                  </a:cubicBezTo>
                  <a:cubicBezTo>
                    <a:pt x="107" y="97"/>
                    <a:pt x="154" y="93"/>
                    <a:pt x="193" y="91"/>
                  </a:cubicBezTo>
                  <a:cubicBezTo>
                    <a:pt x="213" y="87"/>
                    <a:pt x="236" y="88"/>
                    <a:pt x="257" y="87"/>
                  </a:cubicBezTo>
                  <a:cubicBezTo>
                    <a:pt x="282" y="82"/>
                    <a:pt x="312" y="81"/>
                    <a:pt x="332" y="71"/>
                  </a:cubicBezTo>
                  <a:cubicBezTo>
                    <a:pt x="331" y="71"/>
                    <a:pt x="328" y="72"/>
                    <a:pt x="327" y="71"/>
                  </a:cubicBezTo>
                  <a:cubicBezTo>
                    <a:pt x="329" y="70"/>
                    <a:pt x="332" y="69"/>
                    <a:pt x="334" y="68"/>
                  </a:cubicBezTo>
                  <a:cubicBezTo>
                    <a:pt x="334" y="67"/>
                    <a:pt x="338" y="66"/>
                    <a:pt x="335" y="65"/>
                  </a:cubicBezTo>
                  <a:cubicBezTo>
                    <a:pt x="337" y="64"/>
                    <a:pt x="342" y="65"/>
                    <a:pt x="343" y="62"/>
                  </a:cubicBezTo>
                  <a:cubicBezTo>
                    <a:pt x="340" y="62"/>
                    <a:pt x="336" y="61"/>
                    <a:pt x="332" y="61"/>
                  </a:cubicBezTo>
                  <a:cubicBezTo>
                    <a:pt x="326" y="56"/>
                    <a:pt x="344" y="57"/>
                    <a:pt x="350" y="54"/>
                  </a:cubicBezTo>
                  <a:close/>
                </a:path>
              </a:pathLst>
            </a:custGeom>
            <a:gradFill>
              <a:gsLst>
                <a:gs pos="4200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/>
            </a:p>
          </p:txBody>
        </p:sp>
        <p:sp>
          <p:nvSpPr>
            <p:cNvPr id="3" name="“村民拿起手机，在自家地头开直播，轻松年入百万！”"/>
            <p:cNvSpPr txBox="1"/>
            <p:nvPr/>
          </p:nvSpPr>
          <p:spPr>
            <a:xfrm>
              <a:off x="2617054" y="1113312"/>
              <a:ext cx="5977890" cy="48133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 anchor="ctr">
              <a:spAutoFit/>
            </a:bodyPr>
            <a:lstStyle>
              <a:lvl1pPr>
                <a:defRPr sz="4500">
                  <a:solidFill>
                    <a:srgbClr val="FFFFFF"/>
                  </a:solidFill>
                  <a:latin typeface="Lantinghei SC Extralight" panose="02000000000000000000" charset="-122"/>
                  <a:ea typeface="Lantinghei SC Extralight" panose="02000000000000000000" charset="-122"/>
                  <a:cs typeface="Lantinghei SC Extralight" panose="02000000000000000000" charset="-122"/>
                  <a:sym typeface="Lantinghei SC Extralight" panose="02000000000000000000" charset="-122"/>
                </a:defRPr>
              </a:lvl1pPr>
            </a:lstStyle>
            <a:p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“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人工打药累瘫倒，百亩地要忙三天</a:t>
              </a:r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”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“90后小伙回村开直播卖地瓜，3个月买房买车！”"/>
            <p:cNvSpPr txBox="1"/>
            <p:nvPr/>
          </p:nvSpPr>
          <p:spPr>
            <a:xfrm>
              <a:off x="2498726" y="1707006"/>
              <a:ext cx="6096000" cy="481330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spAutoFit/>
            </a:bodyPr>
            <a:lstStyle>
              <a:lvl1pPr>
                <a:defRPr sz="4500">
                  <a:solidFill>
                    <a:srgbClr val="FFFFFF"/>
                  </a:solidFill>
                  <a:latin typeface="Lantinghei SC Extralight" panose="02000000000000000000" charset="-122"/>
                  <a:ea typeface="Lantinghei SC Extralight" panose="02000000000000000000" charset="-122"/>
                  <a:cs typeface="Lantinghei SC Extralight" panose="02000000000000000000" charset="-122"/>
                  <a:sym typeface="Lantinghei SC Extralight" panose="02000000000000000000" charset="-122"/>
                </a:defRPr>
              </a:lvl1pPr>
            </a:lstStyle>
            <a:p>
              <a:r>
                <a:rPr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“</a:t>
              </a:r>
              <a:r>
                <a:rPr lang="zh-CN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老农背药桶打药，一天仅喷十亩地</a:t>
              </a:r>
              <a:r>
                <a:rPr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”</a:t>
              </a:r>
              <a:endParaRPr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63855" y="5231130"/>
            <a:ext cx="11468735" cy="1341120"/>
            <a:chOff x="408494" y="5246347"/>
            <a:chExt cx="11637478" cy="1341120"/>
          </a:xfrm>
        </p:grpSpPr>
        <p:sp>
          <p:nvSpPr>
            <p:cNvPr id="10" name="矩形"/>
            <p:cNvSpPr/>
            <p:nvPr/>
          </p:nvSpPr>
          <p:spPr>
            <a:xfrm>
              <a:off x="408494" y="5246347"/>
              <a:ext cx="11637478" cy="1341120"/>
            </a:xfrm>
            <a:prstGeom prst="roundRect">
              <a:avLst>
                <a:gd name="adj" fmla="val 18499"/>
              </a:avLst>
            </a:prstGeom>
            <a:gradFill>
              <a:gsLst>
                <a:gs pos="4200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>
              <a:outerShdw blurRad="228600" dist="152400" algn="ctr" rotWithShape="0">
                <a:schemeClr val="accent1"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8" name="但基于我们一年多来帮助农户运营线上的经验看来…"/>
            <p:cNvSpPr txBox="1"/>
            <p:nvPr/>
          </p:nvSpPr>
          <p:spPr>
            <a:xfrm>
              <a:off x="1522662" y="5493362"/>
              <a:ext cx="9792850" cy="97409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 anchor="ctr">
              <a:spAutoFit/>
            </a:bodyPr>
            <a:lstStyle/>
            <a:p>
              <a:pPr>
                <a:defRPr sz="4500">
                  <a:solidFill>
                    <a:srgbClr val="FFFFFF"/>
                  </a:solidFill>
                  <a:latin typeface="Lantinghei SC Demibold" panose="02000000000000000000" charset="-122"/>
                  <a:ea typeface="Lantinghei SC Demibold" panose="02000000000000000000" charset="-122"/>
                  <a:cs typeface="Lantinghei SC Demibold" panose="02000000000000000000" charset="-122"/>
                  <a:sym typeface="Lantinghei SC Demibold" panose="02000000000000000000" charset="-122"/>
                </a:defRPr>
              </a:pPr>
              <a:r>
                <a:rPr lang="zh-CN" altLang="en-US" sz="20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但基于我们对全国</a:t>
              </a:r>
              <a:r>
                <a:rPr lang="en-US" altLang="zh-CN" sz="20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500</a:t>
              </a:r>
              <a:r>
                <a:rPr lang="zh-CN" altLang="en-US" sz="20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家规模化农场的调研来看，引入打药机器人后，不仅能解决人工打药的效率、安全、成本难题，还能通过精准施药实现节本增效，实际收益远高于传统模式。</a:t>
              </a:r>
              <a:endPara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0" y="6355758"/>
            <a:ext cx="12192000" cy="502242"/>
            <a:chOff x="0" y="6355758"/>
            <a:chExt cx="12192000" cy="502242"/>
          </a:xfrm>
        </p:grpSpPr>
        <p:sp>
          <p:nvSpPr>
            <p:cNvPr id="13" name="任意多边形 54"/>
            <p:cNvSpPr/>
            <p:nvPr userDrawn="1"/>
          </p:nvSpPr>
          <p:spPr>
            <a:xfrm>
              <a:off x="0" y="6457950"/>
              <a:ext cx="12192000" cy="400050"/>
            </a:xfrm>
            <a:custGeom>
              <a:avLst/>
              <a:gdLst>
                <a:gd name="connsiteX0" fmla="*/ 12192000 w 12192000"/>
                <a:gd name="connsiteY0" fmla="*/ 0 h 329410"/>
                <a:gd name="connsiteX1" fmla="*/ 12192000 w 12192000"/>
                <a:gd name="connsiteY1" fmla="*/ 329410 h 329410"/>
                <a:gd name="connsiteX2" fmla="*/ 0 w 12192000"/>
                <a:gd name="connsiteY2" fmla="*/ 329410 h 329410"/>
                <a:gd name="connsiteX3" fmla="*/ 0 w 12192000"/>
                <a:gd name="connsiteY3" fmla="*/ 29375 h 329410"/>
                <a:gd name="connsiteX4" fmla="*/ 577089 w 12192000"/>
                <a:gd name="connsiteY4" fmla="*/ 49593 h 329410"/>
                <a:gd name="connsiteX5" fmla="*/ 5704114 w 12192000"/>
                <a:gd name="connsiteY5" fmla="*/ 124873 h 329410"/>
                <a:gd name="connsiteX6" fmla="*/ 11982536 w 12192000"/>
                <a:gd name="connsiteY6" fmla="*/ 9255 h 32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29410">
                  <a:moveTo>
                    <a:pt x="12192000" y="0"/>
                  </a:moveTo>
                  <a:lnTo>
                    <a:pt x="12192000" y="329410"/>
                  </a:lnTo>
                  <a:lnTo>
                    <a:pt x="0" y="329410"/>
                  </a:lnTo>
                  <a:lnTo>
                    <a:pt x="0" y="29375"/>
                  </a:lnTo>
                  <a:lnTo>
                    <a:pt x="577089" y="49593"/>
                  </a:lnTo>
                  <a:cubicBezTo>
                    <a:pt x="2152931" y="98068"/>
                    <a:pt x="3885480" y="124873"/>
                    <a:pt x="5704114" y="124873"/>
                  </a:cubicBezTo>
                  <a:cubicBezTo>
                    <a:pt x="7977407" y="124873"/>
                    <a:pt x="10116192" y="82990"/>
                    <a:pt x="11982536" y="92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任意多边形 55"/>
            <p:cNvSpPr/>
            <p:nvPr userDrawn="1"/>
          </p:nvSpPr>
          <p:spPr>
            <a:xfrm flipH="1">
              <a:off x="0" y="6355758"/>
              <a:ext cx="12192000" cy="502242"/>
            </a:xfrm>
            <a:custGeom>
              <a:avLst/>
              <a:gdLst>
                <a:gd name="connsiteX0" fmla="*/ 12192000 w 12192000"/>
                <a:gd name="connsiteY0" fmla="*/ 0 h 329410"/>
                <a:gd name="connsiteX1" fmla="*/ 12192000 w 12192000"/>
                <a:gd name="connsiteY1" fmla="*/ 329410 h 329410"/>
                <a:gd name="connsiteX2" fmla="*/ 0 w 12192000"/>
                <a:gd name="connsiteY2" fmla="*/ 329410 h 329410"/>
                <a:gd name="connsiteX3" fmla="*/ 0 w 12192000"/>
                <a:gd name="connsiteY3" fmla="*/ 29375 h 329410"/>
                <a:gd name="connsiteX4" fmla="*/ 577089 w 12192000"/>
                <a:gd name="connsiteY4" fmla="*/ 49593 h 329410"/>
                <a:gd name="connsiteX5" fmla="*/ 5704114 w 12192000"/>
                <a:gd name="connsiteY5" fmla="*/ 124873 h 329410"/>
                <a:gd name="connsiteX6" fmla="*/ 11982536 w 12192000"/>
                <a:gd name="connsiteY6" fmla="*/ 9255 h 32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29410">
                  <a:moveTo>
                    <a:pt x="12192000" y="0"/>
                  </a:moveTo>
                  <a:lnTo>
                    <a:pt x="12192000" y="329410"/>
                  </a:lnTo>
                  <a:lnTo>
                    <a:pt x="0" y="329410"/>
                  </a:lnTo>
                  <a:lnTo>
                    <a:pt x="0" y="29375"/>
                  </a:lnTo>
                  <a:lnTo>
                    <a:pt x="577089" y="49593"/>
                  </a:lnTo>
                  <a:cubicBezTo>
                    <a:pt x="2152931" y="98068"/>
                    <a:pt x="3885480" y="124873"/>
                    <a:pt x="5704114" y="124873"/>
                  </a:cubicBezTo>
                  <a:cubicBezTo>
                    <a:pt x="7977407" y="124873"/>
                    <a:pt x="10116192" y="82990"/>
                    <a:pt x="11982536" y="9255"/>
                  </a:cubicBezTo>
                  <a:close/>
                </a:path>
              </a:pathLst>
            </a:custGeom>
            <a:solidFill>
              <a:schemeClr val="accent2"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27" name="图片 26" descr="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635" y="2461260"/>
            <a:ext cx="7196455" cy="1501140"/>
          </a:xfrm>
          <a:prstGeom prst="rect">
            <a:avLst/>
          </a:prstGeom>
        </p:spPr>
      </p:pic>
      <p:pic>
        <p:nvPicPr>
          <p:cNvPr id="28" name="图片 27" descr="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795" y="3677920"/>
            <a:ext cx="7399020" cy="14795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: 圆角 45"/>
          <p:cNvSpPr/>
          <p:nvPr/>
        </p:nvSpPr>
        <p:spPr>
          <a:xfrm>
            <a:off x="5975297" y="3063992"/>
            <a:ext cx="5553764" cy="3393958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657066" y="3063992"/>
            <a:ext cx="5100357" cy="3393958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“电商直播”已成为新农人推销农产品的新选择"/>
          <p:cNvSpPr txBox="1"/>
          <p:nvPr/>
        </p:nvSpPr>
        <p:spPr>
          <a:xfrm>
            <a:off x="1593215" y="497840"/>
            <a:ext cx="9376410" cy="540385"/>
          </a:xfrm>
          <a:prstGeom prst="rect">
            <a:avLst/>
          </a:prstGeom>
          <a:ln w="12700">
            <a:miter lim="400000"/>
          </a:ln>
        </p:spPr>
        <p:txBody>
          <a:bodyPr wrap="square" lIns="24748" tIns="24748" rIns="24748" bIns="24748" anchor="ctr">
            <a:spAutoFit/>
          </a:bodyPr>
          <a:lstStyle>
            <a:defPPr>
              <a:defRPr lang="zh-CN"/>
            </a:defPPr>
            <a:lvl1pPr>
              <a:defRPr sz="2800" b="1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</a:defRPr>
            </a:lvl1pPr>
          </a:lstStyle>
          <a:p>
            <a:r>
              <a:rPr lang="zh-CN" altLang="en-US" sz="3200" dirty="0">
                <a:solidFill>
                  <a:schemeClr val="accent2">
                    <a:lumMod val="75000"/>
                  </a:schemeClr>
                </a:solidFill>
                <a:sym typeface="Lantinghei SC Heavy" panose="02000000000000000000" charset="-122"/>
              </a:rPr>
              <a:t>“智能打药机器人</a:t>
            </a:r>
            <a:r>
              <a:rPr lang="en-US" altLang="zh-CN" sz="3200" dirty="0">
                <a:solidFill>
                  <a:schemeClr val="accent2">
                    <a:lumMod val="75000"/>
                  </a:schemeClr>
                </a:solidFill>
                <a:sym typeface="Lantinghei SC Heavy" panose="02000000000000000000" charset="-122"/>
              </a:rPr>
              <a:t>”</a:t>
            </a:r>
            <a:r>
              <a:rPr lang="zh-CN" altLang="en-US" sz="3200" dirty="0">
                <a:solidFill>
                  <a:schemeClr val="accent2">
                    <a:lumMod val="75000"/>
                  </a:schemeClr>
                </a:solidFill>
                <a:sym typeface="Lantinghei SC Heavy" panose="02000000000000000000" charset="-122"/>
              </a:rPr>
              <a:t>已成为现代农业植保的新标配</a:t>
            </a:r>
            <a:endParaRPr lang="zh-CN" altLang="en-US" sz="3200" dirty="0">
              <a:solidFill>
                <a:schemeClr val="accent2">
                  <a:lumMod val="75000"/>
                </a:schemeClr>
              </a:solidFill>
              <a:sym typeface="Lantinghei SC Heavy" panose="02000000000000000000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6355758"/>
            <a:ext cx="12192000" cy="502242"/>
            <a:chOff x="0" y="6355758"/>
            <a:chExt cx="12192000" cy="502242"/>
          </a:xfrm>
        </p:grpSpPr>
        <p:sp>
          <p:nvSpPr>
            <p:cNvPr id="48" name="任意多边形 54"/>
            <p:cNvSpPr/>
            <p:nvPr userDrawn="1"/>
          </p:nvSpPr>
          <p:spPr>
            <a:xfrm>
              <a:off x="0" y="6457950"/>
              <a:ext cx="12192000" cy="400050"/>
            </a:xfrm>
            <a:custGeom>
              <a:avLst/>
              <a:gdLst>
                <a:gd name="connsiteX0" fmla="*/ 12192000 w 12192000"/>
                <a:gd name="connsiteY0" fmla="*/ 0 h 329410"/>
                <a:gd name="connsiteX1" fmla="*/ 12192000 w 12192000"/>
                <a:gd name="connsiteY1" fmla="*/ 329410 h 329410"/>
                <a:gd name="connsiteX2" fmla="*/ 0 w 12192000"/>
                <a:gd name="connsiteY2" fmla="*/ 329410 h 329410"/>
                <a:gd name="connsiteX3" fmla="*/ 0 w 12192000"/>
                <a:gd name="connsiteY3" fmla="*/ 29375 h 329410"/>
                <a:gd name="connsiteX4" fmla="*/ 577089 w 12192000"/>
                <a:gd name="connsiteY4" fmla="*/ 49593 h 329410"/>
                <a:gd name="connsiteX5" fmla="*/ 5704114 w 12192000"/>
                <a:gd name="connsiteY5" fmla="*/ 124873 h 329410"/>
                <a:gd name="connsiteX6" fmla="*/ 11982536 w 12192000"/>
                <a:gd name="connsiteY6" fmla="*/ 9255 h 32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29410">
                  <a:moveTo>
                    <a:pt x="12192000" y="0"/>
                  </a:moveTo>
                  <a:lnTo>
                    <a:pt x="12192000" y="329410"/>
                  </a:lnTo>
                  <a:lnTo>
                    <a:pt x="0" y="329410"/>
                  </a:lnTo>
                  <a:lnTo>
                    <a:pt x="0" y="29375"/>
                  </a:lnTo>
                  <a:lnTo>
                    <a:pt x="577089" y="49593"/>
                  </a:lnTo>
                  <a:cubicBezTo>
                    <a:pt x="2152931" y="98068"/>
                    <a:pt x="3885480" y="124873"/>
                    <a:pt x="5704114" y="124873"/>
                  </a:cubicBezTo>
                  <a:cubicBezTo>
                    <a:pt x="7977407" y="124873"/>
                    <a:pt x="10116192" y="82990"/>
                    <a:pt x="11982536" y="92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49" name="任意多边形 55"/>
            <p:cNvSpPr/>
            <p:nvPr userDrawn="1"/>
          </p:nvSpPr>
          <p:spPr>
            <a:xfrm flipH="1">
              <a:off x="0" y="6355758"/>
              <a:ext cx="12192000" cy="502242"/>
            </a:xfrm>
            <a:custGeom>
              <a:avLst/>
              <a:gdLst>
                <a:gd name="connsiteX0" fmla="*/ 12192000 w 12192000"/>
                <a:gd name="connsiteY0" fmla="*/ 0 h 329410"/>
                <a:gd name="connsiteX1" fmla="*/ 12192000 w 12192000"/>
                <a:gd name="connsiteY1" fmla="*/ 329410 h 329410"/>
                <a:gd name="connsiteX2" fmla="*/ 0 w 12192000"/>
                <a:gd name="connsiteY2" fmla="*/ 329410 h 329410"/>
                <a:gd name="connsiteX3" fmla="*/ 0 w 12192000"/>
                <a:gd name="connsiteY3" fmla="*/ 29375 h 329410"/>
                <a:gd name="connsiteX4" fmla="*/ 577089 w 12192000"/>
                <a:gd name="connsiteY4" fmla="*/ 49593 h 329410"/>
                <a:gd name="connsiteX5" fmla="*/ 5704114 w 12192000"/>
                <a:gd name="connsiteY5" fmla="*/ 124873 h 329410"/>
                <a:gd name="connsiteX6" fmla="*/ 11982536 w 12192000"/>
                <a:gd name="connsiteY6" fmla="*/ 9255 h 32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29410">
                  <a:moveTo>
                    <a:pt x="12192000" y="0"/>
                  </a:moveTo>
                  <a:lnTo>
                    <a:pt x="12192000" y="329410"/>
                  </a:lnTo>
                  <a:lnTo>
                    <a:pt x="0" y="329410"/>
                  </a:lnTo>
                  <a:lnTo>
                    <a:pt x="0" y="29375"/>
                  </a:lnTo>
                  <a:lnTo>
                    <a:pt x="577089" y="49593"/>
                  </a:lnTo>
                  <a:cubicBezTo>
                    <a:pt x="2152931" y="98068"/>
                    <a:pt x="3885480" y="124873"/>
                    <a:pt x="5704114" y="124873"/>
                  </a:cubicBezTo>
                  <a:cubicBezTo>
                    <a:pt x="7977407" y="124873"/>
                    <a:pt x="10116192" y="82990"/>
                    <a:pt x="11982536" y="9255"/>
                  </a:cubicBezTo>
                  <a:close/>
                </a:path>
              </a:pathLst>
            </a:custGeom>
            <a:solidFill>
              <a:schemeClr val="accent2"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45" name="图片 44" descr="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605" y="3429000"/>
            <a:ext cx="4809490" cy="2730500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578485" y="2516823"/>
            <a:ext cx="4927600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ctr" forceAA="0">
            <a:spAutoFit/>
          </a:bodyPr>
          <a:p>
            <a:pPr marL="0" marR="0" indent="0" algn="ctr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 smtClean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SC Medium" panose="020B0600000000000000" pitchFamily="34" charset="-128"/>
                <a:ea typeface="Source Han Sans SC Medium" panose="020B0600000000000000" pitchFamily="34" charset="-128"/>
                <a:sym typeface="Helvetica Neue"/>
              </a:rPr>
              <a:t>2025</a:t>
            </a:r>
            <a:r>
              <a:rPr kumimoji="0" lang="zh-CN" altLang="en-US" sz="2000" b="0" i="0" u="none" strike="noStrike" cap="none" spc="0" normalizeH="0" baseline="0" dirty="0" smtClean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SC Medium" panose="020B0600000000000000" pitchFamily="34" charset="-128"/>
                <a:ea typeface="Source Han Sans SC Medium" panose="020B0600000000000000" pitchFamily="34" charset="-128"/>
                <a:sym typeface="Helvetica Neue"/>
              </a:rPr>
              <a:t>年中国农业机器人市场规模达到</a:t>
            </a:r>
            <a:r>
              <a:rPr kumimoji="0" lang="en-US" altLang="zh-CN" sz="2000" b="0" i="0" u="none" strike="noStrike" cap="none" spc="0" normalizeH="0" baseline="0" dirty="0" smtClean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SC Medium" panose="020B0600000000000000" pitchFamily="34" charset="-128"/>
                <a:ea typeface="Source Han Sans SC Medium" panose="020B0600000000000000" pitchFamily="34" charset="-128"/>
                <a:sym typeface="Helvetica Neue"/>
              </a:rPr>
              <a:t>98</a:t>
            </a:r>
            <a:r>
              <a:rPr kumimoji="0" lang="zh-CN" altLang="en-US" sz="2000" b="0" i="0" u="none" strike="noStrike" cap="none" spc="0" normalizeH="0" baseline="0" dirty="0" smtClean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SC Medium" panose="020B0600000000000000" pitchFamily="34" charset="-128"/>
                <a:ea typeface="Source Han Sans SC Medium" panose="020B0600000000000000" pitchFamily="34" charset="-128"/>
                <a:sym typeface="Helvetica Neue"/>
              </a:rPr>
              <a:t>亿元</a:t>
            </a:r>
            <a:endParaRPr kumimoji="0" lang="zh-CN" altLang="en-US" sz="2000" b="0" i="0" u="none" strike="noStrike" cap="none" spc="0" normalizeH="0" baseline="0" dirty="0" smtClean="0">
              <a:ln>
                <a:noFill/>
              </a:ln>
              <a:solidFill>
                <a:srgbClr val="5E5E5E"/>
              </a:solidFill>
              <a:effectLst/>
              <a:uFillTx/>
              <a:latin typeface="Source Han Sans SC Medium" panose="020B0600000000000000" pitchFamily="34" charset="-128"/>
              <a:ea typeface="Source Han Sans SC Medium" panose="020B0600000000000000" pitchFamily="34" charset="-128"/>
              <a:sym typeface="Helvetica Neue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7238365" y="2565400"/>
            <a:ext cx="2895600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ctr" forceAA="0">
            <a:spAutoFit/>
          </a:bodyPr>
          <a:p>
            <a:pPr marL="0" marR="0" indent="0" algn="ctr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spc="0" normalizeH="0" baseline="0" dirty="0" smtClean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SC Medium" panose="020B0600000000000000" pitchFamily="34" charset="-128"/>
                <a:ea typeface="Source Han Sans SC Medium" panose="020B0600000000000000" pitchFamily="34" charset="-128"/>
                <a:sym typeface="Helvetica Neue"/>
              </a:rPr>
              <a:t>打药机器人品类百花齐放</a:t>
            </a:r>
            <a:endParaRPr kumimoji="0" lang="zh-CN" altLang="en-US" sz="2000" b="0" i="0" u="none" strike="noStrike" cap="none" spc="0" normalizeH="0" baseline="0" dirty="0" smtClean="0">
              <a:ln>
                <a:noFill/>
              </a:ln>
              <a:solidFill>
                <a:srgbClr val="5E5E5E"/>
              </a:solidFill>
              <a:effectLst/>
              <a:uFillTx/>
              <a:latin typeface="Source Han Sans SC Medium" panose="020B0600000000000000" pitchFamily="34" charset="-128"/>
              <a:ea typeface="Source Han Sans SC Medium" panose="020B0600000000000000" pitchFamily="34" charset="-128"/>
              <a:sym typeface="Helvetica Neue"/>
            </a:endParaRPr>
          </a:p>
        </p:txBody>
      </p:sp>
      <p:pic>
        <p:nvPicPr>
          <p:cNvPr id="55" name="图片 54" descr="0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605" y="3244850"/>
            <a:ext cx="4351020" cy="3213100"/>
          </a:xfrm>
          <a:prstGeom prst="rect">
            <a:avLst/>
          </a:prstGeom>
        </p:spPr>
      </p:pic>
      <p:sp>
        <p:nvSpPr>
          <p:cNvPr id="58" name="文本框 57"/>
          <p:cNvSpPr txBox="1"/>
          <p:nvPr/>
        </p:nvSpPr>
        <p:spPr>
          <a:xfrm>
            <a:off x="1433195" y="1202373"/>
            <a:ext cx="8905240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ctr" forceAA="0">
            <a:spAutoFit/>
          </a:bodyPr>
          <a:p>
            <a:pPr marL="0" marR="0" indent="0" algn="ctr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spc="0" normalizeH="0" baseline="0" dirty="0" smtClean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SC Medium" panose="020B0600000000000000" pitchFamily="34" charset="-128"/>
                <a:ea typeface="Source Han Sans SC Medium" panose="020B0600000000000000" pitchFamily="34" charset="-128"/>
                <a:sym typeface="Helvetica Neue"/>
              </a:rPr>
              <a:t>打药机器人可实现自主导航、精准施药，缩短植保作业周期，扩大农田管理半径，</a:t>
            </a:r>
            <a:endParaRPr kumimoji="0" lang="zh-CN" altLang="en-US" sz="2000" b="0" i="0" u="none" strike="noStrike" cap="none" spc="0" normalizeH="0" baseline="0" dirty="0" smtClean="0">
              <a:ln>
                <a:noFill/>
              </a:ln>
              <a:solidFill>
                <a:srgbClr val="5E5E5E"/>
              </a:solidFill>
              <a:effectLst/>
              <a:uFillTx/>
              <a:latin typeface="Source Han Sans SC Medium" panose="020B0600000000000000" pitchFamily="34" charset="-128"/>
              <a:ea typeface="Source Han Sans SC Medium" panose="020B0600000000000000" pitchFamily="34" charset="-128"/>
              <a:sym typeface="Helvetica Neue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962978" y="1688148"/>
            <a:ext cx="10006330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ctr" forceAA="0">
            <a:spAutoFit/>
          </a:bodyPr>
          <a:p>
            <a:pPr marL="0" marR="0" indent="0" algn="ctr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spc="0" normalizeH="0" baseline="0" dirty="0" smtClean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SC Medium" panose="020B0600000000000000" pitchFamily="34" charset="-128"/>
                <a:ea typeface="Source Han Sans SC Medium" panose="020B0600000000000000" pitchFamily="34" charset="-128"/>
                <a:sym typeface="Helvetica Neue"/>
              </a:rPr>
              <a:t>充分利用智能化的技术优势，推动农业植保向无人化、精准化方向发展，提升农业生产效率</a:t>
            </a:r>
            <a:endParaRPr kumimoji="0" lang="zh-CN" altLang="en-US" sz="2000" b="0" i="0" u="none" strike="noStrike" cap="none" spc="0" normalizeH="0" baseline="0" dirty="0" smtClean="0">
              <a:ln>
                <a:noFill/>
              </a:ln>
              <a:solidFill>
                <a:srgbClr val="5E5E5E"/>
              </a:solidFill>
              <a:effectLst/>
              <a:uFillTx/>
              <a:latin typeface="Source Han Sans SC Medium" panose="020B0600000000000000" pitchFamily="34" charset="-128"/>
              <a:ea typeface="Source Han Sans SC Medium" panose="020B0600000000000000" pitchFamily="34" charset="-128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2" y="3727713"/>
            <a:ext cx="12192002" cy="3130288"/>
            <a:chOff x="-2" y="3727713"/>
            <a:chExt cx="12192002" cy="3130288"/>
          </a:xfrm>
        </p:grpSpPr>
        <p:sp>
          <p:nvSpPr>
            <p:cNvPr id="346" name="矩形"/>
            <p:cNvSpPr/>
            <p:nvPr/>
          </p:nvSpPr>
          <p:spPr>
            <a:xfrm>
              <a:off x="-2" y="3727713"/>
              <a:ext cx="12192002" cy="3130288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path path="shape">
                <a:fillToRect l="55204" t="-18638" r="44795" b="118638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algn="ctr" defTabSz="412750" hangingPunct="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 kern="0">
                <a:solidFill>
                  <a:srgbClr val="FFFFFF"/>
                </a:solidFill>
                <a:latin typeface="Helvetica Neue Medium"/>
                <a:sym typeface="Helvetica Neue Medium"/>
              </a:endParaRPr>
            </a:p>
          </p:txBody>
        </p:sp>
        <p:pic>
          <p:nvPicPr>
            <p:cNvPr id="345" name="VCG41N992311840.jpg" descr="VCG41N992311840.jpg"/>
            <p:cNvPicPr>
              <a:picLocks noChangeAspect="1"/>
            </p:cNvPicPr>
            <p:nvPr/>
          </p:nvPicPr>
          <p:blipFill rotWithShape="1">
            <a:blip r:embed="rId1">
              <a:alphaModFix amt="12000"/>
            </a:blip>
            <a:srcRect t="46658" b="13450"/>
            <a:stretch>
              <a:fillRect/>
            </a:stretch>
          </p:blipFill>
          <p:spPr>
            <a:xfrm>
              <a:off x="39" y="3727714"/>
              <a:ext cx="12191961" cy="3130287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sp>
        <p:nvSpPr>
          <p:cNvPr id="349" name="圆角矩形"/>
          <p:cNvSpPr/>
          <p:nvPr/>
        </p:nvSpPr>
        <p:spPr>
          <a:xfrm>
            <a:off x="681279" y="2012594"/>
            <a:ext cx="456406" cy="1359463"/>
          </a:xfrm>
          <a:prstGeom prst="roundRect">
            <a:avLst>
              <a:gd name="adj" fmla="val 15531"/>
            </a:avLst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 hangingPunct="0"/>
            <a:endParaRPr sz="1600" kern="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351" name="直播效果差、没销量、退货率高才是常态"/>
          <p:cNvSpPr txBox="1"/>
          <p:nvPr/>
        </p:nvSpPr>
        <p:spPr>
          <a:xfrm>
            <a:off x="2788255" y="1231271"/>
            <a:ext cx="6483350" cy="478790"/>
          </a:xfrm>
          <a:prstGeom prst="rect">
            <a:avLst/>
          </a:prstGeom>
          <a:ln w="12700">
            <a:miter lim="400000"/>
          </a:ln>
        </p:spPr>
        <p:txBody>
          <a:bodyPr wrap="none" lIns="24748" tIns="24748" rIns="24748" bIns="24748" anchor="ctr">
            <a:spAutoFit/>
          </a:bodyPr>
          <a:lstStyle>
            <a:defPPr>
              <a:defRPr lang="zh-CN"/>
            </a:defPPr>
            <a:lvl1pPr>
              <a:defRPr sz="2800" b="1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</a:defRPr>
            </a:lvl1pPr>
          </a:lstStyle>
          <a:p>
            <a:pPr algn="l"/>
            <a:r>
              <a:rPr lang="zh-CN" altLang="en-US">
                <a:sym typeface="Lantinghei SC Demibold" panose="02000000000000000000" charset="-122"/>
              </a:rPr>
              <a:t>使用效果差、效率低、故障率高才是常态</a:t>
            </a:r>
            <a:endParaRPr lang="en-US" altLang="zh-CN">
              <a:sym typeface="Lantinghei SC Demibold" panose="02000000000000000000" charset="-122"/>
            </a:endParaRPr>
          </a:p>
        </p:txBody>
      </p:sp>
      <p:sp>
        <p:nvSpPr>
          <p:cNvPr id="352" name="由于农户对于电商的整体运营“没概念没经验”"/>
          <p:cNvSpPr txBox="1"/>
          <p:nvPr/>
        </p:nvSpPr>
        <p:spPr>
          <a:xfrm>
            <a:off x="2064788" y="512452"/>
            <a:ext cx="8229600" cy="48133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4500">
                <a:solidFill>
                  <a:srgbClr val="000000"/>
                </a:solidFill>
                <a:latin typeface="Lantinghei SC Demibold" panose="02000000000000000000" charset="-122"/>
                <a:ea typeface="Lantinghei SC Demibold" panose="02000000000000000000" charset="-122"/>
                <a:cs typeface="Lantinghei SC Demibold" panose="02000000000000000000" charset="-122"/>
                <a:sym typeface="Lantinghei SC Demibold" panose="02000000000000000000" charset="-122"/>
              </a:defRPr>
            </a:lvl1pPr>
          </a:lstStyle>
          <a:p>
            <a:pPr algn="ctr" defTabSz="1219200" hangingPunct="0"/>
            <a:r>
              <a:rPr lang="zh-CN" altLang="en-US" sz="2800" kern="0">
                <a:latin typeface="微软雅黑" panose="020B0503020204020204" charset="-122"/>
                <a:ea typeface="微软雅黑" panose="020B0503020204020204" charset="-122"/>
              </a:rPr>
              <a:t>农户对于打药机器人的实际应用</a:t>
            </a:r>
            <a:r>
              <a:rPr lang="en-US" altLang="zh-CN" sz="2800" kern="0"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2800" kern="0">
                <a:latin typeface="微软雅黑" panose="020B0503020204020204" charset="-122"/>
                <a:ea typeface="微软雅黑" panose="020B0503020204020204" charset="-122"/>
              </a:rPr>
              <a:t>没经验、不适应”</a:t>
            </a:r>
            <a:endParaRPr lang="zh-CN" altLang="en-US" sz="2800" ker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3" name="圆角矩形"/>
          <p:cNvSpPr/>
          <p:nvPr>
            <p:custDataLst>
              <p:tags r:id="rId2"/>
            </p:custDataLst>
          </p:nvPr>
        </p:nvSpPr>
        <p:spPr>
          <a:xfrm>
            <a:off x="1716989" y="2350497"/>
            <a:ext cx="2569452" cy="928757"/>
          </a:xfrm>
          <a:prstGeom prst="roundRect">
            <a:avLst>
              <a:gd name="adj" fmla="val 12412"/>
            </a:avLst>
          </a:prstGeom>
          <a:solidFill>
            <a:srgbClr val="FFFFFF"/>
          </a:solidFill>
          <a:ln w="3175">
            <a:solidFill>
              <a:srgbClr val="D6D6D6"/>
            </a:solidFill>
            <a:miter lim="400000"/>
          </a:ln>
          <a:effectLst>
            <a:outerShdw blurRad="241300" dist="61139" dir="2700000" rotWithShape="0">
              <a:schemeClr val="accent3">
                <a:lumMod val="75000"/>
                <a:alpha val="14000"/>
              </a:schemeClr>
            </a:outerShdw>
          </a:effectLst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grpSp>
        <p:nvGrpSpPr>
          <p:cNvPr id="8" name="组合 7"/>
          <p:cNvGrpSpPr/>
          <p:nvPr>
            <p:custDataLst>
              <p:tags r:id="rId3"/>
            </p:custDataLst>
          </p:nvPr>
        </p:nvGrpSpPr>
        <p:grpSpPr>
          <a:xfrm>
            <a:off x="2030562" y="2509056"/>
            <a:ext cx="1942306" cy="419735"/>
            <a:chOff x="2036973" y="2399264"/>
            <a:chExt cx="1942306" cy="419735"/>
          </a:xfrm>
        </p:grpSpPr>
        <p:sp>
          <p:nvSpPr>
            <p:cNvPr id="354" name="直播没人看"/>
            <p:cNvSpPr txBox="1"/>
            <p:nvPr>
              <p:custDataLst>
                <p:tags r:id="rId4"/>
              </p:custDataLst>
            </p:nvPr>
          </p:nvSpPr>
          <p:spPr>
            <a:xfrm>
              <a:off x="2389100" y="2399264"/>
              <a:ext cx="1590179" cy="419735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 anchor="ctr">
              <a:spAutoFit/>
            </a:bodyPr>
            <a:lstStyle>
              <a:lvl1pPr>
                <a:defRPr sz="5000">
                  <a:solidFill>
                    <a:srgbClr val="212121"/>
                  </a:solidFill>
                  <a:latin typeface="Lantinghei SC Demibold" panose="02000000000000000000" charset="-122"/>
                  <a:ea typeface="Lantinghei SC Demibold" panose="02000000000000000000" charset="-122"/>
                  <a:cs typeface="Lantinghei SC Demibold" panose="02000000000000000000" charset="-122"/>
                  <a:sym typeface="Lantinghei SC Demibold" panose="02000000000000000000" charset="-122"/>
                </a:defRPr>
              </a:lvl1pPr>
            </a:lstStyle>
            <a:p>
              <a:pPr algn="ctr" defTabSz="1219200" hangingPunct="0"/>
              <a:r>
                <a:rPr lang="zh-CN" altLang="en-US" sz="24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直播没人看</a:t>
              </a:r>
              <a:endParaRPr lang="zh-CN" altLang="en-US" sz="2400" kern="0" dirty="0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355" name="形状"/>
            <p:cNvSpPr/>
            <p:nvPr>
              <p:custDataLst>
                <p:tags r:id="rId5"/>
              </p:custDataLst>
            </p:nvPr>
          </p:nvSpPr>
          <p:spPr>
            <a:xfrm rot="2700000">
              <a:off x="2036988" y="2483634"/>
              <a:ext cx="250965" cy="2509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20595" extrusionOk="0">
                  <a:moveTo>
                    <a:pt x="9839" y="0"/>
                  </a:moveTo>
                  <a:cubicBezTo>
                    <a:pt x="7320" y="0"/>
                    <a:pt x="4804" y="1008"/>
                    <a:pt x="2882" y="3019"/>
                  </a:cubicBezTo>
                  <a:cubicBezTo>
                    <a:pt x="-961" y="7041"/>
                    <a:pt x="-961" y="13556"/>
                    <a:pt x="2882" y="17578"/>
                  </a:cubicBezTo>
                  <a:cubicBezTo>
                    <a:pt x="6726" y="21600"/>
                    <a:pt x="12952" y="21600"/>
                    <a:pt x="16796" y="17578"/>
                  </a:cubicBezTo>
                  <a:cubicBezTo>
                    <a:pt x="20639" y="13556"/>
                    <a:pt x="20639" y="7041"/>
                    <a:pt x="16796" y="3019"/>
                  </a:cubicBezTo>
                  <a:cubicBezTo>
                    <a:pt x="14874" y="1008"/>
                    <a:pt x="12358" y="0"/>
                    <a:pt x="9839" y="0"/>
                  </a:cubicBezTo>
                  <a:close/>
                  <a:moveTo>
                    <a:pt x="8633" y="3090"/>
                  </a:moveTo>
                  <a:lnTo>
                    <a:pt x="11045" y="3090"/>
                  </a:lnTo>
                  <a:cubicBezTo>
                    <a:pt x="11098" y="3090"/>
                    <a:pt x="11143" y="3137"/>
                    <a:pt x="11143" y="3193"/>
                  </a:cubicBezTo>
                  <a:lnTo>
                    <a:pt x="11143" y="8895"/>
                  </a:lnTo>
                  <a:cubicBezTo>
                    <a:pt x="11143" y="8919"/>
                    <a:pt x="11157" y="8934"/>
                    <a:pt x="11180" y="8934"/>
                  </a:cubicBezTo>
                  <a:lnTo>
                    <a:pt x="16630" y="8934"/>
                  </a:lnTo>
                  <a:cubicBezTo>
                    <a:pt x="16683" y="8934"/>
                    <a:pt x="16728" y="8982"/>
                    <a:pt x="16728" y="9037"/>
                  </a:cubicBezTo>
                  <a:lnTo>
                    <a:pt x="16728" y="11560"/>
                  </a:lnTo>
                  <a:cubicBezTo>
                    <a:pt x="16728" y="11615"/>
                    <a:pt x="16682" y="11663"/>
                    <a:pt x="16630" y="11663"/>
                  </a:cubicBezTo>
                  <a:lnTo>
                    <a:pt x="11180" y="11663"/>
                  </a:lnTo>
                  <a:cubicBezTo>
                    <a:pt x="11157" y="11663"/>
                    <a:pt x="11143" y="11677"/>
                    <a:pt x="11143" y="11702"/>
                  </a:cubicBezTo>
                  <a:lnTo>
                    <a:pt x="11143" y="17404"/>
                  </a:lnTo>
                  <a:cubicBezTo>
                    <a:pt x="11143" y="17460"/>
                    <a:pt x="11097" y="17507"/>
                    <a:pt x="11045" y="17507"/>
                  </a:cubicBezTo>
                  <a:lnTo>
                    <a:pt x="8633" y="17507"/>
                  </a:lnTo>
                  <a:cubicBezTo>
                    <a:pt x="8580" y="17507"/>
                    <a:pt x="8535" y="17460"/>
                    <a:pt x="8535" y="17404"/>
                  </a:cubicBezTo>
                  <a:lnTo>
                    <a:pt x="8535" y="11702"/>
                  </a:lnTo>
                  <a:cubicBezTo>
                    <a:pt x="8535" y="11677"/>
                    <a:pt x="8521" y="11663"/>
                    <a:pt x="8498" y="11663"/>
                  </a:cubicBezTo>
                  <a:lnTo>
                    <a:pt x="3048" y="11663"/>
                  </a:lnTo>
                  <a:cubicBezTo>
                    <a:pt x="2995" y="11663"/>
                    <a:pt x="2950" y="11615"/>
                    <a:pt x="2950" y="11560"/>
                  </a:cubicBezTo>
                  <a:lnTo>
                    <a:pt x="2950" y="9037"/>
                  </a:lnTo>
                  <a:cubicBezTo>
                    <a:pt x="2950" y="8981"/>
                    <a:pt x="2996" y="8934"/>
                    <a:pt x="3048" y="8934"/>
                  </a:cubicBezTo>
                  <a:lnTo>
                    <a:pt x="8498" y="8934"/>
                  </a:lnTo>
                  <a:cubicBezTo>
                    <a:pt x="8521" y="8934"/>
                    <a:pt x="8535" y="8919"/>
                    <a:pt x="8535" y="8895"/>
                  </a:cubicBezTo>
                  <a:lnTo>
                    <a:pt x="8535" y="3193"/>
                  </a:lnTo>
                  <a:cubicBezTo>
                    <a:pt x="8535" y="3137"/>
                    <a:pt x="8581" y="3090"/>
                    <a:pt x="8633" y="3090"/>
                  </a:cubicBezTo>
                  <a:close/>
                </a:path>
              </a:pathLst>
            </a:custGeom>
            <a:solidFill>
              <a:srgbClr val="FF2600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algn="ctr" defTabSz="412750" hangingPunct="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 kern="0">
                <a:solidFill>
                  <a:srgbClr val="FFFFFF"/>
                </a:solidFill>
                <a:latin typeface="Helvetica Neue Medium"/>
                <a:sym typeface="Helvetica Neue Medium"/>
              </a:endParaRPr>
            </a:p>
          </p:txBody>
        </p:sp>
      </p:grpSp>
      <p:sp>
        <p:nvSpPr>
          <p:cNvPr id="356" name="圆角矩形"/>
          <p:cNvSpPr/>
          <p:nvPr>
            <p:custDataLst>
              <p:tags r:id="rId6"/>
            </p:custDataLst>
          </p:nvPr>
        </p:nvSpPr>
        <p:spPr>
          <a:xfrm>
            <a:off x="5142732" y="2350497"/>
            <a:ext cx="2569452" cy="928757"/>
          </a:xfrm>
          <a:prstGeom prst="roundRect">
            <a:avLst>
              <a:gd name="adj" fmla="val 12412"/>
            </a:avLst>
          </a:prstGeom>
          <a:solidFill>
            <a:srgbClr val="FFFFFF"/>
          </a:solidFill>
          <a:ln w="3175">
            <a:solidFill>
              <a:srgbClr val="D6D6D6"/>
            </a:solidFill>
            <a:miter lim="400000"/>
          </a:ln>
          <a:effectLst>
            <a:outerShdw blurRad="241300" dist="61139" dir="2700000" rotWithShape="0">
              <a:schemeClr val="accent3">
                <a:lumMod val="75000"/>
                <a:alpha val="14000"/>
              </a:schemeClr>
            </a:outerShdw>
          </a:effectLst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grpSp>
        <p:nvGrpSpPr>
          <p:cNvPr id="9" name="组合 8"/>
          <p:cNvGrpSpPr/>
          <p:nvPr>
            <p:custDataLst>
              <p:tags r:id="rId7"/>
            </p:custDataLst>
          </p:nvPr>
        </p:nvGrpSpPr>
        <p:grpSpPr>
          <a:xfrm>
            <a:off x="5471047" y="2509056"/>
            <a:ext cx="1905133" cy="419735"/>
            <a:chOff x="5716422" y="2399264"/>
            <a:chExt cx="1905133" cy="419735"/>
          </a:xfrm>
        </p:grpSpPr>
        <p:sp>
          <p:nvSpPr>
            <p:cNvPr id="357" name="产品没销量"/>
            <p:cNvSpPr txBox="1"/>
            <p:nvPr>
              <p:custDataLst>
                <p:tags r:id="rId8"/>
              </p:custDataLst>
            </p:nvPr>
          </p:nvSpPr>
          <p:spPr>
            <a:xfrm>
              <a:off x="6046755" y="2399264"/>
              <a:ext cx="1574800" cy="419735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 anchor="ctr">
              <a:spAutoFit/>
            </a:bodyPr>
            <a:lstStyle>
              <a:lvl1pPr>
                <a:defRPr sz="5000">
                  <a:solidFill>
                    <a:srgbClr val="212121"/>
                  </a:solidFill>
                  <a:latin typeface="Lantinghei SC Demibold" panose="02000000000000000000" charset="-122"/>
                  <a:ea typeface="Lantinghei SC Demibold" panose="02000000000000000000" charset="-122"/>
                  <a:cs typeface="Lantinghei SC Demibold" panose="02000000000000000000" charset="-122"/>
                  <a:sym typeface="Lantinghei SC Demibold" panose="02000000000000000000" charset="-122"/>
                </a:defRPr>
              </a:lvl1pPr>
            </a:lstStyle>
            <a:p>
              <a:pPr algn="ctr" defTabSz="1219200" hangingPunct="0"/>
              <a:r>
                <a:rPr lang="zh-CN" altLang="en-US" sz="24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作业效率低</a:t>
              </a:r>
              <a:endParaRPr lang="zh-CN" altLang="en-US" sz="2400" kern="0" dirty="0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358" name="形状"/>
            <p:cNvSpPr/>
            <p:nvPr>
              <p:custDataLst>
                <p:tags r:id="rId9"/>
              </p:custDataLst>
            </p:nvPr>
          </p:nvSpPr>
          <p:spPr>
            <a:xfrm rot="2700000">
              <a:off x="5716437" y="2483634"/>
              <a:ext cx="250965" cy="2509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20595" extrusionOk="0">
                  <a:moveTo>
                    <a:pt x="9839" y="0"/>
                  </a:moveTo>
                  <a:cubicBezTo>
                    <a:pt x="7320" y="0"/>
                    <a:pt x="4804" y="1008"/>
                    <a:pt x="2882" y="3019"/>
                  </a:cubicBezTo>
                  <a:cubicBezTo>
                    <a:pt x="-961" y="7041"/>
                    <a:pt x="-961" y="13556"/>
                    <a:pt x="2882" y="17578"/>
                  </a:cubicBezTo>
                  <a:cubicBezTo>
                    <a:pt x="6726" y="21600"/>
                    <a:pt x="12952" y="21600"/>
                    <a:pt x="16796" y="17578"/>
                  </a:cubicBezTo>
                  <a:cubicBezTo>
                    <a:pt x="20639" y="13556"/>
                    <a:pt x="20639" y="7041"/>
                    <a:pt x="16796" y="3019"/>
                  </a:cubicBezTo>
                  <a:cubicBezTo>
                    <a:pt x="14874" y="1008"/>
                    <a:pt x="12358" y="0"/>
                    <a:pt x="9839" y="0"/>
                  </a:cubicBezTo>
                  <a:close/>
                  <a:moveTo>
                    <a:pt x="8633" y="3090"/>
                  </a:moveTo>
                  <a:lnTo>
                    <a:pt x="11045" y="3090"/>
                  </a:lnTo>
                  <a:cubicBezTo>
                    <a:pt x="11098" y="3090"/>
                    <a:pt x="11143" y="3137"/>
                    <a:pt x="11143" y="3193"/>
                  </a:cubicBezTo>
                  <a:lnTo>
                    <a:pt x="11143" y="8895"/>
                  </a:lnTo>
                  <a:cubicBezTo>
                    <a:pt x="11143" y="8919"/>
                    <a:pt x="11157" y="8934"/>
                    <a:pt x="11180" y="8934"/>
                  </a:cubicBezTo>
                  <a:lnTo>
                    <a:pt x="16630" y="8934"/>
                  </a:lnTo>
                  <a:cubicBezTo>
                    <a:pt x="16683" y="8934"/>
                    <a:pt x="16728" y="8982"/>
                    <a:pt x="16728" y="9037"/>
                  </a:cubicBezTo>
                  <a:lnTo>
                    <a:pt x="16728" y="11560"/>
                  </a:lnTo>
                  <a:cubicBezTo>
                    <a:pt x="16728" y="11615"/>
                    <a:pt x="16682" y="11663"/>
                    <a:pt x="16630" y="11663"/>
                  </a:cubicBezTo>
                  <a:lnTo>
                    <a:pt x="11180" y="11663"/>
                  </a:lnTo>
                  <a:cubicBezTo>
                    <a:pt x="11157" y="11663"/>
                    <a:pt x="11143" y="11677"/>
                    <a:pt x="11143" y="11702"/>
                  </a:cubicBezTo>
                  <a:lnTo>
                    <a:pt x="11143" y="17404"/>
                  </a:lnTo>
                  <a:cubicBezTo>
                    <a:pt x="11143" y="17460"/>
                    <a:pt x="11097" y="17507"/>
                    <a:pt x="11045" y="17507"/>
                  </a:cubicBezTo>
                  <a:lnTo>
                    <a:pt x="8633" y="17507"/>
                  </a:lnTo>
                  <a:cubicBezTo>
                    <a:pt x="8580" y="17507"/>
                    <a:pt x="8535" y="17460"/>
                    <a:pt x="8535" y="17404"/>
                  </a:cubicBezTo>
                  <a:lnTo>
                    <a:pt x="8535" y="11702"/>
                  </a:lnTo>
                  <a:cubicBezTo>
                    <a:pt x="8535" y="11677"/>
                    <a:pt x="8521" y="11663"/>
                    <a:pt x="8498" y="11663"/>
                  </a:cubicBezTo>
                  <a:lnTo>
                    <a:pt x="3048" y="11663"/>
                  </a:lnTo>
                  <a:cubicBezTo>
                    <a:pt x="2995" y="11663"/>
                    <a:pt x="2950" y="11615"/>
                    <a:pt x="2950" y="11560"/>
                  </a:cubicBezTo>
                  <a:lnTo>
                    <a:pt x="2950" y="9037"/>
                  </a:lnTo>
                  <a:cubicBezTo>
                    <a:pt x="2950" y="8981"/>
                    <a:pt x="2996" y="8934"/>
                    <a:pt x="3048" y="8934"/>
                  </a:cubicBezTo>
                  <a:lnTo>
                    <a:pt x="8498" y="8934"/>
                  </a:lnTo>
                  <a:cubicBezTo>
                    <a:pt x="8521" y="8934"/>
                    <a:pt x="8535" y="8919"/>
                    <a:pt x="8535" y="8895"/>
                  </a:cubicBezTo>
                  <a:lnTo>
                    <a:pt x="8535" y="3193"/>
                  </a:lnTo>
                  <a:cubicBezTo>
                    <a:pt x="8535" y="3137"/>
                    <a:pt x="8581" y="3090"/>
                    <a:pt x="8633" y="3090"/>
                  </a:cubicBezTo>
                  <a:close/>
                </a:path>
              </a:pathLst>
            </a:custGeom>
            <a:solidFill>
              <a:srgbClr val="FF2600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algn="ctr" defTabSz="412750" hangingPunct="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 kern="0">
                <a:solidFill>
                  <a:srgbClr val="FFFFFF"/>
                </a:solidFill>
                <a:latin typeface="Helvetica Neue Medium"/>
                <a:sym typeface="Helvetica Neue Medium"/>
              </a:endParaRPr>
            </a:p>
          </p:txBody>
        </p:sp>
      </p:grpSp>
      <p:sp>
        <p:nvSpPr>
          <p:cNvPr id="348" name="圆角矩形"/>
          <p:cNvSpPr/>
          <p:nvPr>
            <p:custDataLst>
              <p:tags r:id="rId10"/>
            </p:custDataLst>
          </p:nvPr>
        </p:nvSpPr>
        <p:spPr>
          <a:xfrm>
            <a:off x="8568476" y="2350497"/>
            <a:ext cx="2961872" cy="928757"/>
          </a:xfrm>
          <a:prstGeom prst="roundRect">
            <a:avLst>
              <a:gd name="adj" fmla="val 12412"/>
            </a:avLst>
          </a:prstGeom>
          <a:solidFill>
            <a:srgbClr val="FFFFFF"/>
          </a:solidFill>
          <a:ln w="3175">
            <a:solidFill>
              <a:srgbClr val="D6D6D6"/>
            </a:solidFill>
            <a:miter lim="400000"/>
          </a:ln>
          <a:effectLst>
            <a:outerShdw blurRad="241300" dist="61139" dir="2700000" rotWithShape="0">
              <a:schemeClr val="accent3">
                <a:lumMod val="75000"/>
                <a:alpha val="14000"/>
              </a:schemeClr>
            </a:outerShdw>
          </a:effectLst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grpSp>
        <p:nvGrpSpPr>
          <p:cNvPr id="10" name="组合 9"/>
          <p:cNvGrpSpPr/>
          <p:nvPr>
            <p:custDataLst>
              <p:tags r:id="rId11"/>
            </p:custDataLst>
          </p:nvPr>
        </p:nvGrpSpPr>
        <p:grpSpPr>
          <a:xfrm>
            <a:off x="8938724" y="2509056"/>
            <a:ext cx="2212199" cy="419735"/>
            <a:chOff x="9069511" y="2399264"/>
            <a:chExt cx="2212199" cy="419735"/>
          </a:xfrm>
        </p:grpSpPr>
        <p:sp>
          <p:nvSpPr>
            <p:cNvPr id="350" name="产品退货率高"/>
            <p:cNvSpPr txBox="1"/>
            <p:nvPr>
              <p:custDataLst>
                <p:tags r:id="rId12"/>
              </p:custDataLst>
            </p:nvPr>
          </p:nvSpPr>
          <p:spPr>
            <a:xfrm>
              <a:off x="9402110" y="2399264"/>
              <a:ext cx="1879600" cy="419735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 anchor="ctr">
              <a:spAutoFit/>
            </a:bodyPr>
            <a:lstStyle>
              <a:lvl1pPr>
                <a:defRPr sz="5000">
                  <a:solidFill>
                    <a:srgbClr val="212121"/>
                  </a:solidFill>
                  <a:latin typeface="Lantinghei SC Demibold" panose="02000000000000000000" charset="-122"/>
                  <a:ea typeface="Lantinghei SC Demibold" panose="02000000000000000000" charset="-122"/>
                  <a:cs typeface="Lantinghei SC Demibold" panose="02000000000000000000" charset="-122"/>
                  <a:sym typeface="Lantinghei SC Demibold" panose="02000000000000000000" charset="-122"/>
                </a:defRPr>
              </a:lvl1pPr>
            </a:lstStyle>
            <a:p>
              <a:pPr algn="ctr" defTabSz="1219200" hangingPunct="0"/>
              <a:r>
                <a:rPr lang="zh-CN" altLang="en-US" sz="24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设备故障率高</a:t>
              </a:r>
              <a:endParaRPr lang="zh-CN" altLang="en-US" sz="2400" kern="0" dirty="0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359" name="形状"/>
            <p:cNvSpPr/>
            <p:nvPr>
              <p:custDataLst>
                <p:tags r:id="rId13"/>
              </p:custDataLst>
            </p:nvPr>
          </p:nvSpPr>
          <p:spPr>
            <a:xfrm rot="2700000">
              <a:off x="9069526" y="2483634"/>
              <a:ext cx="250965" cy="2509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20595" extrusionOk="0">
                  <a:moveTo>
                    <a:pt x="9839" y="0"/>
                  </a:moveTo>
                  <a:cubicBezTo>
                    <a:pt x="7320" y="0"/>
                    <a:pt x="4804" y="1008"/>
                    <a:pt x="2882" y="3019"/>
                  </a:cubicBezTo>
                  <a:cubicBezTo>
                    <a:pt x="-961" y="7041"/>
                    <a:pt x="-961" y="13556"/>
                    <a:pt x="2882" y="17578"/>
                  </a:cubicBezTo>
                  <a:cubicBezTo>
                    <a:pt x="6726" y="21600"/>
                    <a:pt x="12952" y="21600"/>
                    <a:pt x="16796" y="17578"/>
                  </a:cubicBezTo>
                  <a:cubicBezTo>
                    <a:pt x="20639" y="13556"/>
                    <a:pt x="20639" y="7041"/>
                    <a:pt x="16796" y="3019"/>
                  </a:cubicBezTo>
                  <a:cubicBezTo>
                    <a:pt x="14874" y="1008"/>
                    <a:pt x="12358" y="0"/>
                    <a:pt x="9839" y="0"/>
                  </a:cubicBezTo>
                  <a:close/>
                  <a:moveTo>
                    <a:pt x="8633" y="3090"/>
                  </a:moveTo>
                  <a:lnTo>
                    <a:pt x="11045" y="3090"/>
                  </a:lnTo>
                  <a:cubicBezTo>
                    <a:pt x="11098" y="3090"/>
                    <a:pt x="11143" y="3137"/>
                    <a:pt x="11143" y="3193"/>
                  </a:cubicBezTo>
                  <a:lnTo>
                    <a:pt x="11143" y="8895"/>
                  </a:lnTo>
                  <a:cubicBezTo>
                    <a:pt x="11143" y="8919"/>
                    <a:pt x="11157" y="8934"/>
                    <a:pt x="11180" y="8934"/>
                  </a:cubicBezTo>
                  <a:lnTo>
                    <a:pt x="16630" y="8934"/>
                  </a:lnTo>
                  <a:cubicBezTo>
                    <a:pt x="16683" y="8934"/>
                    <a:pt x="16728" y="8982"/>
                    <a:pt x="16728" y="9037"/>
                  </a:cubicBezTo>
                  <a:lnTo>
                    <a:pt x="16728" y="11560"/>
                  </a:lnTo>
                  <a:cubicBezTo>
                    <a:pt x="16728" y="11615"/>
                    <a:pt x="16682" y="11663"/>
                    <a:pt x="16630" y="11663"/>
                  </a:cubicBezTo>
                  <a:lnTo>
                    <a:pt x="11180" y="11663"/>
                  </a:lnTo>
                  <a:cubicBezTo>
                    <a:pt x="11157" y="11663"/>
                    <a:pt x="11143" y="11677"/>
                    <a:pt x="11143" y="11702"/>
                  </a:cubicBezTo>
                  <a:lnTo>
                    <a:pt x="11143" y="17404"/>
                  </a:lnTo>
                  <a:cubicBezTo>
                    <a:pt x="11143" y="17460"/>
                    <a:pt x="11097" y="17507"/>
                    <a:pt x="11045" y="17507"/>
                  </a:cubicBezTo>
                  <a:lnTo>
                    <a:pt x="8633" y="17507"/>
                  </a:lnTo>
                  <a:cubicBezTo>
                    <a:pt x="8580" y="17507"/>
                    <a:pt x="8535" y="17460"/>
                    <a:pt x="8535" y="17404"/>
                  </a:cubicBezTo>
                  <a:lnTo>
                    <a:pt x="8535" y="11702"/>
                  </a:lnTo>
                  <a:cubicBezTo>
                    <a:pt x="8535" y="11677"/>
                    <a:pt x="8521" y="11663"/>
                    <a:pt x="8498" y="11663"/>
                  </a:cubicBezTo>
                  <a:lnTo>
                    <a:pt x="3048" y="11663"/>
                  </a:lnTo>
                  <a:cubicBezTo>
                    <a:pt x="2995" y="11663"/>
                    <a:pt x="2950" y="11615"/>
                    <a:pt x="2950" y="11560"/>
                  </a:cubicBezTo>
                  <a:lnTo>
                    <a:pt x="2950" y="9037"/>
                  </a:lnTo>
                  <a:cubicBezTo>
                    <a:pt x="2950" y="8981"/>
                    <a:pt x="2996" y="8934"/>
                    <a:pt x="3048" y="8934"/>
                  </a:cubicBezTo>
                  <a:lnTo>
                    <a:pt x="8498" y="8934"/>
                  </a:lnTo>
                  <a:cubicBezTo>
                    <a:pt x="8521" y="8934"/>
                    <a:pt x="8535" y="8919"/>
                    <a:pt x="8535" y="8895"/>
                  </a:cubicBezTo>
                  <a:lnTo>
                    <a:pt x="8535" y="3193"/>
                  </a:lnTo>
                  <a:cubicBezTo>
                    <a:pt x="8535" y="3137"/>
                    <a:pt x="8581" y="3090"/>
                    <a:pt x="8633" y="3090"/>
                  </a:cubicBezTo>
                  <a:close/>
                </a:path>
              </a:pathLst>
            </a:custGeom>
            <a:solidFill>
              <a:srgbClr val="FF2600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algn="ctr" defTabSz="412750" hangingPunct="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 kern="0">
                <a:solidFill>
                  <a:srgbClr val="FFFFFF"/>
                </a:solidFill>
                <a:latin typeface="Helvetica Neue Medium"/>
                <a:sym typeface="Helvetica Neue Medium"/>
              </a:endParaRPr>
            </a:p>
          </p:txBody>
        </p:sp>
      </p:grpSp>
      <p:sp>
        <p:nvSpPr>
          <p:cNvPr id="360" name="表象问题："/>
          <p:cNvSpPr txBox="1"/>
          <p:nvPr/>
        </p:nvSpPr>
        <p:spPr>
          <a:xfrm>
            <a:off x="760670" y="2168375"/>
            <a:ext cx="297624" cy="1036181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3500">
                <a:solidFill>
                  <a:srgbClr val="FFFFFF"/>
                </a:solidFill>
                <a:latin typeface="Lantinghei SC Demibold" panose="02000000000000000000" charset="-122"/>
                <a:ea typeface="Lantinghei SC Demibold" panose="02000000000000000000" charset="-122"/>
                <a:cs typeface="Lantinghei SC Demibold" panose="02000000000000000000" charset="-122"/>
                <a:sym typeface="Lantinghei SC Demibold" panose="02000000000000000000" charset="-122"/>
              </a:defRPr>
            </a:lvl1pPr>
          </a:lstStyle>
          <a:p>
            <a:pPr algn="ctr" defTabSz="1219200" hangingPunct="0"/>
            <a:r>
              <a:rPr lang="zh-CN" altLang="en-US" sz="1600" kern="0">
                <a:latin typeface="微软雅黑" panose="020B0503020204020204" charset="-122"/>
                <a:ea typeface="微软雅黑" panose="020B0503020204020204" charset="-122"/>
              </a:rPr>
              <a:t>表象问题</a:t>
            </a:r>
            <a:endParaRPr lang="zh-CN" altLang="en-US" sz="1600" ker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2" name="1.农户没有账号运营思维"/>
          <p:cNvSpPr txBox="1"/>
          <p:nvPr>
            <p:custDataLst>
              <p:tags r:id="rId14"/>
            </p:custDataLst>
          </p:nvPr>
        </p:nvSpPr>
        <p:spPr>
          <a:xfrm>
            <a:off x="1833315" y="3959561"/>
            <a:ext cx="2336800" cy="327660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4300">
                <a:solidFill>
                  <a:srgbClr val="FFFFFF"/>
                </a:solidFill>
                <a:latin typeface="Lantinghei SC Demibold" panose="02000000000000000000" charset="-122"/>
                <a:ea typeface="Lantinghei SC Demibold" panose="02000000000000000000" charset="-122"/>
                <a:cs typeface="Lantinghei SC Demibold" panose="02000000000000000000" charset="-122"/>
                <a:sym typeface="Lantinghei SC Demibold" panose="02000000000000000000" charset="-122"/>
              </a:defRPr>
            </a:lvl1pPr>
          </a:lstStyle>
          <a:p>
            <a:pPr algn="ctr" defTabSz="1219200" hangingPunct="0"/>
            <a:r>
              <a:rPr lang="zh-CN" altLang="en-US" sz="1800" kern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没有智能设备操作思维</a:t>
            </a:r>
            <a:endParaRPr lang="zh-CN" altLang="en-US" sz="1800" kern="0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63" name="2.没有品牌产品概念"/>
          <p:cNvSpPr txBox="1"/>
          <p:nvPr>
            <p:custDataLst>
              <p:tags r:id="rId15"/>
            </p:custDataLst>
          </p:nvPr>
        </p:nvSpPr>
        <p:spPr>
          <a:xfrm>
            <a:off x="5259059" y="3959561"/>
            <a:ext cx="2336800" cy="327660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4300">
                <a:solidFill>
                  <a:srgbClr val="FFFFFF"/>
                </a:solidFill>
                <a:latin typeface="Lantinghei SC Demibold" panose="02000000000000000000" charset="-122"/>
                <a:ea typeface="Lantinghei SC Demibold" panose="02000000000000000000" charset="-122"/>
                <a:cs typeface="Lantinghei SC Demibold" panose="02000000000000000000" charset="-122"/>
                <a:sym typeface="Lantinghei SC Demibold" panose="02000000000000000000" charset="-122"/>
              </a:defRPr>
            </a:lvl1pPr>
          </a:lstStyle>
          <a:p>
            <a:pPr algn="ctr" defTabSz="1219200" hangingPunct="0"/>
            <a:r>
              <a:rPr lang="zh-CN" altLang="en-US" sz="1800" kern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没有设备适配农田概念</a:t>
            </a:r>
            <a:endParaRPr lang="zh-CN" altLang="en-US" sz="1800" kern="0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64" name="3.没有坚实的后端支撑"/>
          <p:cNvSpPr txBox="1"/>
          <p:nvPr>
            <p:custDataLst>
              <p:tags r:id="rId16"/>
            </p:custDataLst>
          </p:nvPr>
        </p:nvSpPr>
        <p:spPr>
          <a:xfrm>
            <a:off x="8881012" y="3959561"/>
            <a:ext cx="2336800" cy="327660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4300">
                <a:solidFill>
                  <a:srgbClr val="FFFFFF"/>
                </a:solidFill>
                <a:latin typeface="Lantinghei SC Demibold" panose="02000000000000000000" charset="-122"/>
                <a:ea typeface="Lantinghei SC Demibold" panose="02000000000000000000" charset="-122"/>
                <a:cs typeface="Lantinghei SC Demibold" panose="02000000000000000000" charset="-122"/>
                <a:sym typeface="Lantinghei SC Demibold" panose="02000000000000000000" charset="-122"/>
              </a:defRPr>
            </a:lvl1pPr>
          </a:lstStyle>
          <a:p>
            <a:pPr algn="ctr" defTabSz="1219200" hangingPunct="0"/>
            <a:r>
              <a:rPr lang="zh-CN" altLang="en-US" sz="1800" kern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没有专业售后支撑体系</a:t>
            </a:r>
            <a:endParaRPr lang="zh-CN" altLang="en-US" sz="1800" kern="0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81" name="箭头"/>
          <p:cNvSpPr/>
          <p:nvPr>
            <p:custDataLst>
              <p:tags r:id="rId17"/>
            </p:custDataLst>
          </p:nvPr>
        </p:nvSpPr>
        <p:spPr>
          <a:xfrm rot="5400000">
            <a:off x="2924596" y="3383961"/>
            <a:ext cx="154238" cy="210167"/>
          </a:xfrm>
          <a:prstGeom prst="rightArrow">
            <a:avLst>
              <a:gd name="adj1" fmla="val 100000"/>
              <a:gd name="adj2" fmla="val 100000"/>
            </a:avLst>
          </a:prstGeom>
          <a:gradFill>
            <a:gsLst>
              <a:gs pos="0">
                <a:schemeClr val="accent3"/>
              </a:gs>
              <a:gs pos="100000">
                <a:srgbClr val="00B050"/>
              </a:gs>
            </a:gsLst>
            <a:path path="shape">
              <a:fillToRect l="55204" t="-18638" r="44795" b="118638"/>
            </a:path>
          </a:gradFill>
          <a:ln w="12700">
            <a:miter lim="400000"/>
          </a:ln>
          <a:effectLst>
            <a:outerShdw blurRad="63500" sx="102000" sy="102000" algn="ctr" rotWithShape="0">
              <a:schemeClr val="accent3">
                <a:lumMod val="50000"/>
                <a:alpha val="16000"/>
              </a:schemeClr>
            </a:outerShdw>
          </a:effectLst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382" name="箭头"/>
          <p:cNvSpPr/>
          <p:nvPr>
            <p:custDataLst>
              <p:tags r:id="rId18"/>
            </p:custDataLst>
          </p:nvPr>
        </p:nvSpPr>
        <p:spPr>
          <a:xfrm rot="5400000">
            <a:off x="6350339" y="3385867"/>
            <a:ext cx="154238" cy="210167"/>
          </a:xfrm>
          <a:prstGeom prst="rightArrow">
            <a:avLst>
              <a:gd name="adj1" fmla="val 100000"/>
              <a:gd name="adj2" fmla="val 100000"/>
            </a:avLst>
          </a:prstGeom>
          <a:gradFill>
            <a:gsLst>
              <a:gs pos="0">
                <a:schemeClr val="accent3"/>
              </a:gs>
              <a:gs pos="100000">
                <a:srgbClr val="00B050"/>
              </a:gs>
            </a:gsLst>
            <a:path path="shape">
              <a:fillToRect l="55204" t="-18638" r="44795" b="118638"/>
            </a:path>
          </a:gradFill>
          <a:ln w="12700">
            <a:miter lim="400000"/>
          </a:ln>
          <a:effectLst>
            <a:outerShdw blurRad="63500" sx="102000" sy="102000" algn="ctr" rotWithShape="0">
              <a:schemeClr val="accent3">
                <a:lumMod val="50000"/>
                <a:alpha val="16000"/>
              </a:schemeClr>
            </a:outerShdw>
          </a:effectLst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383" name="箭头"/>
          <p:cNvSpPr/>
          <p:nvPr>
            <p:custDataLst>
              <p:tags r:id="rId19"/>
            </p:custDataLst>
          </p:nvPr>
        </p:nvSpPr>
        <p:spPr>
          <a:xfrm rot="5400000">
            <a:off x="9972291" y="3385867"/>
            <a:ext cx="154242" cy="210167"/>
          </a:xfrm>
          <a:prstGeom prst="rightArrow">
            <a:avLst>
              <a:gd name="adj1" fmla="val 100000"/>
              <a:gd name="adj2" fmla="val 100000"/>
            </a:avLst>
          </a:prstGeom>
          <a:gradFill>
            <a:gsLst>
              <a:gs pos="0">
                <a:schemeClr val="accent3"/>
              </a:gs>
              <a:gs pos="100000">
                <a:srgbClr val="00B050"/>
              </a:gs>
            </a:gsLst>
            <a:path path="shape">
              <a:fillToRect l="55204" t="-18638" r="44795" b="118638"/>
            </a:path>
          </a:gradFill>
          <a:ln w="12700">
            <a:miter lim="400000"/>
          </a:ln>
          <a:effectLst>
            <a:outerShdw blurRad="63500" sx="102000" sy="102000" algn="ctr" rotWithShape="0">
              <a:schemeClr val="accent3">
                <a:lumMod val="50000"/>
                <a:alpha val="16000"/>
              </a:schemeClr>
            </a:outerShdw>
          </a:effectLst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0"/>
            </p:custDataLst>
          </p:nvPr>
        </p:nvSpPr>
        <p:spPr>
          <a:xfrm>
            <a:off x="1828800" y="2896235"/>
            <a:ext cx="2299335" cy="6045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algn="ctr" defTabSz="1219200" hangingPunct="0"/>
            <a:r>
              <a:rPr lang="zh-CN" altLang="en-US" sz="1200" ker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/>
              </a:rPr>
              <a:t>农户平均操作学习时长超</a:t>
            </a:r>
            <a:r>
              <a:rPr lang="en-US" altLang="zh-CN" sz="1200" ker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/>
              </a:rPr>
              <a:t>8</a:t>
            </a:r>
            <a:r>
              <a:rPr lang="zh-CN" altLang="en-US" sz="1200" ker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/>
              </a:rPr>
              <a:t>小时，独立操作失误率达</a:t>
            </a:r>
            <a:r>
              <a:rPr lang="en-US" altLang="zh-CN" sz="1200" ker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/>
              </a:rPr>
              <a:t>40%</a:t>
            </a:r>
            <a:endParaRPr lang="en-US" altLang="zh-CN" sz="1200" ker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sym typeface="Helvetica Neue"/>
            </a:endParaRPr>
          </a:p>
          <a:p>
            <a:pPr algn="ctr" defTabSz="1219200" hangingPunct="0"/>
            <a:endParaRPr lang="en-US" altLang="zh-CN" sz="1200" ker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sym typeface="Helvetica Neue"/>
            </a:endParaRPr>
          </a:p>
        </p:txBody>
      </p:sp>
      <p:sp>
        <p:nvSpPr>
          <p:cNvPr id="3" name="文本框 2"/>
          <p:cNvSpPr txBox="1"/>
          <p:nvPr>
            <p:custDataLst>
              <p:tags r:id="rId21"/>
            </p:custDataLst>
          </p:nvPr>
        </p:nvSpPr>
        <p:spPr>
          <a:xfrm>
            <a:off x="5220795" y="2896068"/>
            <a:ext cx="2413326" cy="6045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algn="ctr" defTabSz="1219200" hangingPunct="0"/>
            <a:r>
              <a:rPr lang="zh-CN" altLang="en-US" sz="1200" ker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Helvetica Neue"/>
              </a:rPr>
              <a:t>复杂地形下机器人作业效率仅达设计值的</a:t>
            </a:r>
            <a:r>
              <a:rPr lang="en-US" altLang="zh-CN" sz="1200" ker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Helvetica Neue"/>
              </a:rPr>
              <a:t>60%</a:t>
            </a:r>
            <a:endParaRPr lang="en-US" altLang="zh-CN" sz="1200" ker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Helvetica Neue"/>
            </a:endParaRPr>
          </a:p>
          <a:p>
            <a:pPr algn="ctr" defTabSz="1219200" hangingPunct="0"/>
            <a:endParaRPr lang="en-US" altLang="zh-CN" sz="1200" ker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Helvetica Neue"/>
            </a:endParaRPr>
          </a:p>
        </p:txBody>
      </p:sp>
      <p:sp>
        <p:nvSpPr>
          <p:cNvPr id="4" name="文本框 3"/>
          <p:cNvSpPr txBox="1"/>
          <p:nvPr>
            <p:custDataLst>
              <p:tags r:id="rId22"/>
            </p:custDataLst>
          </p:nvPr>
        </p:nvSpPr>
        <p:spPr>
          <a:xfrm>
            <a:off x="8886886" y="2952064"/>
            <a:ext cx="2403793" cy="4197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algn="ctr" defTabSz="1219200" hangingPunct="0"/>
            <a:r>
              <a:rPr lang="zh-CN" altLang="en-US" sz="1200" ker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Helvetica Neue"/>
              </a:rPr>
              <a:t>田间作业平均故障停机率高达</a:t>
            </a:r>
            <a:r>
              <a:rPr lang="en-US" altLang="zh-CN" sz="1200" ker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Helvetica Neue"/>
              </a:rPr>
              <a:t>25%</a:t>
            </a:r>
            <a:endParaRPr lang="en-US" altLang="zh-CN" sz="1200" ker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Helvetica Neue"/>
            </a:endParaRPr>
          </a:p>
          <a:p>
            <a:pPr algn="ctr" defTabSz="1219200" hangingPunct="0"/>
            <a:endParaRPr lang="en-US" altLang="zh-CN" sz="1200" ker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Helvetica Neue"/>
            </a:endParaRPr>
          </a:p>
        </p:txBody>
      </p:sp>
      <p:sp>
        <p:nvSpPr>
          <p:cNvPr id="6" name="圆角矩形"/>
          <p:cNvSpPr/>
          <p:nvPr/>
        </p:nvSpPr>
        <p:spPr>
          <a:xfrm>
            <a:off x="681279" y="4118489"/>
            <a:ext cx="456406" cy="1359463"/>
          </a:xfrm>
          <a:prstGeom prst="roundRect">
            <a:avLst>
              <a:gd name="adj" fmla="val 15531"/>
            </a:avLst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algn="ctr" defTabSz="412750" hangingPunct="0"/>
            <a:endParaRPr sz="1600" kern="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361" name="深层原因："/>
          <p:cNvSpPr txBox="1"/>
          <p:nvPr/>
        </p:nvSpPr>
        <p:spPr>
          <a:xfrm>
            <a:off x="708907" y="4303271"/>
            <a:ext cx="401151" cy="1036181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defPPr>
              <a:defRPr lang="zh-CN"/>
            </a:defPPr>
            <a:lvl1pPr algn="ctr" defTabSz="1219200" hangingPunct="0">
              <a:defRPr sz="1750" kern="0">
                <a:solidFill>
                  <a:srgbClr val="FFFFFF"/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  <a:cs typeface="Lantinghei SC Demibold" panose="02000000000000000000" charset="-122"/>
              </a:defRPr>
            </a:lvl1pPr>
          </a:lstStyle>
          <a:p>
            <a:r>
              <a:rPr lang="zh-CN" altLang="en-US" sz="16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深层原因</a:t>
            </a:r>
            <a:endParaRPr lang="zh-CN" altLang="en-US" sz="16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 descr="0000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17040" y="4339590"/>
            <a:ext cx="2630170" cy="1929765"/>
          </a:xfrm>
          <a:prstGeom prst="rect">
            <a:avLst/>
          </a:prstGeom>
        </p:spPr>
      </p:pic>
      <p:pic>
        <p:nvPicPr>
          <p:cNvPr id="11" name="图片 10" descr="00000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52035" y="4339590"/>
            <a:ext cx="3150235" cy="1929765"/>
          </a:xfrm>
          <a:prstGeom prst="rect">
            <a:avLst/>
          </a:prstGeom>
        </p:spPr>
      </p:pic>
      <p:pic>
        <p:nvPicPr>
          <p:cNvPr id="12" name="图片 11" descr="000000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09940" y="4339590"/>
            <a:ext cx="3278505" cy="19297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任意多边形 92"/>
          <p:cNvSpPr/>
          <p:nvPr/>
        </p:nvSpPr>
        <p:spPr>
          <a:xfrm>
            <a:off x="9851726" y="2125333"/>
            <a:ext cx="2340275" cy="4589920"/>
          </a:xfrm>
          <a:custGeom>
            <a:avLst/>
            <a:gdLst>
              <a:gd name="connsiteX0" fmla="*/ 2294960 w 2340275"/>
              <a:gd name="connsiteY0" fmla="*/ 0 h 4589920"/>
              <a:gd name="connsiteX1" fmla="*/ 2340275 w 2340275"/>
              <a:gd name="connsiteY1" fmla="*/ 2288 h 4589920"/>
              <a:gd name="connsiteX2" fmla="*/ 2340275 w 2340275"/>
              <a:gd name="connsiteY2" fmla="*/ 4587632 h 4589920"/>
              <a:gd name="connsiteX3" fmla="*/ 2294960 w 2340275"/>
              <a:gd name="connsiteY3" fmla="*/ 4589920 h 4589920"/>
              <a:gd name="connsiteX4" fmla="*/ 0 w 2340275"/>
              <a:gd name="connsiteY4" fmla="*/ 2294960 h 4589920"/>
              <a:gd name="connsiteX5" fmla="*/ 2294960 w 2340275"/>
              <a:gd name="connsiteY5" fmla="*/ 0 h 4589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40275" h="4589920">
                <a:moveTo>
                  <a:pt x="2294960" y="0"/>
                </a:moveTo>
                <a:lnTo>
                  <a:pt x="2340275" y="2288"/>
                </a:lnTo>
                <a:lnTo>
                  <a:pt x="2340275" y="4587632"/>
                </a:lnTo>
                <a:lnTo>
                  <a:pt x="2294960" y="4589920"/>
                </a:lnTo>
                <a:cubicBezTo>
                  <a:pt x="1027489" y="4589920"/>
                  <a:pt x="0" y="3562431"/>
                  <a:pt x="0" y="2294960"/>
                </a:cubicBezTo>
                <a:cubicBezTo>
                  <a:pt x="0" y="1027489"/>
                  <a:pt x="1027489" y="0"/>
                  <a:pt x="2294960" y="0"/>
                </a:cubicBezTo>
                <a:close/>
              </a:path>
            </a:pathLst>
          </a:custGeom>
          <a:solidFill>
            <a:srgbClr val="228B22">
              <a:alpha val="30000"/>
            </a:srgbClr>
          </a:solidFill>
          <a:ln w="12700">
            <a:miter lim="400000"/>
          </a:ln>
        </p:spPr>
        <p:txBody>
          <a:bodyPr wrap="square" lIns="24748" tIns="24748" rIns="24748" bIns="24748" anchor="ctr">
            <a:noAutofit/>
          </a:bodyPr>
          <a:lstStyle/>
          <a:p>
            <a:pPr defTabSz="401955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56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87" name="圆角矩形"/>
          <p:cNvSpPr/>
          <p:nvPr/>
        </p:nvSpPr>
        <p:spPr>
          <a:xfrm>
            <a:off x="4029544" y="1705706"/>
            <a:ext cx="4157238" cy="51935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8000">
                <a:schemeClr val="accent1">
                  <a:lumMod val="75000"/>
                </a:schemeClr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28600" dist="152400" sx="102000" sy="102000" algn="ctr" rotWithShape="0">
              <a:schemeClr val="accent1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>
              <a:solidFill>
                <a:schemeClr val="lt1"/>
              </a:solidFill>
              <a:sym typeface="+mn-lt"/>
            </a:endParaRPr>
          </a:p>
        </p:txBody>
      </p:sp>
      <p:sp>
        <p:nvSpPr>
          <p:cNvPr id="88" name="“青振兴农”农特品牌联盟"/>
          <p:cNvSpPr txBox="1"/>
          <p:nvPr/>
        </p:nvSpPr>
        <p:spPr>
          <a:xfrm>
            <a:off x="5338805" y="470380"/>
            <a:ext cx="1578610" cy="971550"/>
          </a:xfrm>
          <a:prstGeom prst="rect">
            <a:avLst/>
          </a:prstGeom>
          <a:ln w="12700">
            <a:miter lim="400000"/>
          </a:ln>
        </p:spPr>
        <p:txBody>
          <a:bodyPr wrap="none" lIns="24748" tIns="24748" rIns="24748" bIns="24748" anchor="ctr">
            <a:spAutoFit/>
          </a:bodyPr>
          <a:lstStyle>
            <a:lvl1pPr>
              <a:defRPr sz="7000">
                <a:solidFill>
                  <a:srgbClr val="FFFFFF"/>
                </a:solidFill>
                <a:latin typeface="Lantinghei SC Demibold" panose="02000000000000000000" charset="-122"/>
                <a:ea typeface="Lantinghei SC Demibold" panose="02000000000000000000" charset="-122"/>
                <a:cs typeface="Lantinghei SC Demibold" panose="02000000000000000000" charset="-122"/>
                <a:sym typeface="Lantinghei SC Demibold" panose="02000000000000000000" charset="-122"/>
              </a:defRPr>
            </a:lvl1pPr>
          </a:lstStyle>
          <a:p>
            <a:r>
              <a:rPr lang="zh-CN" sz="6000" b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目录</a:t>
            </a:r>
            <a:endParaRPr lang="zh-CN" sz="6000" b="1" dirty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16836" y="1171724"/>
            <a:ext cx="4036563" cy="170656"/>
            <a:chOff x="-311150" y="727472"/>
            <a:chExt cx="4036563" cy="170656"/>
          </a:xfrm>
        </p:grpSpPr>
        <p:cxnSp>
          <p:nvCxnSpPr>
            <p:cNvPr id="76" name="直接连接符 75"/>
            <p:cNvCxnSpPr/>
            <p:nvPr userDrawn="1"/>
          </p:nvCxnSpPr>
          <p:spPr>
            <a:xfrm flipH="1">
              <a:off x="-311150" y="812800"/>
              <a:ext cx="3934223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 userDrawn="1"/>
          </p:nvCxnSpPr>
          <p:spPr>
            <a:xfrm flipH="1" flipV="1">
              <a:off x="3575884" y="727472"/>
              <a:ext cx="94377" cy="17065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 userDrawn="1"/>
          </p:nvCxnSpPr>
          <p:spPr>
            <a:xfrm flipH="1" flipV="1">
              <a:off x="3631036" y="727472"/>
              <a:ext cx="94377" cy="17065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组合 91"/>
          <p:cNvGrpSpPr/>
          <p:nvPr/>
        </p:nvGrpSpPr>
        <p:grpSpPr>
          <a:xfrm flipH="1">
            <a:off x="8313613" y="1171724"/>
            <a:ext cx="4036563" cy="170656"/>
            <a:chOff x="-311150" y="727472"/>
            <a:chExt cx="4036563" cy="170656"/>
          </a:xfrm>
        </p:grpSpPr>
        <p:cxnSp>
          <p:nvCxnSpPr>
            <p:cNvPr id="95" name="直接连接符 94"/>
            <p:cNvCxnSpPr/>
            <p:nvPr userDrawn="1"/>
          </p:nvCxnSpPr>
          <p:spPr>
            <a:xfrm flipH="1">
              <a:off x="-311150" y="812800"/>
              <a:ext cx="3934223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 userDrawn="1"/>
          </p:nvCxnSpPr>
          <p:spPr>
            <a:xfrm flipH="1" flipV="1">
              <a:off x="3575884" y="727472"/>
              <a:ext cx="94377" cy="17065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 userDrawn="1"/>
          </p:nvCxnSpPr>
          <p:spPr>
            <a:xfrm flipH="1" flipV="1">
              <a:off x="3631036" y="727472"/>
              <a:ext cx="94377" cy="17065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0" y="6355758"/>
            <a:ext cx="12192000" cy="502242"/>
            <a:chOff x="0" y="6355758"/>
            <a:chExt cx="12192000" cy="502242"/>
          </a:xfrm>
        </p:grpSpPr>
        <p:sp>
          <p:nvSpPr>
            <p:cNvPr id="9" name="任意多边形 54"/>
            <p:cNvSpPr/>
            <p:nvPr userDrawn="1"/>
          </p:nvSpPr>
          <p:spPr>
            <a:xfrm>
              <a:off x="0" y="6457950"/>
              <a:ext cx="12192000" cy="400050"/>
            </a:xfrm>
            <a:custGeom>
              <a:avLst/>
              <a:gdLst>
                <a:gd name="connsiteX0" fmla="*/ 12192000 w 12192000"/>
                <a:gd name="connsiteY0" fmla="*/ 0 h 329410"/>
                <a:gd name="connsiteX1" fmla="*/ 12192000 w 12192000"/>
                <a:gd name="connsiteY1" fmla="*/ 329410 h 329410"/>
                <a:gd name="connsiteX2" fmla="*/ 0 w 12192000"/>
                <a:gd name="connsiteY2" fmla="*/ 329410 h 329410"/>
                <a:gd name="connsiteX3" fmla="*/ 0 w 12192000"/>
                <a:gd name="connsiteY3" fmla="*/ 29375 h 329410"/>
                <a:gd name="connsiteX4" fmla="*/ 577089 w 12192000"/>
                <a:gd name="connsiteY4" fmla="*/ 49593 h 329410"/>
                <a:gd name="connsiteX5" fmla="*/ 5704114 w 12192000"/>
                <a:gd name="connsiteY5" fmla="*/ 124873 h 329410"/>
                <a:gd name="connsiteX6" fmla="*/ 11982536 w 12192000"/>
                <a:gd name="connsiteY6" fmla="*/ 9255 h 32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29410">
                  <a:moveTo>
                    <a:pt x="12192000" y="0"/>
                  </a:moveTo>
                  <a:lnTo>
                    <a:pt x="12192000" y="329410"/>
                  </a:lnTo>
                  <a:lnTo>
                    <a:pt x="0" y="329410"/>
                  </a:lnTo>
                  <a:lnTo>
                    <a:pt x="0" y="29375"/>
                  </a:lnTo>
                  <a:lnTo>
                    <a:pt x="577089" y="49593"/>
                  </a:lnTo>
                  <a:cubicBezTo>
                    <a:pt x="2152931" y="98068"/>
                    <a:pt x="3885480" y="124873"/>
                    <a:pt x="5704114" y="124873"/>
                  </a:cubicBezTo>
                  <a:cubicBezTo>
                    <a:pt x="7977407" y="124873"/>
                    <a:pt x="10116192" y="82990"/>
                    <a:pt x="11982536" y="92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任意多边形 55"/>
            <p:cNvSpPr/>
            <p:nvPr userDrawn="1"/>
          </p:nvSpPr>
          <p:spPr>
            <a:xfrm flipH="1">
              <a:off x="0" y="6355758"/>
              <a:ext cx="12192000" cy="502242"/>
            </a:xfrm>
            <a:custGeom>
              <a:avLst/>
              <a:gdLst>
                <a:gd name="connsiteX0" fmla="*/ 12192000 w 12192000"/>
                <a:gd name="connsiteY0" fmla="*/ 0 h 329410"/>
                <a:gd name="connsiteX1" fmla="*/ 12192000 w 12192000"/>
                <a:gd name="connsiteY1" fmla="*/ 329410 h 329410"/>
                <a:gd name="connsiteX2" fmla="*/ 0 w 12192000"/>
                <a:gd name="connsiteY2" fmla="*/ 329410 h 329410"/>
                <a:gd name="connsiteX3" fmla="*/ 0 w 12192000"/>
                <a:gd name="connsiteY3" fmla="*/ 29375 h 329410"/>
                <a:gd name="connsiteX4" fmla="*/ 577089 w 12192000"/>
                <a:gd name="connsiteY4" fmla="*/ 49593 h 329410"/>
                <a:gd name="connsiteX5" fmla="*/ 5704114 w 12192000"/>
                <a:gd name="connsiteY5" fmla="*/ 124873 h 329410"/>
                <a:gd name="connsiteX6" fmla="*/ 11982536 w 12192000"/>
                <a:gd name="connsiteY6" fmla="*/ 9255 h 32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29410">
                  <a:moveTo>
                    <a:pt x="12192000" y="0"/>
                  </a:moveTo>
                  <a:lnTo>
                    <a:pt x="12192000" y="329410"/>
                  </a:lnTo>
                  <a:lnTo>
                    <a:pt x="0" y="329410"/>
                  </a:lnTo>
                  <a:lnTo>
                    <a:pt x="0" y="29375"/>
                  </a:lnTo>
                  <a:lnTo>
                    <a:pt x="577089" y="49593"/>
                  </a:lnTo>
                  <a:cubicBezTo>
                    <a:pt x="2152931" y="98068"/>
                    <a:pt x="3885480" y="124873"/>
                    <a:pt x="5704114" y="124873"/>
                  </a:cubicBezTo>
                  <a:cubicBezTo>
                    <a:pt x="7977407" y="124873"/>
                    <a:pt x="10116192" y="82990"/>
                    <a:pt x="11982536" y="9255"/>
                  </a:cubicBezTo>
                  <a:close/>
                </a:path>
              </a:pathLst>
            </a:custGeom>
            <a:solidFill>
              <a:schemeClr val="accent2"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94" name="任意多边形 93"/>
          <p:cNvSpPr/>
          <p:nvPr/>
        </p:nvSpPr>
        <p:spPr>
          <a:xfrm flipH="1">
            <a:off x="-7180" y="2125333"/>
            <a:ext cx="2340275" cy="4589920"/>
          </a:xfrm>
          <a:custGeom>
            <a:avLst/>
            <a:gdLst>
              <a:gd name="connsiteX0" fmla="*/ 2294960 w 2340275"/>
              <a:gd name="connsiteY0" fmla="*/ 0 h 4589920"/>
              <a:gd name="connsiteX1" fmla="*/ 2340275 w 2340275"/>
              <a:gd name="connsiteY1" fmla="*/ 2288 h 4589920"/>
              <a:gd name="connsiteX2" fmla="*/ 2340275 w 2340275"/>
              <a:gd name="connsiteY2" fmla="*/ 4587632 h 4589920"/>
              <a:gd name="connsiteX3" fmla="*/ 2294960 w 2340275"/>
              <a:gd name="connsiteY3" fmla="*/ 4589920 h 4589920"/>
              <a:gd name="connsiteX4" fmla="*/ 0 w 2340275"/>
              <a:gd name="connsiteY4" fmla="*/ 2294960 h 4589920"/>
              <a:gd name="connsiteX5" fmla="*/ 2294960 w 2340275"/>
              <a:gd name="connsiteY5" fmla="*/ 0 h 4589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40275" h="4589920">
                <a:moveTo>
                  <a:pt x="2294960" y="0"/>
                </a:moveTo>
                <a:lnTo>
                  <a:pt x="2340275" y="2288"/>
                </a:lnTo>
                <a:lnTo>
                  <a:pt x="2340275" y="4587632"/>
                </a:lnTo>
                <a:lnTo>
                  <a:pt x="2294960" y="4589920"/>
                </a:lnTo>
                <a:cubicBezTo>
                  <a:pt x="1027489" y="4589920"/>
                  <a:pt x="0" y="3562431"/>
                  <a:pt x="0" y="2294960"/>
                </a:cubicBezTo>
                <a:cubicBezTo>
                  <a:pt x="0" y="1027489"/>
                  <a:pt x="1027489" y="0"/>
                  <a:pt x="2294960" y="0"/>
                </a:cubicBezTo>
                <a:close/>
              </a:path>
            </a:pathLst>
          </a:custGeom>
          <a:solidFill>
            <a:srgbClr val="228B22">
              <a:alpha val="30000"/>
            </a:srgbClr>
          </a:solidFill>
          <a:ln w="12700">
            <a:miter lim="400000"/>
          </a:ln>
        </p:spPr>
        <p:txBody>
          <a:bodyPr wrap="square" lIns="24748" tIns="24748" rIns="24748" bIns="24748" anchor="ctr">
            <a:noAutofit/>
          </a:bodyPr>
          <a:lstStyle/>
          <a:p>
            <a:pPr defTabSz="401955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56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42" name="组合 41"/>
          <p:cNvGrpSpPr/>
          <p:nvPr>
            <p:custDataLst>
              <p:tags r:id="rId1"/>
            </p:custDataLst>
          </p:nvPr>
        </p:nvGrpSpPr>
        <p:grpSpPr>
          <a:xfrm>
            <a:off x="660400" y="2397130"/>
            <a:ext cx="2008908" cy="3874065"/>
            <a:chOff x="660400" y="2397130"/>
            <a:chExt cx="2008908" cy="3874065"/>
          </a:xfrm>
        </p:grpSpPr>
        <p:grpSp>
          <p:nvGrpSpPr>
            <p:cNvPr id="12" name="组合 11"/>
            <p:cNvGrpSpPr/>
            <p:nvPr/>
          </p:nvGrpSpPr>
          <p:grpSpPr>
            <a:xfrm>
              <a:off x="660400" y="2397130"/>
              <a:ext cx="2008908" cy="3874065"/>
              <a:chOff x="995233" y="1735191"/>
              <a:chExt cx="3130043" cy="3874065"/>
            </a:xfrm>
          </p:grpSpPr>
          <p:sp>
            <p:nvSpPr>
              <p:cNvPr id="2" name="矩形 1"/>
              <p:cNvSpPr/>
              <p:nvPr>
                <p:custDataLst>
                  <p:tags r:id="rId2"/>
                </p:custDataLst>
              </p:nvPr>
            </p:nvSpPr>
            <p:spPr>
              <a:xfrm>
                <a:off x="1000437" y="1735191"/>
                <a:ext cx="3119635" cy="3874065"/>
              </a:xfrm>
              <a:prstGeom prst="rect">
                <a:avLst/>
              </a:prstGeom>
              <a:solidFill>
                <a:schemeClr val="bg1"/>
              </a:solidFill>
              <a:ln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" name="任意形状 65"/>
              <p:cNvSpPr/>
              <p:nvPr>
                <p:custDataLst>
                  <p:tags r:id="rId3"/>
                </p:custDataLst>
              </p:nvPr>
            </p:nvSpPr>
            <p:spPr>
              <a:xfrm>
                <a:off x="995233" y="1735191"/>
                <a:ext cx="3124839" cy="750113"/>
              </a:xfrm>
              <a:custGeom>
                <a:avLst/>
                <a:gdLst>
                  <a:gd name="connsiteX0" fmla="*/ 0 w 12192000"/>
                  <a:gd name="connsiteY0" fmla="*/ 0 h 3182815"/>
                  <a:gd name="connsiteX1" fmla="*/ 12192000 w 12192000"/>
                  <a:gd name="connsiteY1" fmla="*/ 0 h 3182815"/>
                  <a:gd name="connsiteX2" fmla="*/ 12192000 w 12192000"/>
                  <a:gd name="connsiteY2" fmla="*/ 3145025 h 3182815"/>
                  <a:gd name="connsiteX3" fmla="*/ 12143002 w 12192000"/>
                  <a:gd name="connsiteY3" fmla="*/ 3129202 h 3182815"/>
                  <a:gd name="connsiteX4" fmla="*/ 11764108 w 12192000"/>
                  <a:gd name="connsiteY4" fmla="*/ 3042138 h 3182815"/>
                  <a:gd name="connsiteX5" fmla="*/ 7877908 w 12192000"/>
                  <a:gd name="connsiteY5" fmla="*/ 2813538 h 3182815"/>
                  <a:gd name="connsiteX6" fmla="*/ 2708032 w 12192000"/>
                  <a:gd name="connsiteY6" fmla="*/ 3182815 h 3182815"/>
                  <a:gd name="connsiteX7" fmla="*/ 0 w 12192000"/>
                  <a:gd name="connsiteY7" fmla="*/ 2813538 h 3182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2000" h="3182815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3145025"/>
                    </a:lnTo>
                    <a:lnTo>
                      <a:pt x="12143002" y="3129202"/>
                    </a:lnTo>
                    <a:cubicBezTo>
                      <a:pt x="12020184" y="3094846"/>
                      <a:pt x="11893795" y="3065218"/>
                      <a:pt x="11764108" y="3042138"/>
                    </a:cubicBezTo>
                    <a:cubicBezTo>
                      <a:pt x="10726616" y="2857500"/>
                      <a:pt x="9387254" y="2790092"/>
                      <a:pt x="7877908" y="2813538"/>
                    </a:cubicBezTo>
                    <a:cubicBezTo>
                      <a:pt x="6368562" y="2836984"/>
                      <a:pt x="4021016" y="3182815"/>
                      <a:pt x="2708032" y="3182815"/>
                    </a:cubicBezTo>
                    <a:cubicBezTo>
                      <a:pt x="1395046" y="3182815"/>
                      <a:pt x="677008" y="2822330"/>
                      <a:pt x="0" y="2813538"/>
                    </a:cubicBezTo>
                    <a:close/>
                  </a:path>
                </a:pathLst>
              </a:custGeom>
              <a:gradFill flip="none" rotWithShape="1">
                <a:gsLst>
                  <a:gs pos="3600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" name="平行四边形 3"/>
              <p:cNvSpPr/>
              <p:nvPr>
                <p:custDataLst>
                  <p:tags r:id="rId4"/>
                </p:custDataLst>
              </p:nvPr>
            </p:nvSpPr>
            <p:spPr>
              <a:xfrm>
                <a:off x="3102757" y="1735191"/>
                <a:ext cx="606566" cy="617854"/>
              </a:xfrm>
              <a:prstGeom prst="parallelogram">
                <a:avLst>
                  <a:gd name="adj" fmla="val 51000"/>
                </a:avLst>
              </a:prstGeom>
              <a:gradFill flip="none" rotWithShape="1">
                <a:gsLst>
                  <a:gs pos="0">
                    <a:schemeClr val="bg1">
                      <a:alpha val="16000"/>
                    </a:schemeClr>
                  </a:gs>
                  <a:gs pos="74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" name="平行四边形 4"/>
              <p:cNvSpPr/>
              <p:nvPr>
                <p:custDataLst>
                  <p:tags r:id="rId5"/>
                </p:custDataLst>
              </p:nvPr>
            </p:nvSpPr>
            <p:spPr>
              <a:xfrm>
                <a:off x="3709323" y="2038830"/>
                <a:ext cx="415953" cy="472011"/>
              </a:xfrm>
              <a:prstGeom prst="parallelogram">
                <a:avLst>
                  <a:gd name="adj" fmla="val 60811"/>
                </a:avLst>
              </a:prstGeom>
              <a:gradFill flip="none" rotWithShape="1">
                <a:gsLst>
                  <a:gs pos="0">
                    <a:schemeClr val="bg1">
                      <a:alpha val="14000"/>
                    </a:schemeClr>
                  </a:gs>
                  <a:gs pos="74000">
                    <a:schemeClr val="bg1">
                      <a:alpha val="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" name="平行四边形 5"/>
              <p:cNvSpPr/>
              <p:nvPr>
                <p:custDataLst>
                  <p:tags r:id="rId6"/>
                </p:custDataLst>
              </p:nvPr>
            </p:nvSpPr>
            <p:spPr>
              <a:xfrm>
                <a:off x="3496774" y="1735191"/>
                <a:ext cx="469452" cy="617854"/>
              </a:xfrm>
              <a:prstGeom prst="parallelogram">
                <a:avLst>
                  <a:gd name="adj" fmla="val 51000"/>
                </a:avLst>
              </a:prstGeom>
              <a:gradFill flip="none" rotWithShape="1">
                <a:gsLst>
                  <a:gs pos="0">
                    <a:schemeClr val="bg1">
                      <a:alpha val="16000"/>
                    </a:schemeClr>
                  </a:gs>
                  <a:gs pos="74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7" name="文本框 6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465383" y="1856841"/>
                <a:ext cx="2184555" cy="38417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1">
                <a:spAutoFit/>
              </a:bodyPr>
              <a:lstStyle/>
              <a:p>
                <a:pPr lvl="0" algn="ctr">
                  <a:lnSpc>
                    <a:spcPct val="125000"/>
                  </a:lnSpc>
                  <a:defRPr/>
                </a:pP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01.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项目介绍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pic>
          <p:nvPicPr>
            <p:cNvPr id="14" name="图片 13" descr="森林 山水风景H5背景"/>
            <p:cNvPicPr>
              <a:picLocks noChangeAspect="1" noChangeArrowheads="1"/>
            </p:cNvPicPr>
            <p:nvPr>
              <p:custDataLst>
                <p:tags r:id="rId8"/>
              </p:custDataLst>
            </p:nvPr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" t="1424" r="-1" b="64360"/>
            <a:stretch>
              <a:fillRect/>
            </a:stretch>
          </p:blipFill>
          <p:spPr bwMode="auto">
            <a:xfrm>
              <a:off x="771086" y="3324829"/>
              <a:ext cx="1787536" cy="1088572"/>
            </a:xfrm>
            <a:custGeom>
              <a:avLst/>
              <a:gdLst>
                <a:gd name="connsiteX0" fmla="*/ 34683 w 2110477"/>
                <a:gd name="connsiteY0" fmla="*/ 0 h 1191872"/>
                <a:gd name="connsiteX1" fmla="*/ 2075794 w 2110477"/>
                <a:gd name="connsiteY1" fmla="*/ 0 h 1191872"/>
                <a:gd name="connsiteX2" fmla="*/ 2110477 w 2110477"/>
                <a:gd name="connsiteY2" fmla="*/ 34683 h 1191872"/>
                <a:gd name="connsiteX3" fmla="*/ 2110477 w 2110477"/>
                <a:gd name="connsiteY3" fmla="*/ 1157189 h 1191872"/>
                <a:gd name="connsiteX4" fmla="*/ 2075794 w 2110477"/>
                <a:gd name="connsiteY4" fmla="*/ 1191872 h 1191872"/>
                <a:gd name="connsiteX5" fmla="*/ 34683 w 2110477"/>
                <a:gd name="connsiteY5" fmla="*/ 1191872 h 1191872"/>
                <a:gd name="connsiteX6" fmla="*/ 0 w 2110477"/>
                <a:gd name="connsiteY6" fmla="*/ 1157189 h 1191872"/>
                <a:gd name="connsiteX7" fmla="*/ 0 w 2110477"/>
                <a:gd name="connsiteY7" fmla="*/ 34683 h 1191872"/>
                <a:gd name="connsiteX8" fmla="*/ 34683 w 2110477"/>
                <a:gd name="connsiteY8" fmla="*/ 0 h 1191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0477" h="1191872">
                  <a:moveTo>
                    <a:pt x="34683" y="0"/>
                  </a:moveTo>
                  <a:lnTo>
                    <a:pt x="2075794" y="0"/>
                  </a:lnTo>
                  <a:cubicBezTo>
                    <a:pt x="2094949" y="0"/>
                    <a:pt x="2110477" y="15528"/>
                    <a:pt x="2110477" y="34683"/>
                  </a:cubicBezTo>
                  <a:lnTo>
                    <a:pt x="2110477" y="1157189"/>
                  </a:lnTo>
                  <a:cubicBezTo>
                    <a:pt x="2110477" y="1176344"/>
                    <a:pt x="2094949" y="1191872"/>
                    <a:pt x="2075794" y="1191872"/>
                  </a:cubicBezTo>
                  <a:lnTo>
                    <a:pt x="34683" y="1191872"/>
                  </a:lnTo>
                  <a:cubicBezTo>
                    <a:pt x="15528" y="1191872"/>
                    <a:pt x="0" y="1176344"/>
                    <a:pt x="0" y="1157189"/>
                  </a:cubicBezTo>
                  <a:lnTo>
                    <a:pt x="0" y="34683"/>
                  </a:lnTo>
                  <a:cubicBezTo>
                    <a:pt x="0" y="15528"/>
                    <a:pt x="15528" y="0"/>
                    <a:pt x="34683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94000">
                  <a:schemeClr val="bg1"/>
                </a:gs>
              </a:gsLst>
              <a:lin ang="2700000" scaled="0"/>
            </a:gradFill>
            <a:ln>
              <a:noFill/>
            </a:ln>
            <a:effectLst>
              <a:outerShdw blurRad="279400" dist="241300" dir="2700000" sx="95000" sy="95000" algn="tl" rotWithShape="0">
                <a:schemeClr val="accent1">
                  <a:alpha val="23000"/>
                </a:schemeClr>
              </a:outerShdw>
            </a:effectLst>
          </p:spPr>
        </p:pic>
        <p:sp>
          <p:nvSpPr>
            <p:cNvPr id="20" name="文本框 19"/>
            <p:cNvSpPr txBox="1"/>
            <p:nvPr>
              <p:custDataLst>
                <p:tags r:id="rId10"/>
              </p:custDataLst>
            </p:nvPr>
          </p:nvSpPr>
          <p:spPr>
            <a:xfrm>
              <a:off x="1403236" y="4412977"/>
              <a:ext cx="609600" cy="408940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Helvetica Neue"/>
                </a:rPr>
                <a:t>背景</a:t>
              </a:r>
              <a:endParaRPr kumimoji="0" lang="zh-CN" altLang="en-US" sz="200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CN Regular" panose="020B0500000000000000" pitchFamily="34" charset="-128"/>
                <a:ea typeface="Source Han Sans CN Regular" panose="020B0500000000000000" pitchFamily="34" charset="-128"/>
                <a:sym typeface="Helvetica Neue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11"/>
              </p:custDataLst>
            </p:nvPr>
          </p:nvSpPr>
          <p:spPr>
            <a:xfrm>
              <a:off x="1403235" y="4767488"/>
              <a:ext cx="609600" cy="408940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Helvetica Neue"/>
                </a:rPr>
                <a:t>来源</a:t>
              </a:r>
              <a:endParaRPr kumimoji="0" lang="zh-CN" altLang="en-US" sz="200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CN Regular" panose="020B0500000000000000" pitchFamily="34" charset="-128"/>
                <a:ea typeface="Source Han Sans CN Regular" panose="020B0500000000000000" pitchFamily="34" charset="-128"/>
                <a:sym typeface="Helvetica Neue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12"/>
              </p:custDataLst>
            </p:nvPr>
          </p:nvSpPr>
          <p:spPr>
            <a:xfrm>
              <a:off x="1147964" y="5143590"/>
              <a:ext cx="1117600" cy="408940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Helvetica Neue"/>
                </a:rPr>
                <a:t>发展趋势</a:t>
              </a:r>
              <a:endParaRPr kumimoji="0" lang="zh-CN" altLang="en-US" sz="200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CN Regular" panose="020B0500000000000000" pitchFamily="34" charset="-128"/>
                <a:ea typeface="Source Han Sans CN Regular" panose="020B0500000000000000" pitchFamily="34" charset="-128"/>
                <a:sym typeface="Helvetica Neue"/>
              </a:endParaRPr>
            </a:p>
          </p:txBody>
        </p:sp>
      </p:grpSp>
      <p:grpSp>
        <p:nvGrpSpPr>
          <p:cNvPr id="39" name="组合 38"/>
          <p:cNvGrpSpPr/>
          <p:nvPr>
            <p:custDataLst>
              <p:tags r:id="rId13"/>
            </p:custDataLst>
          </p:nvPr>
        </p:nvGrpSpPr>
        <p:grpSpPr>
          <a:xfrm>
            <a:off x="2869195" y="2397130"/>
            <a:ext cx="2008910" cy="3874065"/>
            <a:chOff x="2869195" y="2397130"/>
            <a:chExt cx="2008910" cy="3874065"/>
          </a:xfrm>
        </p:grpSpPr>
        <p:grpSp>
          <p:nvGrpSpPr>
            <p:cNvPr id="45" name="组合 44"/>
            <p:cNvGrpSpPr/>
            <p:nvPr/>
          </p:nvGrpSpPr>
          <p:grpSpPr>
            <a:xfrm>
              <a:off x="2869195" y="2397130"/>
              <a:ext cx="2008910" cy="3874065"/>
              <a:chOff x="995233" y="1735191"/>
              <a:chExt cx="3130044" cy="3874065"/>
            </a:xfrm>
          </p:grpSpPr>
          <p:sp>
            <p:nvSpPr>
              <p:cNvPr id="46" name="矩形 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1000437" y="1735191"/>
                <a:ext cx="3119636" cy="3874065"/>
              </a:xfrm>
              <a:prstGeom prst="rect">
                <a:avLst/>
              </a:prstGeom>
              <a:solidFill>
                <a:schemeClr val="bg1"/>
              </a:solidFill>
              <a:ln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7" name="任意形状 65"/>
              <p:cNvSpPr/>
              <p:nvPr>
                <p:custDataLst>
                  <p:tags r:id="rId15"/>
                </p:custDataLst>
              </p:nvPr>
            </p:nvSpPr>
            <p:spPr>
              <a:xfrm>
                <a:off x="995233" y="1735191"/>
                <a:ext cx="3124840" cy="750113"/>
              </a:xfrm>
              <a:custGeom>
                <a:avLst/>
                <a:gdLst>
                  <a:gd name="connsiteX0" fmla="*/ 0 w 12192000"/>
                  <a:gd name="connsiteY0" fmla="*/ 0 h 3182815"/>
                  <a:gd name="connsiteX1" fmla="*/ 12192000 w 12192000"/>
                  <a:gd name="connsiteY1" fmla="*/ 0 h 3182815"/>
                  <a:gd name="connsiteX2" fmla="*/ 12192000 w 12192000"/>
                  <a:gd name="connsiteY2" fmla="*/ 3145025 h 3182815"/>
                  <a:gd name="connsiteX3" fmla="*/ 12143002 w 12192000"/>
                  <a:gd name="connsiteY3" fmla="*/ 3129202 h 3182815"/>
                  <a:gd name="connsiteX4" fmla="*/ 11764108 w 12192000"/>
                  <a:gd name="connsiteY4" fmla="*/ 3042138 h 3182815"/>
                  <a:gd name="connsiteX5" fmla="*/ 7877908 w 12192000"/>
                  <a:gd name="connsiteY5" fmla="*/ 2813538 h 3182815"/>
                  <a:gd name="connsiteX6" fmla="*/ 2708032 w 12192000"/>
                  <a:gd name="connsiteY6" fmla="*/ 3182815 h 3182815"/>
                  <a:gd name="connsiteX7" fmla="*/ 0 w 12192000"/>
                  <a:gd name="connsiteY7" fmla="*/ 2813538 h 3182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2000" h="3182815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3145025"/>
                    </a:lnTo>
                    <a:lnTo>
                      <a:pt x="12143002" y="3129202"/>
                    </a:lnTo>
                    <a:cubicBezTo>
                      <a:pt x="12020184" y="3094846"/>
                      <a:pt x="11893795" y="3065218"/>
                      <a:pt x="11764108" y="3042138"/>
                    </a:cubicBezTo>
                    <a:cubicBezTo>
                      <a:pt x="10726616" y="2857500"/>
                      <a:pt x="9387254" y="2790092"/>
                      <a:pt x="7877908" y="2813538"/>
                    </a:cubicBezTo>
                    <a:cubicBezTo>
                      <a:pt x="6368562" y="2836984"/>
                      <a:pt x="4021016" y="3182815"/>
                      <a:pt x="2708032" y="3182815"/>
                    </a:cubicBezTo>
                    <a:cubicBezTo>
                      <a:pt x="1395046" y="3182815"/>
                      <a:pt x="677008" y="2822330"/>
                      <a:pt x="0" y="2813538"/>
                    </a:cubicBezTo>
                    <a:close/>
                  </a:path>
                </a:pathLst>
              </a:custGeom>
              <a:gradFill flip="none" rotWithShape="1">
                <a:gsLst>
                  <a:gs pos="3600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8" name="平行四边形 47"/>
              <p:cNvSpPr/>
              <p:nvPr>
                <p:custDataLst>
                  <p:tags r:id="rId16"/>
                </p:custDataLst>
              </p:nvPr>
            </p:nvSpPr>
            <p:spPr>
              <a:xfrm>
                <a:off x="3102758" y="1735191"/>
                <a:ext cx="606566" cy="617854"/>
              </a:xfrm>
              <a:prstGeom prst="parallelogram">
                <a:avLst>
                  <a:gd name="adj" fmla="val 51000"/>
                </a:avLst>
              </a:prstGeom>
              <a:gradFill flip="none" rotWithShape="1">
                <a:gsLst>
                  <a:gs pos="0">
                    <a:schemeClr val="bg1">
                      <a:alpha val="16000"/>
                    </a:schemeClr>
                  </a:gs>
                  <a:gs pos="74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9" name="平行四边形 48"/>
              <p:cNvSpPr/>
              <p:nvPr>
                <p:custDataLst>
                  <p:tags r:id="rId17"/>
                </p:custDataLst>
              </p:nvPr>
            </p:nvSpPr>
            <p:spPr>
              <a:xfrm>
                <a:off x="3709324" y="2038830"/>
                <a:ext cx="415953" cy="472011"/>
              </a:xfrm>
              <a:prstGeom prst="parallelogram">
                <a:avLst>
                  <a:gd name="adj" fmla="val 60811"/>
                </a:avLst>
              </a:prstGeom>
              <a:gradFill flip="none" rotWithShape="1">
                <a:gsLst>
                  <a:gs pos="0">
                    <a:schemeClr val="bg1">
                      <a:alpha val="14000"/>
                    </a:schemeClr>
                  </a:gs>
                  <a:gs pos="74000">
                    <a:schemeClr val="bg1">
                      <a:alpha val="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0" name="平行四边形 49"/>
              <p:cNvSpPr/>
              <p:nvPr>
                <p:custDataLst>
                  <p:tags r:id="rId18"/>
                </p:custDataLst>
              </p:nvPr>
            </p:nvSpPr>
            <p:spPr>
              <a:xfrm>
                <a:off x="3496774" y="1735191"/>
                <a:ext cx="469452" cy="617854"/>
              </a:xfrm>
              <a:prstGeom prst="parallelogram">
                <a:avLst>
                  <a:gd name="adj" fmla="val 51000"/>
                </a:avLst>
              </a:prstGeom>
              <a:gradFill flip="none" rotWithShape="1">
                <a:gsLst>
                  <a:gs pos="0">
                    <a:schemeClr val="bg1">
                      <a:alpha val="16000"/>
                    </a:schemeClr>
                  </a:gs>
                  <a:gs pos="74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1" name="文本框 50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1465371" y="1856840"/>
                <a:ext cx="2184554" cy="38417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1">
                <a:spAutoFit/>
              </a:bodyPr>
              <a:lstStyle/>
              <a:p>
                <a:pPr algn="ctr">
                  <a:lnSpc>
                    <a:spcPct val="125000"/>
                  </a:lnSpc>
                  <a:defRPr/>
                </a:pP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02.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市场分析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pic>
          <p:nvPicPr>
            <p:cNvPr id="15" name="图片 14" descr="森林 山水风景H5背景"/>
            <p:cNvPicPr>
              <a:picLocks noChangeAspect="1" noChangeArrowheads="1"/>
            </p:cNvPicPr>
            <p:nvPr>
              <p:custDataLst>
                <p:tags r:id="rId20"/>
              </p:custDataLst>
            </p:nvPr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" t="1424" r="-1" b="64360"/>
            <a:stretch>
              <a:fillRect/>
            </a:stretch>
          </p:blipFill>
          <p:spPr bwMode="auto">
            <a:xfrm>
              <a:off x="2968172" y="3324829"/>
              <a:ext cx="1787536" cy="1088572"/>
            </a:xfrm>
            <a:custGeom>
              <a:avLst/>
              <a:gdLst>
                <a:gd name="connsiteX0" fmla="*/ 34683 w 2110477"/>
                <a:gd name="connsiteY0" fmla="*/ 0 h 1191872"/>
                <a:gd name="connsiteX1" fmla="*/ 2075794 w 2110477"/>
                <a:gd name="connsiteY1" fmla="*/ 0 h 1191872"/>
                <a:gd name="connsiteX2" fmla="*/ 2110477 w 2110477"/>
                <a:gd name="connsiteY2" fmla="*/ 34683 h 1191872"/>
                <a:gd name="connsiteX3" fmla="*/ 2110477 w 2110477"/>
                <a:gd name="connsiteY3" fmla="*/ 1157189 h 1191872"/>
                <a:gd name="connsiteX4" fmla="*/ 2075794 w 2110477"/>
                <a:gd name="connsiteY4" fmla="*/ 1191872 h 1191872"/>
                <a:gd name="connsiteX5" fmla="*/ 34683 w 2110477"/>
                <a:gd name="connsiteY5" fmla="*/ 1191872 h 1191872"/>
                <a:gd name="connsiteX6" fmla="*/ 0 w 2110477"/>
                <a:gd name="connsiteY6" fmla="*/ 1157189 h 1191872"/>
                <a:gd name="connsiteX7" fmla="*/ 0 w 2110477"/>
                <a:gd name="connsiteY7" fmla="*/ 34683 h 1191872"/>
                <a:gd name="connsiteX8" fmla="*/ 34683 w 2110477"/>
                <a:gd name="connsiteY8" fmla="*/ 0 h 1191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0477" h="1191872">
                  <a:moveTo>
                    <a:pt x="34683" y="0"/>
                  </a:moveTo>
                  <a:lnTo>
                    <a:pt x="2075794" y="0"/>
                  </a:lnTo>
                  <a:cubicBezTo>
                    <a:pt x="2094949" y="0"/>
                    <a:pt x="2110477" y="15528"/>
                    <a:pt x="2110477" y="34683"/>
                  </a:cubicBezTo>
                  <a:lnTo>
                    <a:pt x="2110477" y="1157189"/>
                  </a:lnTo>
                  <a:cubicBezTo>
                    <a:pt x="2110477" y="1176344"/>
                    <a:pt x="2094949" y="1191872"/>
                    <a:pt x="2075794" y="1191872"/>
                  </a:cubicBezTo>
                  <a:lnTo>
                    <a:pt x="34683" y="1191872"/>
                  </a:lnTo>
                  <a:cubicBezTo>
                    <a:pt x="15528" y="1191872"/>
                    <a:pt x="0" y="1176344"/>
                    <a:pt x="0" y="1157189"/>
                  </a:cubicBezTo>
                  <a:lnTo>
                    <a:pt x="0" y="34683"/>
                  </a:lnTo>
                  <a:cubicBezTo>
                    <a:pt x="0" y="15528"/>
                    <a:pt x="15528" y="0"/>
                    <a:pt x="34683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94000">
                  <a:schemeClr val="bg1"/>
                </a:gs>
              </a:gsLst>
              <a:lin ang="2700000" scaled="0"/>
            </a:gradFill>
            <a:ln>
              <a:noFill/>
            </a:ln>
            <a:effectLst>
              <a:outerShdw blurRad="279400" dist="241300" dir="2700000" sx="95000" sy="95000" algn="tl" rotWithShape="0">
                <a:schemeClr val="accent1">
                  <a:alpha val="23000"/>
                </a:schemeClr>
              </a:outerShdw>
            </a:effectLst>
          </p:spPr>
        </p:pic>
        <p:sp>
          <p:nvSpPr>
            <p:cNvPr id="23" name="文本框 22"/>
            <p:cNvSpPr txBox="1"/>
            <p:nvPr>
              <p:custDataLst>
                <p:tags r:id="rId21"/>
              </p:custDataLst>
            </p:nvPr>
          </p:nvSpPr>
          <p:spPr>
            <a:xfrm>
              <a:off x="3357431" y="4412977"/>
              <a:ext cx="1117600" cy="408940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Helvetica Neue"/>
                </a:rPr>
                <a:t>市场</a:t>
              </a:r>
              <a:r>
                <a:rPr kumimoji="0" lang="zh-CN" altLang="en-US" sz="200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Helvetica Neue"/>
                </a:rPr>
                <a:t>规模</a:t>
              </a:r>
              <a:endParaRPr kumimoji="0" lang="zh-CN" altLang="en-US" sz="200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CN Regular" panose="020B0500000000000000" pitchFamily="34" charset="-128"/>
                <a:ea typeface="Source Han Sans CN Regular" panose="020B0500000000000000" pitchFamily="34" charset="-128"/>
                <a:sym typeface="Helvetica Neue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22"/>
              </p:custDataLst>
            </p:nvPr>
          </p:nvSpPr>
          <p:spPr>
            <a:xfrm>
              <a:off x="3323779" y="4822098"/>
              <a:ext cx="1117600" cy="408940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Helvetica Neue"/>
                </a:rPr>
                <a:t>市场份额</a:t>
              </a:r>
              <a:endParaRPr kumimoji="0" lang="zh-CN" altLang="en-US" sz="200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CN Regular" panose="020B0500000000000000" pitchFamily="34" charset="-128"/>
                <a:ea typeface="Source Han Sans CN Regular" panose="020B0500000000000000" pitchFamily="34" charset="-128"/>
                <a:sym typeface="Helvetica Neue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23"/>
              </p:custDataLst>
            </p:nvPr>
          </p:nvSpPr>
          <p:spPr>
            <a:xfrm>
              <a:off x="3130101" y="5176610"/>
              <a:ext cx="1625600" cy="408940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Helvetica Neue"/>
                </a:rPr>
                <a:t>产品属性</a:t>
              </a:r>
              <a:r>
                <a:rPr kumimoji="0" lang="zh-CN" altLang="en-US" sz="200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Helvetica Neue"/>
                </a:rPr>
                <a:t>趋势</a:t>
              </a:r>
              <a:endParaRPr kumimoji="0" lang="zh-CN" altLang="en-US" sz="200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CN Regular" panose="020B0500000000000000" pitchFamily="34" charset="-128"/>
                <a:ea typeface="Source Han Sans CN Regular" panose="020B0500000000000000" pitchFamily="34" charset="-128"/>
                <a:sym typeface="Helvetica Neue"/>
              </a:endParaRPr>
            </a:p>
          </p:txBody>
        </p:sp>
      </p:grpSp>
      <p:grpSp>
        <p:nvGrpSpPr>
          <p:cNvPr id="38" name="组合 37"/>
          <p:cNvGrpSpPr/>
          <p:nvPr>
            <p:custDataLst>
              <p:tags r:id="rId24"/>
            </p:custDataLst>
          </p:nvPr>
        </p:nvGrpSpPr>
        <p:grpSpPr>
          <a:xfrm>
            <a:off x="5130060" y="2397130"/>
            <a:ext cx="2008910" cy="3874065"/>
            <a:chOff x="5077990" y="2397130"/>
            <a:chExt cx="2008910" cy="3874065"/>
          </a:xfrm>
        </p:grpSpPr>
        <p:grpSp>
          <p:nvGrpSpPr>
            <p:cNvPr id="53" name="组合 52"/>
            <p:cNvGrpSpPr/>
            <p:nvPr/>
          </p:nvGrpSpPr>
          <p:grpSpPr>
            <a:xfrm>
              <a:off x="5077990" y="2397130"/>
              <a:ext cx="2008910" cy="3874065"/>
              <a:chOff x="995233" y="1735191"/>
              <a:chExt cx="3130044" cy="3874065"/>
            </a:xfrm>
          </p:grpSpPr>
          <p:sp>
            <p:nvSpPr>
              <p:cNvPr id="54" name="矩形 53"/>
              <p:cNvSpPr/>
              <p:nvPr>
                <p:custDataLst>
                  <p:tags r:id="rId25"/>
                </p:custDataLst>
              </p:nvPr>
            </p:nvSpPr>
            <p:spPr>
              <a:xfrm>
                <a:off x="1000437" y="1735191"/>
                <a:ext cx="3119636" cy="3874065"/>
              </a:xfrm>
              <a:prstGeom prst="rect">
                <a:avLst/>
              </a:prstGeom>
              <a:solidFill>
                <a:schemeClr val="bg1"/>
              </a:solidFill>
              <a:ln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5" name="任意形状 65"/>
              <p:cNvSpPr/>
              <p:nvPr>
                <p:custDataLst>
                  <p:tags r:id="rId26"/>
                </p:custDataLst>
              </p:nvPr>
            </p:nvSpPr>
            <p:spPr>
              <a:xfrm>
                <a:off x="995233" y="1735191"/>
                <a:ext cx="3124840" cy="750113"/>
              </a:xfrm>
              <a:custGeom>
                <a:avLst/>
                <a:gdLst>
                  <a:gd name="connsiteX0" fmla="*/ 0 w 12192000"/>
                  <a:gd name="connsiteY0" fmla="*/ 0 h 3182815"/>
                  <a:gd name="connsiteX1" fmla="*/ 12192000 w 12192000"/>
                  <a:gd name="connsiteY1" fmla="*/ 0 h 3182815"/>
                  <a:gd name="connsiteX2" fmla="*/ 12192000 w 12192000"/>
                  <a:gd name="connsiteY2" fmla="*/ 3145025 h 3182815"/>
                  <a:gd name="connsiteX3" fmla="*/ 12143002 w 12192000"/>
                  <a:gd name="connsiteY3" fmla="*/ 3129202 h 3182815"/>
                  <a:gd name="connsiteX4" fmla="*/ 11764108 w 12192000"/>
                  <a:gd name="connsiteY4" fmla="*/ 3042138 h 3182815"/>
                  <a:gd name="connsiteX5" fmla="*/ 7877908 w 12192000"/>
                  <a:gd name="connsiteY5" fmla="*/ 2813538 h 3182815"/>
                  <a:gd name="connsiteX6" fmla="*/ 2708032 w 12192000"/>
                  <a:gd name="connsiteY6" fmla="*/ 3182815 h 3182815"/>
                  <a:gd name="connsiteX7" fmla="*/ 0 w 12192000"/>
                  <a:gd name="connsiteY7" fmla="*/ 2813538 h 3182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2000" h="3182815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3145025"/>
                    </a:lnTo>
                    <a:lnTo>
                      <a:pt x="12143002" y="3129202"/>
                    </a:lnTo>
                    <a:cubicBezTo>
                      <a:pt x="12020184" y="3094846"/>
                      <a:pt x="11893795" y="3065218"/>
                      <a:pt x="11764108" y="3042138"/>
                    </a:cubicBezTo>
                    <a:cubicBezTo>
                      <a:pt x="10726616" y="2857500"/>
                      <a:pt x="9387254" y="2790092"/>
                      <a:pt x="7877908" y="2813538"/>
                    </a:cubicBezTo>
                    <a:cubicBezTo>
                      <a:pt x="6368562" y="2836984"/>
                      <a:pt x="4021016" y="3182815"/>
                      <a:pt x="2708032" y="3182815"/>
                    </a:cubicBezTo>
                    <a:cubicBezTo>
                      <a:pt x="1395046" y="3182815"/>
                      <a:pt x="677008" y="2822330"/>
                      <a:pt x="0" y="2813538"/>
                    </a:cubicBezTo>
                    <a:close/>
                  </a:path>
                </a:pathLst>
              </a:custGeom>
              <a:gradFill flip="none" rotWithShape="1">
                <a:gsLst>
                  <a:gs pos="3600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6" name="平行四边形 55"/>
              <p:cNvSpPr/>
              <p:nvPr>
                <p:custDataLst>
                  <p:tags r:id="rId27"/>
                </p:custDataLst>
              </p:nvPr>
            </p:nvSpPr>
            <p:spPr>
              <a:xfrm>
                <a:off x="3102758" y="1735191"/>
                <a:ext cx="606566" cy="617854"/>
              </a:xfrm>
              <a:prstGeom prst="parallelogram">
                <a:avLst>
                  <a:gd name="adj" fmla="val 51000"/>
                </a:avLst>
              </a:prstGeom>
              <a:gradFill flip="none" rotWithShape="1">
                <a:gsLst>
                  <a:gs pos="0">
                    <a:schemeClr val="bg1">
                      <a:alpha val="16000"/>
                    </a:schemeClr>
                  </a:gs>
                  <a:gs pos="74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7" name="平行四边形 56"/>
              <p:cNvSpPr/>
              <p:nvPr>
                <p:custDataLst>
                  <p:tags r:id="rId28"/>
                </p:custDataLst>
              </p:nvPr>
            </p:nvSpPr>
            <p:spPr>
              <a:xfrm>
                <a:off x="3709324" y="2038830"/>
                <a:ext cx="415953" cy="472011"/>
              </a:xfrm>
              <a:prstGeom prst="parallelogram">
                <a:avLst>
                  <a:gd name="adj" fmla="val 60811"/>
                </a:avLst>
              </a:prstGeom>
              <a:gradFill flip="none" rotWithShape="1">
                <a:gsLst>
                  <a:gs pos="0">
                    <a:schemeClr val="bg1">
                      <a:alpha val="14000"/>
                    </a:schemeClr>
                  </a:gs>
                  <a:gs pos="74000">
                    <a:schemeClr val="bg1">
                      <a:alpha val="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8" name="平行四边形 57"/>
              <p:cNvSpPr/>
              <p:nvPr>
                <p:custDataLst>
                  <p:tags r:id="rId29"/>
                </p:custDataLst>
              </p:nvPr>
            </p:nvSpPr>
            <p:spPr>
              <a:xfrm>
                <a:off x="3496774" y="1735191"/>
                <a:ext cx="469452" cy="617854"/>
              </a:xfrm>
              <a:prstGeom prst="parallelogram">
                <a:avLst>
                  <a:gd name="adj" fmla="val 51000"/>
                </a:avLst>
              </a:prstGeom>
              <a:gradFill flip="none" rotWithShape="1">
                <a:gsLst>
                  <a:gs pos="0">
                    <a:schemeClr val="bg1">
                      <a:alpha val="16000"/>
                    </a:schemeClr>
                  </a:gs>
                  <a:gs pos="74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9" name="文本框 58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1040436" y="1875890"/>
                <a:ext cx="3034432" cy="34607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1">
                <a:spAutoFit/>
              </a:bodyPr>
              <a:lstStyle/>
              <a:p>
                <a:pPr algn="ctr">
                  <a:lnSpc>
                    <a:spcPct val="125000"/>
                  </a:lnSpc>
                  <a:defRPr/>
                </a:pP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03.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风险分析及对策</a:t>
                </a:r>
                <a:endPara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pic>
          <p:nvPicPr>
            <p:cNvPr id="16" name="图片 15" descr="森林 山水风景H5背景"/>
            <p:cNvPicPr>
              <a:picLocks noChangeAspect="1" noChangeArrowheads="1"/>
            </p:cNvPicPr>
            <p:nvPr>
              <p:custDataLst>
                <p:tags r:id="rId31"/>
              </p:custDataLst>
            </p:nvPr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" t="1424" r="-1" b="64360"/>
            <a:stretch>
              <a:fillRect/>
            </a:stretch>
          </p:blipFill>
          <p:spPr bwMode="auto">
            <a:xfrm>
              <a:off x="5202232" y="3324829"/>
              <a:ext cx="1787536" cy="1088572"/>
            </a:xfrm>
            <a:custGeom>
              <a:avLst/>
              <a:gdLst>
                <a:gd name="connsiteX0" fmla="*/ 34683 w 2110477"/>
                <a:gd name="connsiteY0" fmla="*/ 0 h 1191872"/>
                <a:gd name="connsiteX1" fmla="*/ 2075794 w 2110477"/>
                <a:gd name="connsiteY1" fmla="*/ 0 h 1191872"/>
                <a:gd name="connsiteX2" fmla="*/ 2110477 w 2110477"/>
                <a:gd name="connsiteY2" fmla="*/ 34683 h 1191872"/>
                <a:gd name="connsiteX3" fmla="*/ 2110477 w 2110477"/>
                <a:gd name="connsiteY3" fmla="*/ 1157189 h 1191872"/>
                <a:gd name="connsiteX4" fmla="*/ 2075794 w 2110477"/>
                <a:gd name="connsiteY4" fmla="*/ 1191872 h 1191872"/>
                <a:gd name="connsiteX5" fmla="*/ 34683 w 2110477"/>
                <a:gd name="connsiteY5" fmla="*/ 1191872 h 1191872"/>
                <a:gd name="connsiteX6" fmla="*/ 0 w 2110477"/>
                <a:gd name="connsiteY6" fmla="*/ 1157189 h 1191872"/>
                <a:gd name="connsiteX7" fmla="*/ 0 w 2110477"/>
                <a:gd name="connsiteY7" fmla="*/ 34683 h 1191872"/>
                <a:gd name="connsiteX8" fmla="*/ 34683 w 2110477"/>
                <a:gd name="connsiteY8" fmla="*/ 0 h 1191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0477" h="1191872">
                  <a:moveTo>
                    <a:pt x="34683" y="0"/>
                  </a:moveTo>
                  <a:lnTo>
                    <a:pt x="2075794" y="0"/>
                  </a:lnTo>
                  <a:cubicBezTo>
                    <a:pt x="2094949" y="0"/>
                    <a:pt x="2110477" y="15528"/>
                    <a:pt x="2110477" y="34683"/>
                  </a:cubicBezTo>
                  <a:lnTo>
                    <a:pt x="2110477" y="1157189"/>
                  </a:lnTo>
                  <a:cubicBezTo>
                    <a:pt x="2110477" y="1176344"/>
                    <a:pt x="2094949" y="1191872"/>
                    <a:pt x="2075794" y="1191872"/>
                  </a:cubicBezTo>
                  <a:lnTo>
                    <a:pt x="34683" y="1191872"/>
                  </a:lnTo>
                  <a:cubicBezTo>
                    <a:pt x="15528" y="1191872"/>
                    <a:pt x="0" y="1176344"/>
                    <a:pt x="0" y="1157189"/>
                  </a:cubicBezTo>
                  <a:lnTo>
                    <a:pt x="0" y="34683"/>
                  </a:lnTo>
                  <a:cubicBezTo>
                    <a:pt x="0" y="15528"/>
                    <a:pt x="15528" y="0"/>
                    <a:pt x="34683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94000">
                  <a:schemeClr val="bg1"/>
                </a:gs>
              </a:gsLst>
              <a:lin ang="2700000" scaled="0"/>
            </a:gradFill>
            <a:ln>
              <a:noFill/>
            </a:ln>
            <a:effectLst>
              <a:outerShdw blurRad="279400" dist="241300" dir="2700000" sx="95000" sy="95000" algn="tl" rotWithShape="0">
                <a:schemeClr val="accent1">
                  <a:alpha val="23000"/>
                </a:schemeClr>
              </a:outerShdw>
            </a:effectLst>
          </p:spPr>
        </p:pic>
        <p:sp>
          <p:nvSpPr>
            <p:cNvPr id="26" name="文本框 25"/>
            <p:cNvSpPr txBox="1"/>
            <p:nvPr>
              <p:custDataLst>
                <p:tags r:id="rId32"/>
              </p:custDataLst>
            </p:nvPr>
          </p:nvSpPr>
          <p:spPr>
            <a:xfrm>
              <a:off x="5537839" y="4414247"/>
              <a:ext cx="1117600" cy="408940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Helvetica Neue"/>
                </a:rPr>
                <a:t>风险</a:t>
              </a:r>
              <a:r>
                <a:rPr kumimoji="0" lang="zh-CN" altLang="en-US" sz="200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Helvetica Neue"/>
                </a:rPr>
                <a:t>规避</a:t>
              </a:r>
              <a:endParaRPr kumimoji="0" lang="zh-CN" altLang="en-US" sz="200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CN Regular" panose="020B0500000000000000" pitchFamily="34" charset="-128"/>
                <a:ea typeface="Source Han Sans CN Regular" panose="020B0500000000000000" pitchFamily="34" charset="-128"/>
                <a:sym typeface="Helvetica Neue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33"/>
              </p:custDataLst>
            </p:nvPr>
          </p:nvSpPr>
          <p:spPr>
            <a:xfrm>
              <a:off x="5538473" y="4824639"/>
              <a:ext cx="1117600" cy="408940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Helvetica Neue"/>
                </a:rPr>
                <a:t>承担</a:t>
              </a:r>
              <a:r>
                <a:rPr kumimoji="0" lang="zh-CN" altLang="en-US" sz="200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Helvetica Neue"/>
                </a:rPr>
                <a:t>风险</a:t>
              </a:r>
              <a:endParaRPr kumimoji="0" lang="zh-CN" altLang="en-US" sz="200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CN Regular" panose="020B0500000000000000" pitchFamily="34" charset="-128"/>
                <a:ea typeface="Source Han Sans CN Regular" panose="020B0500000000000000" pitchFamily="34" charset="-128"/>
                <a:sym typeface="Helvetica Neue"/>
              </a:endParaRPr>
            </a:p>
          </p:txBody>
        </p:sp>
        <p:sp>
          <p:nvSpPr>
            <p:cNvPr id="28" name="文本框 27"/>
            <p:cNvSpPr txBox="1"/>
            <p:nvPr>
              <p:custDataLst>
                <p:tags r:id="rId34"/>
              </p:custDataLst>
            </p:nvPr>
          </p:nvSpPr>
          <p:spPr>
            <a:xfrm>
              <a:off x="5568953" y="5177245"/>
              <a:ext cx="1117600" cy="408940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Helvetica Neue"/>
                </a:rPr>
                <a:t>风险</a:t>
              </a:r>
              <a:r>
                <a:rPr kumimoji="0" lang="zh-CN" altLang="en-US" sz="200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Helvetica Neue"/>
                </a:rPr>
                <a:t>转移</a:t>
              </a:r>
              <a:endParaRPr kumimoji="0" lang="zh-CN" altLang="en-US" sz="200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CN Regular" panose="020B0500000000000000" pitchFamily="34" charset="-128"/>
                <a:ea typeface="Source Han Sans CN Regular" panose="020B0500000000000000" pitchFamily="34" charset="-128"/>
                <a:sym typeface="Helvetica Neue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35"/>
            </p:custDataLst>
          </p:nvPr>
        </p:nvGrpSpPr>
        <p:grpSpPr>
          <a:xfrm>
            <a:off x="7286785" y="2397130"/>
            <a:ext cx="2008911" cy="3874065"/>
            <a:chOff x="7286785" y="2397130"/>
            <a:chExt cx="2008911" cy="3874065"/>
          </a:xfrm>
        </p:grpSpPr>
        <p:grpSp>
          <p:nvGrpSpPr>
            <p:cNvPr id="61" name="组合 60"/>
            <p:cNvGrpSpPr/>
            <p:nvPr/>
          </p:nvGrpSpPr>
          <p:grpSpPr>
            <a:xfrm>
              <a:off x="7286785" y="2397130"/>
              <a:ext cx="2008911" cy="3874065"/>
              <a:chOff x="995233" y="1735191"/>
              <a:chExt cx="3130044" cy="3874065"/>
            </a:xfrm>
          </p:grpSpPr>
          <p:sp>
            <p:nvSpPr>
              <p:cNvPr id="62" name="矩形 61"/>
              <p:cNvSpPr/>
              <p:nvPr>
                <p:custDataLst>
                  <p:tags r:id="rId36"/>
                </p:custDataLst>
              </p:nvPr>
            </p:nvSpPr>
            <p:spPr>
              <a:xfrm>
                <a:off x="1000437" y="1735191"/>
                <a:ext cx="3119636" cy="3874065"/>
              </a:xfrm>
              <a:prstGeom prst="rect">
                <a:avLst/>
              </a:prstGeom>
              <a:solidFill>
                <a:schemeClr val="bg1"/>
              </a:solidFill>
              <a:ln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3" name="任意形状 65"/>
              <p:cNvSpPr/>
              <p:nvPr>
                <p:custDataLst>
                  <p:tags r:id="rId37"/>
                </p:custDataLst>
              </p:nvPr>
            </p:nvSpPr>
            <p:spPr>
              <a:xfrm>
                <a:off x="995233" y="1735191"/>
                <a:ext cx="3124840" cy="750113"/>
              </a:xfrm>
              <a:custGeom>
                <a:avLst/>
                <a:gdLst>
                  <a:gd name="connsiteX0" fmla="*/ 0 w 12192000"/>
                  <a:gd name="connsiteY0" fmla="*/ 0 h 3182815"/>
                  <a:gd name="connsiteX1" fmla="*/ 12192000 w 12192000"/>
                  <a:gd name="connsiteY1" fmla="*/ 0 h 3182815"/>
                  <a:gd name="connsiteX2" fmla="*/ 12192000 w 12192000"/>
                  <a:gd name="connsiteY2" fmla="*/ 3145025 h 3182815"/>
                  <a:gd name="connsiteX3" fmla="*/ 12143002 w 12192000"/>
                  <a:gd name="connsiteY3" fmla="*/ 3129202 h 3182815"/>
                  <a:gd name="connsiteX4" fmla="*/ 11764108 w 12192000"/>
                  <a:gd name="connsiteY4" fmla="*/ 3042138 h 3182815"/>
                  <a:gd name="connsiteX5" fmla="*/ 7877908 w 12192000"/>
                  <a:gd name="connsiteY5" fmla="*/ 2813538 h 3182815"/>
                  <a:gd name="connsiteX6" fmla="*/ 2708032 w 12192000"/>
                  <a:gd name="connsiteY6" fmla="*/ 3182815 h 3182815"/>
                  <a:gd name="connsiteX7" fmla="*/ 0 w 12192000"/>
                  <a:gd name="connsiteY7" fmla="*/ 2813538 h 3182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2000" h="3182815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3145025"/>
                    </a:lnTo>
                    <a:lnTo>
                      <a:pt x="12143002" y="3129202"/>
                    </a:lnTo>
                    <a:cubicBezTo>
                      <a:pt x="12020184" y="3094846"/>
                      <a:pt x="11893795" y="3065218"/>
                      <a:pt x="11764108" y="3042138"/>
                    </a:cubicBezTo>
                    <a:cubicBezTo>
                      <a:pt x="10726616" y="2857500"/>
                      <a:pt x="9387254" y="2790092"/>
                      <a:pt x="7877908" y="2813538"/>
                    </a:cubicBezTo>
                    <a:cubicBezTo>
                      <a:pt x="6368562" y="2836984"/>
                      <a:pt x="4021016" y="3182815"/>
                      <a:pt x="2708032" y="3182815"/>
                    </a:cubicBezTo>
                    <a:cubicBezTo>
                      <a:pt x="1395046" y="3182815"/>
                      <a:pt x="677008" y="2822330"/>
                      <a:pt x="0" y="2813538"/>
                    </a:cubicBezTo>
                    <a:close/>
                  </a:path>
                </a:pathLst>
              </a:custGeom>
              <a:gradFill flip="none" rotWithShape="1">
                <a:gsLst>
                  <a:gs pos="3600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4" name="平行四边形 63"/>
              <p:cNvSpPr/>
              <p:nvPr>
                <p:custDataLst>
                  <p:tags r:id="rId38"/>
                </p:custDataLst>
              </p:nvPr>
            </p:nvSpPr>
            <p:spPr>
              <a:xfrm>
                <a:off x="3102758" y="1735191"/>
                <a:ext cx="606566" cy="617854"/>
              </a:xfrm>
              <a:prstGeom prst="parallelogram">
                <a:avLst>
                  <a:gd name="adj" fmla="val 51000"/>
                </a:avLst>
              </a:prstGeom>
              <a:gradFill flip="none" rotWithShape="1">
                <a:gsLst>
                  <a:gs pos="0">
                    <a:schemeClr val="bg1">
                      <a:alpha val="16000"/>
                    </a:schemeClr>
                  </a:gs>
                  <a:gs pos="74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5" name="平行四边形 64"/>
              <p:cNvSpPr/>
              <p:nvPr>
                <p:custDataLst>
                  <p:tags r:id="rId39"/>
                </p:custDataLst>
              </p:nvPr>
            </p:nvSpPr>
            <p:spPr>
              <a:xfrm>
                <a:off x="3709324" y="2038830"/>
                <a:ext cx="415953" cy="472011"/>
              </a:xfrm>
              <a:prstGeom prst="parallelogram">
                <a:avLst>
                  <a:gd name="adj" fmla="val 60811"/>
                </a:avLst>
              </a:prstGeom>
              <a:gradFill flip="none" rotWithShape="1">
                <a:gsLst>
                  <a:gs pos="0">
                    <a:schemeClr val="bg1">
                      <a:alpha val="14000"/>
                    </a:schemeClr>
                  </a:gs>
                  <a:gs pos="74000">
                    <a:schemeClr val="bg1">
                      <a:alpha val="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6" name="平行四边形 65"/>
              <p:cNvSpPr/>
              <p:nvPr>
                <p:custDataLst>
                  <p:tags r:id="rId40"/>
                </p:custDataLst>
              </p:nvPr>
            </p:nvSpPr>
            <p:spPr>
              <a:xfrm>
                <a:off x="3496774" y="1735191"/>
                <a:ext cx="469452" cy="617854"/>
              </a:xfrm>
              <a:prstGeom prst="parallelogram">
                <a:avLst>
                  <a:gd name="adj" fmla="val 51000"/>
                </a:avLst>
              </a:prstGeom>
              <a:gradFill flip="none" rotWithShape="1">
                <a:gsLst>
                  <a:gs pos="0">
                    <a:schemeClr val="bg1">
                      <a:alpha val="16000"/>
                    </a:schemeClr>
                  </a:gs>
                  <a:gs pos="74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7" name="文本框 66"/>
              <p:cNvSpPr txBox="1"/>
              <p:nvPr>
                <p:custDataLst>
                  <p:tags r:id="rId41"/>
                </p:custDataLst>
              </p:nvPr>
            </p:nvSpPr>
            <p:spPr>
              <a:xfrm>
                <a:off x="1267499" y="1856840"/>
                <a:ext cx="2580305" cy="38417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1">
                <a:spAutoFit/>
              </a:bodyPr>
              <a:lstStyle/>
              <a:p>
                <a:pPr lvl="0" algn="ctr">
                  <a:lnSpc>
                    <a:spcPct val="125000"/>
                  </a:lnSpc>
                  <a:defRPr/>
                </a:pP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04.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市场与销售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pic>
          <p:nvPicPr>
            <p:cNvPr id="17" name="图片 16" descr="森林 山水风景H5背景"/>
            <p:cNvPicPr>
              <a:picLocks noChangeAspect="1" noChangeArrowheads="1"/>
            </p:cNvPicPr>
            <p:nvPr>
              <p:custDataLst>
                <p:tags r:id="rId42"/>
              </p:custDataLst>
            </p:nvPr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" t="1424" r="-1" b="64360"/>
            <a:stretch>
              <a:fillRect/>
            </a:stretch>
          </p:blipFill>
          <p:spPr bwMode="auto">
            <a:xfrm>
              <a:off x="7408404" y="3324829"/>
              <a:ext cx="1787536" cy="1088572"/>
            </a:xfrm>
            <a:custGeom>
              <a:avLst/>
              <a:gdLst>
                <a:gd name="connsiteX0" fmla="*/ 34683 w 2110477"/>
                <a:gd name="connsiteY0" fmla="*/ 0 h 1191872"/>
                <a:gd name="connsiteX1" fmla="*/ 2075794 w 2110477"/>
                <a:gd name="connsiteY1" fmla="*/ 0 h 1191872"/>
                <a:gd name="connsiteX2" fmla="*/ 2110477 w 2110477"/>
                <a:gd name="connsiteY2" fmla="*/ 34683 h 1191872"/>
                <a:gd name="connsiteX3" fmla="*/ 2110477 w 2110477"/>
                <a:gd name="connsiteY3" fmla="*/ 1157189 h 1191872"/>
                <a:gd name="connsiteX4" fmla="*/ 2075794 w 2110477"/>
                <a:gd name="connsiteY4" fmla="*/ 1191872 h 1191872"/>
                <a:gd name="connsiteX5" fmla="*/ 34683 w 2110477"/>
                <a:gd name="connsiteY5" fmla="*/ 1191872 h 1191872"/>
                <a:gd name="connsiteX6" fmla="*/ 0 w 2110477"/>
                <a:gd name="connsiteY6" fmla="*/ 1157189 h 1191872"/>
                <a:gd name="connsiteX7" fmla="*/ 0 w 2110477"/>
                <a:gd name="connsiteY7" fmla="*/ 34683 h 1191872"/>
                <a:gd name="connsiteX8" fmla="*/ 34683 w 2110477"/>
                <a:gd name="connsiteY8" fmla="*/ 0 h 1191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0477" h="1191872">
                  <a:moveTo>
                    <a:pt x="34683" y="0"/>
                  </a:moveTo>
                  <a:lnTo>
                    <a:pt x="2075794" y="0"/>
                  </a:lnTo>
                  <a:cubicBezTo>
                    <a:pt x="2094949" y="0"/>
                    <a:pt x="2110477" y="15528"/>
                    <a:pt x="2110477" y="34683"/>
                  </a:cubicBezTo>
                  <a:lnTo>
                    <a:pt x="2110477" y="1157189"/>
                  </a:lnTo>
                  <a:cubicBezTo>
                    <a:pt x="2110477" y="1176344"/>
                    <a:pt x="2094949" y="1191872"/>
                    <a:pt x="2075794" y="1191872"/>
                  </a:cubicBezTo>
                  <a:lnTo>
                    <a:pt x="34683" y="1191872"/>
                  </a:lnTo>
                  <a:cubicBezTo>
                    <a:pt x="15528" y="1191872"/>
                    <a:pt x="0" y="1176344"/>
                    <a:pt x="0" y="1157189"/>
                  </a:cubicBezTo>
                  <a:lnTo>
                    <a:pt x="0" y="34683"/>
                  </a:lnTo>
                  <a:cubicBezTo>
                    <a:pt x="0" y="15528"/>
                    <a:pt x="15528" y="0"/>
                    <a:pt x="34683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94000">
                  <a:schemeClr val="bg1"/>
                </a:gs>
              </a:gsLst>
              <a:lin ang="2700000" scaled="0"/>
            </a:gradFill>
            <a:ln>
              <a:noFill/>
            </a:ln>
            <a:effectLst>
              <a:outerShdw blurRad="279400" dist="241300" dir="2700000" sx="95000" sy="95000" algn="tl" rotWithShape="0">
                <a:schemeClr val="accent1">
                  <a:alpha val="23000"/>
                </a:schemeClr>
              </a:outerShdw>
            </a:effectLst>
          </p:spPr>
        </p:pic>
        <p:sp>
          <p:nvSpPr>
            <p:cNvPr id="29" name="文本框 28"/>
            <p:cNvSpPr txBox="1"/>
            <p:nvPr>
              <p:custDataLst>
                <p:tags r:id="rId43"/>
              </p:custDataLst>
            </p:nvPr>
          </p:nvSpPr>
          <p:spPr>
            <a:xfrm>
              <a:off x="7728860" y="4414882"/>
              <a:ext cx="1117600" cy="408940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Helvetica Neue"/>
                </a:rPr>
                <a:t>市场潜力</a:t>
              </a:r>
              <a:endParaRPr kumimoji="0" lang="zh-CN" altLang="en-US" sz="200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CN Regular" panose="020B0500000000000000" pitchFamily="34" charset="-128"/>
                <a:ea typeface="Source Han Sans CN Regular" panose="020B0500000000000000" pitchFamily="34" charset="-128"/>
                <a:sym typeface="Helvetica Neue"/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44"/>
              </p:custDataLst>
            </p:nvPr>
          </p:nvSpPr>
          <p:spPr>
            <a:xfrm>
              <a:off x="7728859" y="4733834"/>
              <a:ext cx="1117600" cy="408940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Helvetica Neue"/>
                </a:rPr>
                <a:t>行业</a:t>
              </a:r>
              <a:r>
                <a:rPr kumimoji="0" lang="zh-CN" altLang="en-US" sz="200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Helvetica Neue"/>
                </a:rPr>
                <a:t>痛点</a:t>
              </a:r>
              <a:endParaRPr kumimoji="0" lang="zh-CN" altLang="en-US" sz="200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CN Regular" panose="020B0500000000000000" pitchFamily="34" charset="-128"/>
                <a:ea typeface="Source Han Sans CN Regular" panose="020B0500000000000000" pitchFamily="34" charset="-128"/>
                <a:sym typeface="Helvetica Neue"/>
              </a:endParaRPr>
            </a:p>
          </p:txBody>
        </p:sp>
        <p:sp>
          <p:nvSpPr>
            <p:cNvPr id="31" name="文本框 30"/>
            <p:cNvSpPr txBox="1"/>
            <p:nvPr>
              <p:custDataLst>
                <p:tags r:id="rId45"/>
              </p:custDataLst>
            </p:nvPr>
          </p:nvSpPr>
          <p:spPr>
            <a:xfrm>
              <a:off x="8173357" y="5111205"/>
              <a:ext cx="228600" cy="408940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altLang="zh-CN" sz="200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CN Regular" panose="020B0500000000000000" pitchFamily="34" charset="-128"/>
                <a:ea typeface="Source Han Sans CN Regular" panose="020B0500000000000000" pitchFamily="34" charset="-128"/>
                <a:sym typeface="Helvetica Neue"/>
              </a:endParaRPr>
            </a:p>
          </p:txBody>
        </p:sp>
      </p:grpSp>
      <p:grpSp>
        <p:nvGrpSpPr>
          <p:cNvPr id="36" name="组合 35"/>
          <p:cNvGrpSpPr/>
          <p:nvPr>
            <p:custDataLst>
              <p:tags r:id="rId46"/>
            </p:custDataLst>
          </p:nvPr>
        </p:nvGrpSpPr>
        <p:grpSpPr>
          <a:xfrm>
            <a:off x="9495581" y="2397130"/>
            <a:ext cx="2008911" cy="3874065"/>
            <a:chOff x="9495581" y="2397130"/>
            <a:chExt cx="2008911" cy="3874065"/>
          </a:xfrm>
        </p:grpSpPr>
        <p:grpSp>
          <p:nvGrpSpPr>
            <p:cNvPr id="69" name="组合 68"/>
            <p:cNvGrpSpPr/>
            <p:nvPr/>
          </p:nvGrpSpPr>
          <p:grpSpPr>
            <a:xfrm>
              <a:off x="9495581" y="2397130"/>
              <a:ext cx="2008911" cy="3874065"/>
              <a:chOff x="995233" y="1735191"/>
              <a:chExt cx="3130045" cy="3874065"/>
            </a:xfrm>
          </p:grpSpPr>
          <p:sp>
            <p:nvSpPr>
              <p:cNvPr id="70" name="矩形 69"/>
              <p:cNvSpPr/>
              <p:nvPr>
                <p:custDataLst>
                  <p:tags r:id="rId47"/>
                </p:custDataLst>
              </p:nvPr>
            </p:nvSpPr>
            <p:spPr>
              <a:xfrm>
                <a:off x="1000437" y="1735191"/>
                <a:ext cx="3119637" cy="3874065"/>
              </a:xfrm>
              <a:prstGeom prst="rect">
                <a:avLst/>
              </a:prstGeom>
              <a:solidFill>
                <a:schemeClr val="bg1"/>
              </a:solidFill>
              <a:ln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1" name="任意形状 65"/>
              <p:cNvSpPr/>
              <p:nvPr>
                <p:custDataLst>
                  <p:tags r:id="rId48"/>
                </p:custDataLst>
              </p:nvPr>
            </p:nvSpPr>
            <p:spPr>
              <a:xfrm>
                <a:off x="995233" y="1735191"/>
                <a:ext cx="3124841" cy="750113"/>
              </a:xfrm>
              <a:custGeom>
                <a:avLst/>
                <a:gdLst>
                  <a:gd name="connsiteX0" fmla="*/ 0 w 12192000"/>
                  <a:gd name="connsiteY0" fmla="*/ 0 h 3182815"/>
                  <a:gd name="connsiteX1" fmla="*/ 12192000 w 12192000"/>
                  <a:gd name="connsiteY1" fmla="*/ 0 h 3182815"/>
                  <a:gd name="connsiteX2" fmla="*/ 12192000 w 12192000"/>
                  <a:gd name="connsiteY2" fmla="*/ 3145025 h 3182815"/>
                  <a:gd name="connsiteX3" fmla="*/ 12143002 w 12192000"/>
                  <a:gd name="connsiteY3" fmla="*/ 3129202 h 3182815"/>
                  <a:gd name="connsiteX4" fmla="*/ 11764108 w 12192000"/>
                  <a:gd name="connsiteY4" fmla="*/ 3042138 h 3182815"/>
                  <a:gd name="connsiteX5" fmla="*/ 7877908 w 12192000"/>
                  <a:gd name="connsiteY5" fmla="*/ 2813538 h 3182815"/>
                  <a:gd name="connsiteX6" fmla="*/ 2708032 w 12192000"/>
                  <a:gd name="connsiteY6" fmla="*/ 3182815 h 3182815"/>
                  <a:gd name="connsiteX7" fmla="*/ 0 w 12192000"/>
                  <a:gd name="connsiteY7" fmla="*/ 2813538 h 3182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2000" h="3182815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3145025"/>
                    </a:lnTo>
                    <a:lnTo>
                      <a:pt x="12143002" y="3129202"/>
                    </a:lnTo>
                    <a:cubicBezTo>
                      <a:pt x="12020184" y="3094846"/>
                      <a:pt x="11893795" y="3065218"/>
                      <a:pt x="11764108" y="3042138"/>
                    </a:cubicBezTo>
                    <a:cubicBezTo>
                      <a:pt x="10726616" y="2857500"/>
                      <a:pt x="9387254" y="2790092"/>
                      <a:pt x="7877908" y="2813538"/>
                    </a:cubicBezTo>
                    <a:cubicBezTo>
                      <a:pt x="6368562" y="2836984"/>
                      <a:pt x="4021016" y="3182815"/>
                      <a:pt x="2708032" y="3182815"/>
                    </a:cubicBezTo>
                    <a:cubicBezTo>
                      <a:pt x="1395046" y="3182815"/>
                      <a:pt x="677008" y="2822330"/>
                      <a:pt x="0" y="2813538"/>
                    </a:cubicBezTo>
                    <a:close/>
                  </a:path>
                </a:pathLst>
              </a:custGeom>
              <a:gradFill flip="none" rotWithShape="1">
                <a:gsLst>
                  <a:gs pos="3600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2" name="平行四边形 71"/>
              <p:cNvSpPr/>
              <p:nvPr>
                <p:custDataLst>
                  <p:tags r:id="rId49"/>
                </p:custDataLst>
              </p:nvPr>
            </p:nvSpPr>
            <p:spPr>
              <a:xfrm>
                <a:off x="3102758" y="1735191"/>
                <a:ext cx="606567" cy="617854"/>
              </a:xfrm>
              <a:prstGeom prst="parallelogram">
                <a:avLst>
                  <a:gd name="adj" fmla="val 51000"/>
                </a:avLst>
              </a:prstGeom>
              <a:gradFill flip="none" rotWithShape="1">
                <a:gsLst>
                  <a:gs pos="0">
                    <a:schemeClr val="bg1">
                      <a:alpha val="16000"/>
                    </a:schemeClr>
                  </a:gs>
                  <a:gs pos="74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73" name="平行四边形 72"/>
              <p:cNvSpPr/>
              <p:nvPr>
                <p:custDataLst>
                  <p:tags r:id="rId50"/>
                </p:custDataLst>
              </p:nvPr>
            </p:nvSpPr>
            <p:spPr>
              <a:xfrm>
                <a:off x="3709325" y="2038830"/>
                <a:ext cx="415953" cy="472011"/>
              </a:xfrm>
              <a:prstGeom prst="parallelogram">
                <a:avLst>
                  <a:gd name="adj" fmla="val 60811"/>
                </a:avLst>
              </a:prstGeom>
              <a:gradFill flip="none" rotWithShape="1">
                <a:gsLst>
                  <a:gs pos="0">
                    <a:schemeClr val="bg1">
                      <a:alpha val="14000"/>
                    </a:schemeClr>
                  </a:gs>
                  <a:gs pos="74000">
                    <a:schemeClr val="bg1">
                      <a:alpha val="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74" name="平行四边形 73"/>
              <p:cNvSpPr/>
              <p:nvPr>
                <p:custDataLst>
                  <p:tags r:id="rId51"/>
                </p:custDataLst>
              </p:nvPr>
            </p:nvSpPr>
            <p:spPr>
              <a:xfrm>
                <a:off x="3496774" y="1735191"/>
                <a:ext cx="469453" cy="617854"/>
              </a:xfrm>
              <a:prstGeom prst="parallelogram">
                <a:avLst>
                  <a:gd name="adj" fmla="val 51000"/>
                </a:avLst>
              </a:prstGeom>
              <a:gradFill flip="none" rotWithShape="1">
                <a:gsLst>
                  <a:gs pos="0">
                    <a:schemeClr val="bg1">
                      <a:alpha val="16000"/>
                    </a:schemeClr>
                  </a:gs>
                  <a:gs pos="74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75" name="文本框 74"/>
              <p:cNvSpPr txBox="1"/>
              <p:nvPr>
                <p:custDataLst>
                  <p:tags r:id="rId52"/>
                </p:custDataLst>
              </p:nvPr>
            </p:nvSpPr>
            <p:spPr>
              <a:xfrm>
                <a:off x="1465377" y="1856840"/>
                <a:ext cx="2184553" cy="38417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1">
                <a:spAutoFit/>
              </a:bodyPr>
              <a:lstStyle/>
              <a:p>
                <a:pPr lvl="0" algn="ctr">
                  <a:lnSpc>
                    <a:spcPct val="125000"/>
                  </a:lnSpc>
                  <a:defRPr/>
                </a:pP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05.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财务分析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pic>
          <p:nvPicPr>
            <p:cNvPr id="18" name="图片 17" descr="森林 山水风景H5背景"/>
            <p:cNvPicPr>
              <a:picLocks noChangeAspect="1" noChangeArrowheads="1"/>
            </p:cNvPicPr>
            <p:nvPr>
              <p:custDataLst>
                <p:tags r:id="rId53"/>
              </p:custDataLst>
            </p:nvPr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" t="1424" r="-1" b="64360"/>
            <a:stretch>
              <a:fillRect/>
            </a:stretch>
          </p:blipFill>
          <p:spPr bwMode="auto">
            <a:xfrm>
              <a:off x="9606268" y="3324829"/>
              <a:ext cx="1787536" cy="1088572"/>
            </a:xfrm>
            <a:custGeom>
              <a:avLst/>
              <a:gdLst>
                <a:gd name="connsiteX0" fmla="*/ 34683 w 2110477"/>
                <a:gd name="connsiteY0" fmla="*/ 0 h 1191872"/>
                <a:gd name="connsiteX1" fmla="*/ 2075794 w 2110477"/>
                <a:gd name="connsiteY1" fmla="*/ 0 h 1191872"/>
                <a:gd name="connsiteX2" fmla="*/ 2110477 w 2110477"/>
                <a:gd name="connsiteY2" fmla="*/ 34683 h 1191872"/>
                <a:gd name="connsiteX3" fmla="*/ 2110477 w 2110477"/>
                <a:gd name="connsiteY3" fmla="*/ 1157189 h 1191872"/>
                <a:gd name="connsiteX4" fmla="*/ 2075794 w 2110477"/>
                <a:gd name="connsiteY4" fmla="*/ 1191872 h 1191872"/>
                <a:gd name="connsiteX5" fmla="*/ 34683 w 2110477"/>
                <a:gd name="connsiteY5" fmla="*/ 1191872 h 1191872"/>
                <a:gd name="connsiteX6" fmla="*/ 0 w 2110477"/>
                <a:gd name="connsiteY6" fmla="*/ 1157189 h 1191872"/>
                <a:gd name="connsiteX7" fmla="*/ 0 w 2110477"/>
                <a:gd name="connsiteY7" fmla="*/ 34683 h 1191872"/>
                <a:gd name="connsiteX8" fmla="*/ 34683 w 2110477"/>
                <a:gd name="connsiteY8" fmla="*/ 0 h 1191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0477" h="1191872">
                  <a:moveTo>
                    <a:pt x="34683" y="0"/>
                  </a:moveTo>
                  <a:lnTo>
                    <a:pt x="2075794" y="0"/>
                  </a:lnTo>
                  <a:cubicBezTo>
                    <a:pt x="2094949" y="0"/>
                    <a:pt x="2110477" y="15528"/>
                    <a:pt x="2110477" y="34683"/>
                  </a:cubicBezTo>
                  <a:lnTo>
                    <a:pt x="2110477" y="1157189"/>
                  </a:lnTo>
                  <a:cubicBezTo>
                    <a:pt x="2110477" y="1176344"/>
                    <a:pt x="2094949" y="1191872"/>
                    <a:pt x="2075794" y="1191872"/>
                  </a:cubicBezTo>
                  <a:lnTo>
                    <a:pt x="34683" y="1191872"/>
                  </a:lnTo>
                  <a:cubicBezTo>
                    <a:pt x="15528" y="1191872"/>
                    <a:pt x="0" y="1176344"/>
                    <a:pt x="0" y="1157189"/>
                  </a:cubicBezTo>
                  <a:lnTo>
                    <a:pt x="0" y="34683"/>
                  </a:lnTo>
                  <a:cubicBezTo>
                    <a:pt x="0" y="15528"/>
                    <a:pt x="15528" y="0"/>
                    <a:pt x="34683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94000">
                  <a:schemeClr val="bg1"/>
                </a:gs>
              </a:gsLst>
              <a:lin ang="2700000" scaled="0"/>
            </a:gradFill>
            <a:ln>
              <a:noFill/>
            </a:ln>
            <a:effectLst>
              <a:outerShdw blurRad="279400" dist="241300" dir="2700000" sx="95000" sy="95000" algn="tl" rotWithShape="0">
                <a:schemeClr val="accent1">
                  <a:alpha val="23000"/>
                </a:schemeClr>
              </a:outerShdw>
            </a:effectLst>
          </p:spPr>
        </p:pic>
        <p:sp>
          <p:nvSpPr>
            <p:cNvPr id="32" name="文本框 31"/>
            <p:cNvSpPr txBox="1"/>
            <p:nvPr>
              <p:custDataLst>
                <p:tags r:id="rId54"/>
              </p:custDataLst>
            </p:nvPr>
          </p:nvSpPr>
          <p:spPr>
            <a:xfrm>
              <a:off x="9941239" y="4415517"/>
              <a:ext cx="1117600" cy="408940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Helvetica Neue"/>
                </a:rPr>
                <a:t>财务</a:t>
              </a:r>
              <a:r>
                <a:rPr kumimoji="0" lang="zh-CN" altLang="en-US" sz="200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Helvetica Neue"/>
                </a:rPr>
                <a:t>占比</a:t>
              </a:r>
              <a:endParaRPr kumimoji="0" lang="zh-CN" altLang="en-US" sz="200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CN Regular" panose="020B0500000000000000" pitchFamily="34" charset="-128"/>
                <a:ea typeface="Source Han Sans CN Regular" panose="020B0500000000000000" pitchFamily="34" charset="-128"/>
                <a:sym typeface="Helvetica Neue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55"/>
              </p:custDataLst>
            </p:nvPr>
          </p:nvSpPr>
          <p:spPr>
            <a:xfrm>
              <a:off x="9941239" y="4825909"/>
              <a:ext cx="1117600" cy="408940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Helvetica Neue"/>
                </a:rPr>
                <a:t>财务</a:t>
              </a:r>
              <a:r>
                <a:rPr kumimoji="0" lang="zh-CN" altLang="en-US" sz="200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  <a:sym typeface="Helvetica Neue"/>
                </a:rPr>
                <a:t>投入</a:t>
              </a:r>
              <a:endParaRPr kumimoji="0" lang="zh-CN" altLang="en-US" sz="200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CN Regular" panose="020B0500000000000000" pitchFamily="34" charset="-128"/>
                <a:ea typeface="Source Han Sans CN Regular" panose="020B0500000000000000" pitchFamily="34" charset="-128"/>
                <a:sym typeface="Helvetica Neue"/>
              </a:endParaRPr>
            </a:p>
          </p:txBody>
        </p:sp>
      </p:grpSp>
      <p:sp>
        <p:nvSpPr>
          <p:cNvPr id="78" name="财务测算"/>
          <p:cNvSpPr txBox="1"/>
          <p:nvPr/>
        </p:nvSpPr>
        <p:spPr>
          <a:xfrm>
            <a:off x="10876095" y="470786"/>
            <a:ext cx="642805" cy="297517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3500">
                <a:solidFill>
                  <a:srgbClr val="212121"/>
                </a:solidFill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Lantinghei SC Extralight" panose="02000000000000000000" charset="-122"/>
              </a:defRPr>
            </a:lvl1pPr>
          </a:lstStyle>
          <a:p>
            <a:pPr algn="ctr" defTabSz="1219200" hangingPunct="0"/>
            <a:r>
              <a:rPr lang="en-US" altLang="zh-CN" sz="1600" kern="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LOGO</a:t>
            </a:r>
            <a:endParaRPr lang="zh-CN" altLang="en-US" sz="1600" kern="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54113" y="5552123"/>
            <a:ext cx="1117600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ctr" forceAA="0">
            <a:spAutoFit/>
          </a:bodyPr>
          <a:p>
            <a:pPr marL="0" marR="0" indent="0" algn="ctr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spc="0" normalizeH="0" baseline="0" dirty="0" smtClean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SC Medium" panose="020B0600000000000000" pitchFamily="34" charset="-128"/>
                <a:ea typeface="Source Han Sans SC Medium" panose="020B0600000000000000" pitchFamily="34" charset="-128"/>
                <a:sym typeface="Helvetica Neue"/>
              </a:rPr>
              <a:t>商业模式</a:t>
            </a:r>
            <a:endParaRPr kumimoji="0" lang="zh-CN" altLang="en-US" sz="2000" b="0" i="0" u="none" strike="noStrike" cap="none" spc="0" normalizeH="0" baseline="0" dirty="0" smtClean="0">
              <a:ln>
                <a:noFill/>
              </a:ln>
              <a:solidFill>
                <a:srgbClr val="5E5E5E"/>
              </a:solidFill>
              <a:effectLst/>
              <a:uFillTx/>
              <a:latin typeface="Source Han Sans SC Medium" panose="020B0600000000000000" pitchFamily="34" charset="-128"/>
              <a:ea typeface="Source Han Sans SC Medium" panose="020B0600000000000000" pitchFamily="34" charset="-128"/>
              <a:sym typeface="Helvetica Neue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360738" y="5520055"/>
            <a:ext cx="1117600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ctr" forceAA="0">
            <a:spAutoFit/>
          </a:bodyPr>
          <a:p>
            <a:pPr marL="0" marR="0" indent="0" algn="ctr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spc="0" normalizeH="0" baseline="0" dirty="0" smtClean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SC Medium" panose="020B0600000000000000" pitchFamily="34" charset="-128"/>
                <a:ea typeface="Source Han Sans SC Medium" panose="020B0600000000000000" pitchFamily="34" charset="-128"/>
                <a:sym typeface="Helvetica Neue"/>
              </a:rPr>
              <a:t>品牌</a:t>
            </a:r>
            <a:r>
              <a:rPr kumimoji="0" lang="zh-CN" altLang="en-US" sz="2000" b="0" i="0" u="none" strike="noStrike" cap="none" spc="0" normalizeH="0" baseline="0" dirty="0" smtClean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SC Medium" panose="020B0600000000000000" pitchFamily="34" charset="-128"/>
                <a:ea typeface="Source Han Sans SC Medium" panose="020B0600000000000000" pitchFamily="34" charset="-128"/>
                <a:sym typeface="Helvetica Neue"/>
              </a:rPr>
              <a:t>竞争</a:t>
            </a:r>
            <a:endParaRPr kumimoji="0" lang="zh-CN" altLang="en-US" sz="2000" b="0" i="0" u="none" strike="noStrike" cap="none" spc="0" normalizeH="0" baseline="0" dirty="0" smtClean="0">
              <a:ln>
                <a:noFill/>
              </a:ln>
              <a:solidFill>
                <a:srgbClr val="5E5E5E"/>
              </a:solidFill>
              <a:effectLst/>
              <a:uFillTx/>
              <a:latin typeface="Source Han Sans SC Medium" panose="020B0600000000000000" pitchFamily="34" charset="-128"/>
              <a:ea typeface="Source Han Sans SC Medium" panose="020B0600000000000000" pitchFamily="34" charset="-128"/>
              <a:sym typeface="Helvetica Neue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236528" y="5645785"/>
            <a:ext cx="1879600" cy="4089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ctr" forceAA="0">
            <a:spAutoFit/>
          </a:bodyPr>
          <a:p>
            <a:pPr marL="0" marR="0" indent="0" algn="ctr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spc="0" normalizeH="0" baseline="0" dirty="0" smtClean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SC Medium" panose="020B0600000000000000" pitchFamily="34" charset="-128"/>
                <a:ea typeface="Source Han Sans SC Medium" panose="020B0600000000000000" pitchFamily="34" charset="-128"/>
                <a:sym typeface="Helvetica Neue"/>
              </a:rPr>
              <a:t>风险损失及</a:t>
            </a:r>
            <a:r>
              <a:rPr kumimoji="0" lang="zh-CN" altLang="en-US" sz="2000" b="0" i="0" u="none" strike="noStrike" cap="none" spc="0" normalizeH="0" baseline="0" dirty="0" smtClean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Source Han Sans SC Medium" panose="020B0600000000000000" pitchFamily="34" charset="-128"/>
                <a:ea typeface="Source Han Sans SC Medium" panose="020B0600000000000000" pitchFamily="34" charset="-128"/>
                <a:sym typeface="Helvetica Neue"/>
              </a:rPr>
              <a:t>对策</a:t>
            </a:r>
            <a:endParaRPr kumimoji="0" lang="zh-CN" altLang="en-US" sz="2000" b="0" i="0" u="none" strike="noStrike" cap="none" spc="0" normalizeH="0" baseline="0" dirty="0" smtClean="0">
              <a:ln>
                <a:noFill/>
              </a:ln>
              <a:solidFill>
                <a:srgbClr val="5E5E5E"/>
              </a:solidFill>
              <a:effectLst/>
              <a:uFillTx/>
              <a:latin typeface="Source Han Sans SC Medium" panose="020B0600000000000000" pitchFamily="34" charset="-128"/>
              <a:ea typeface="Source Han Sans SC Medium" panose="020B0600000000000000" pitchFamily="34" charset="-128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梯形 8"/>
          <p:cNvSpPr/>
          <p:nvPr/>
        </p:nvSpPr>
        <p:spPr>
          <a:xfrm>
            <a:off x="0" y="3545543"/>
            <a:ext cx="12192000" cy="2133600"/>
          </a:xfrm>
          <a:prstGeom prst="trapezoid">
            <a:avLst>
              <a:gd name="adj" fmla="val 102839"/>
            </a:avLst>
          </a:prstGeom>
          <a:gradFill flip="none" rotWithShape="1">
            <a:gsLst>
              <a:gs pos="1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75000"/>
                  <a:lumOff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5668008"/>
            <a:ext cx="12192000" cy="1190451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9597"/>
                </a:schemeClr>
              </a:gs>
              <a:gs pos="100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332925" y="1171724"/>
            <a:ext cx="4036563" cy="170656"/>
            <a:chOff x="-311150" y="727472"/>
            <a:chExt cx="4036563" cy="170656"/>
          </a:xfrm>
        </p:grpSpPr>
        <p:cxnSp>
          <p:nvCxnSpPr>
            <p:cNvPr id="11" name="直接连接符 10"/>
            <p:cNvCxnSpPr/>
            <p:nvPr userDrawn="1"/>
          </p:nvCxnSpPr>
          <p:spPr>
            <a:xfrm flipH="1">
              <a:off x="-311150" y="812800"/>
              <a:ext cx="3934223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 userDrawn="1"/>
          </p:nvCxnSpPr>
          <p:spPr>
            <a:xfrm flipH="1" flipV="1">
              <a:off x="3575884" y="727472"/>
              <a:ext cx="94377" cy="17065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 userDrawn="1"/>
          </p:nvCxnSpPr>
          <p:spPr>
            <a:xfrm flipH="1" flipV="1">
              <a:off x="3631036" y="727472"/>
              <a:ext cx="94377" cy="17065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直接连接符 26"/>
          <p:cNvCxnSpPr/>
          <p:nvPr/>
        </p:nvCxnSpPr>
        <p:spPr>
          <a:xfrm>
            <a:off x="501446" y="1204687"/>
            <a:ext cx="11189109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501467" y="371747"/>
            <a:ext cx="5676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dirty="0">
                <a:solidFill>
                  <a:srgbClr val="151472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一、项目介绍</a:t>
            </a:r>
            <a:endParaRPr lang="zh-CN" altLang="en-US" dirty="0">
              <a:solidFill>
                <a:srgbClr val="151472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29487" y="1806301"/>
            <a:ext cx="2582013" cy="4724400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408617" y="1806301"/>
            <a:ext cx="4449554" cy="4724400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1" name="KSO_Shape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844197" y="2571650"/>
            <a:ext cx="321675" cy="431780"/>
          </a:xfrm>
          <a:custGeom>
            <a:avLst/>
            <a:gdLst/>
            <a:ahLst/>
            <a:cxnLst/>
            <a:rect l="l" t="t" r="r" b="b"/>
            <a:pathLst>
              <a:path w="1171576" h="1571810">
                <a:moveTo>
                  <a:pt x="662070" y="927911"/>
                </a:moveTo>
                <a:lnTo>
                  <a:pt x="795754" y="1040206"/>
                </a:lnTo>
                <a:lnTo>
                  <a:pt x="662070" y="1184585"/>
                </a:lnTo>
                <a:close/>
                <a:moveTo>
                  <a:pt x="662070" y="398563"/>
                </a:moveTo>
                <a:lnTo>
                  <a:pt x="795754" y="510858"/>
                </a:lnTo>
                <a:lnTo>
                  <a:pt x="662070" y="655237"/>
                </a:lnTo>
                <a:close/>
                <a:moveTo>
                  <a:pt x="539081" y="115152"/>
                </a:moveTo>
                <a:cubicBezTo>
                  <a:pt x="540863" y="298745"/>
                  <a:pt x="542646" y="482338"/>
                  <a:pt x="544428" y="665931"/>
                </a:cubicBezTo>
                <a:lnTo>
                  <a:pt x="325186" y="430647"/>
                </a:lnTo>
                <a:lnTo>
                  <a:pt x="250323" y="510858"/>
                </a:lnTo>
                <a:lnTo>
                  <a:pt x="533733" y="788921"/>
                </a:lnTo>
                <a:lnTo>
                  <a:pt x="234281" y="1077679"/>
                </a:lnTo>
                <a:lnTo>
                  <a:pt x="309144" y="1152542"/>
                </a:lnTo>
                <a:lnTo>
                  <a:pt x="549775" y="922605"/>
                </a:lnTo>
                <a:cubicBezTo>
                  <a:pt x="547993" y="1102633"/>
                  <a:pt x="546210" y="1282661"/>
                  <a:pt x="544428" y="1462689"/>
                </a:cubicBezTo>
                <a:lnTo>
                  <a:pt x="950828" y="1066984"/>
                </a:lnTo>
                <a:lnTo>
                  <a:pt x="683460" y="783573"/>
                </a:lnTo>
                <a:lnTo>
                  <a:pt x="945481" y="516205"/>
                </a:lnTo>
                <a:close/>
                <a:moveTo>
                  <a:pt x="585788" y="184"/>
                </a:moveTo>
                <a:cubicBezTo>
                  <a:pt x="1023610" y="9709"/>
                  <a:pt x="1171576" y="352004"/>
                  <a:pt x="1171576" y="785997"/>
                </a:cubicBezTo>
                <a:cubicBezTo>
                  <a:pt x="1171576" y="1219990"/>
                  <a:pt x="1080760" y="1571810"/>
                  <a:pt x="585788" y="1571810"/>
                </a:cubicBezTo>
                <a:cubicBezTo>
                  <a:pt x="90816" y="1571810"/>
                  <a:pt x="0" y="1219990"/>
                  <a:pt x="0" y="785997"/>
                </a:cubicBezTo>
                <a:cubicBezTo>
                  <a:pt x="0" y="352004"/>
                  <a:pt x="147966" y="-9341"/>
                  <a:pt x="585788" y="184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  <a:effectLst>
            <a:innerShdw blurRad="25400" dist="12700" dir="13500000">
              <a:prstClr val="black">
                <a:alpha val="50000"/>
              </a:prstClr>
            </a:innerShdw>
            <a:reflection blurRad="6350" stA="52000" endA="300" endPos="35000" dist="381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>
              <a:solidFill>
                <a:schemeClr val="bg1"/>
              </a:solidFill>
              <a:sym typeface="+mn-lt"/>
            </a:endParaRPr>
          </a:p>
        </p:txBody>
      </p:sp>
      <p:sp>
        <p:nvSpPr>
          <p:cNvPr id="32" name="KSO_Shape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7791983" y="3924972"/>
            <a:ext cx="426103" cy="284779"/>
          </a:xfrm>
          <a:custGeom>
            <a:avLst/>
            <a:gdLst/>
            <a:ahLst/>
            <a:cxnLst/>
            <a:rect l="l" t="t" r="r" b="b"/>
            <a:pathLst>
              <a:path w="4974795" h="3320682">
                <a:moveTo>
                  <a:pt x="1897867" y="1805825"/>
                </a:moveTo>
                <a:lnTo>
                  <a:pt x="2485737" y="2315734"/>
                </a:lnTo>
                <a:lnTo>
                  <a:pt x="3073607" y="1805825"/>
                </a:lnTo>
                <a:lnTo>
                  <a:pt x="4820061" y="3320682"/>
                </a:lnTo>
                <a:lnTo>
                  <a:pt x="151413" y="3320682"/>
                </a:lnTo>
                <a:close/>
                <a:moveTo>
                  <a:pt x="0" y="159634"/>
                </a:moveTo>
                <a:lnTo>
                  <a:pt x="1788328" y="1710812"/>
                </a:lnTo>
                <a:lnTo>
                  <a:pt x="0" y="3261996"/>
                </a:lnTo>
                <a:close/>
                <a:moveTo>
                  <a:pt x="4974795" y="156753"/>
                </a:moveTo>
                <a:lnTo>
                  <a:pt x="4974795" y="3264872"/>
                </a:lnTo>
                <a:lnTo>
                  <a:pt x="3183146" y="1710812"/>
                </a:lnTo>
                <a:close/>
                <a:moveTo>
                  <a:pt x="35040" y="0"/>
                </a:moveTo>
                <a:lnTo>
                  <a:pt x="4936434" y="0"/>
                </a:lnTo>
                <a:lnTo>
                  <a:pt x="2485737" y="2125709"/>
                </a:lnTo>
                <a:close/>
              </a:path>
            </a:pathLst>
          </a:custGeom>
          <a:solidFill>
            <a:schemeClr val="bg1"/>
          </a:solidFill>
          <a:ln w="12700">
            <a:noFill/>
          </a:ln>
          <a:effectLst>
            <a:innerShdw blurRad="25400" dist="12700" dir="13500000">
              <a:prstClr val="black">
                <a:alpha val="50000"/>
              </a:prstClr>
            </a:innerShdw>
            <a:reflection blurRad="6350" stA="52000" endA="300" endPos="35000" dist="762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chemeClr val="bg1"/>
              </a:solidFill>
              <a:sym typeface="+mn-lt"/>
            </a:endParaRPr>
          </a:p>
        </p:txBody>
      </p:sp>
      <p:sp>
        <p:nvSpPr>
          <p:cNvPr id="33" name="KSO_Shape"/>
          <p:cNvSpPr>
            <a:spLocks noChangeAspect="1"/>
          </p:cNvSpPr>
          <p:nvPr>
            <p:custDataLst>
              <p:tags r:id="rId3"/>
            </p:custDataLst>
          </p:nvPr>
        </p:nvSpPr>
        <p:spPr>
          <a:xfrm flipH="1">
            <a:off x="7815806" y="5274820"/>
            <a:ext cx="378456" cy="348810"/>
          </a:xfrm>
          <a:custGeom>
            <a:avLst/>
            <a:gdLst/>
            <a:ahLst/>
            <a:cxnLst/>
            <a:rect l="l" t="t" r="r" b="b"/>
            <a:pathLst>
              <a:path w="2922576" h="2692126">
                <a:moveTo>
                  <a:pt x="553896" y="1279436"/>
                </a:moveTo>
                <a:cubicBezTo>
                  <a:pt x="792021" y="1473111"/>
                  <a:pt x="992046" y="1742986"/>
                  <a:pt x="1211121" y="1974761"/>
                </a:cubicBezTo>
                <a:lnTo>
                  <a:pt x="1201596" y="2431961"/>
                </a:lnTo>
                <a:cubicBezTo>
                  <a:pt x="947596" y="2384336"/>
                  <a:pt x="769796" y="2336711"/>
                  <a:pt x="639621" y="2117636"/>
                </a:cubicBezTo>
                <a:cubicBezTo>
                  <a:pt x="509446" y="1898561"/>
                  <a:pt x="582471" y="1558836"/>
                  <a:pt x="553896" y="1279436"/>
                </a:cubicBezTo>
                <a:close/>
                <a:moveTo>
                  <a:pt x="1414250" y="349940"/>
                </a:moveTo>
                <a:lnTo>
                  <a:pt x="1576175" y="702365"/>
                </a:lnTo>
                <a:lnTo>
                  <a:pt x="1840671" y="351223"/>
                </a:lnTo>
                <a:cubicBezTo>
                  <a:pt x="1946050" y="474823"/>
                  <a:pt x="2011221" y="645739"/>
                  <a:pt x="2011221" y="834547"/>
                </a:cubicBezTo>
                <a:cubicBezTo>
                  <a:pt x="2019964" y="1198269"/>
                  <a:pt x="1873746" y="1469720"/>
                  <a:pt x="1527496" y="1508764"/>
                </a:cubicBezTo>
                <a:lnTo>
                  <a:pt x="1534971" y="2136686"/>
                </a:lnTo>
                <a:cubicBezTo>
                  <a:pt x="1804846" y="1854111"/>
                  <a:pt x="2036621" y="1552486"/>
                  <a:pt x="2344596" y="1288961"/>
                </a:cubicBezTo>
                <a:cubicBezTo>
                  <a:pt x="2347771" y="1504861"/>
                  <a:pt x="2350946" y="1939836"/>
                  <a:pt x="2192196" y="2193836"/>
                </a:cubicBezTo>
                <a:cubicBezTo>
                  <a:pt x="1995346" y="2466886"/>
                  <a:pt x="1623871" y="2444661"/>
                  <a:pt x="1344471" y="2441486"/>
                </a:cubicBezTo>
                <a:lnTo>
                  <a:pt x="1353780" y="1510652"/>
                </a:lnTo>
                <a:cubicBezTo>
                  <a:pt x="992542" y="1480514"/>
                  <a:pt x="840254" y="1205525"/>
                  <a:pt x="849171" y="834547"/>
                </a:cubicBezTo>
                <a:cubicBezTo>
                  <a:pt x="853745" y="644286"/>
                  <a:pt x="913894" y="479273"/>
                  <a:pt x="1011904" y="360081"/>
                </a:cubicBezTo>
                <a:lnTo>
                  <a:pt x="1014200" y="359465"/>
                </a:lnTo>
                <a:lnTo>
                  <a:pt x="1214225" y="683315"/>
                </a:lnTo>
                <a:close/>
                <a:moveTo>
                  <a:pt x="480281" y="174535"/>
                </a:moveTo>
                <a:cubicBezTo>
                  <a:pt x="324175" y="174535"/>
                  <a:pt x="197626" y="319405"/>
                  <a:pt x="197626" y="498111"/>
                </a:cubicBezTo>
                <a:lnTo>
                  <a:pt x="197626" y="2194015"/>
                </a:lnTo>
                <a:cubicBezTo>
                  <a:pt x="197626" y="2372721"/>
                  <a:pt x="324175" y="2517591"/>
                  <a:pt x="480281" y="2517591"/>
                </a:cubicBezTo>
                <a:lnTo>
                  <a:pt x="2458598" y="2517591"/>
                </a:lnTo>
                <a:cubicBezTo>
                  <a:pt x="2614704" y="2517591"/>
                  <a:pt x="2741253" y="2372721"/>
                  <a:pt x="2741253" y="2194015"/>
                </a:cubicBezTo>
                <a:lnTo>
                  <a:pt x="2741253" y="498111"/>
                </a:lnTo>
                <a:cubicBezTo>
                  <a:pt x="2741253" y="319405"/>
                  <a:pt x="2614704" y="174535"/>
                  <a:pt x="2458598" y="174535"/>
                </a:cubicBezTo>
                <a:close/>
                <a:moveTo>
                  <a:pt x="324765" y="0"/>
                </a:moveTo>
                <a:lnTo>
                  <a:pt x="2597811" y="0"/>
                </a:lnTo>
                <a:cubicBezTo>
                  <a:pt x="2777173" y="0"/>
                  <a:pt x="2922576" y="166453"/>
                  <a:pt x="2922576" y="371783"/>
                </a:cubicBezTo>
                <a:lnTo>
                  <a:pt x="2922576" y="2320344"/>
                </a:lnTo>
                <a:cubicBezTo>
                  <a:pt x="2922576" y="2525673"/>
                  <a:pt x="2777173" y="2692126"/>
                  <a:pt x="2597811" y="2692126"/>
                </a:cubicBezTo>
                <a:lnTo>
                  <a:pt x="324765" y="2692126"/>
                </a:lnTo>
                <a:cubicBezTo>
                  <a:pt x="145402" y="2692126"/>
                  <a:pt x="0" y="2525673"/>
                  <a:pt x="0" y="2320344"/>
                </a:cubicBezTo>
                <a:lnTo>
                  <a:pt x="0" y="371783"/>
                </a:lnTo>
                <a:cubicBezTo>
                  <a:pt x="0" y="166453"/>
                  <a:pt x="145402" y="0"/>
                  <a:pt x="324765" y="0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  <a:effectLst>
            <a:innerShdw blurRad="25400" dist="12700" dir="13500000">
              <a:prstClr val="black">
                <a:alpha val="50000"/>
              </a:prstClr>
            </a:innerShdw>
            <a:reflection blurRad="6350" stA="52000" endA="300" endPos="35000" dist="381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>
              <a:solidFill>
                <a:schemeClr val="bg1"/>
              </a:solidFill>
              <a:sym typeface="+mn-lt"/>
            </a:endParaRPr>
          </a:p>
        </p:txBody>
      </p:sp>
      <p:grpSp>
        <p:nvGrpSpPr>
          <p:cNvPr id="34" name="Group 53"/>
          <p:cNvGrpSpPr/>
          <p:nvPr>
            <p:custDataLst>
              <p:tags r:id="rId4"/>
            </p:custDataLst>
          </p:nvPr>
        </p:nvGrpSpPr>
        <p:grpSpPr>
          <a:xfrm>
            <a:off x="8403598" y="2245359"/>
            <a:ext cx="3002397" cy="1364207"/>
            <a:chOff x="8614471" y="2558783"/>
            <a:chExt cx="3162659" cy="1293631"/>
          </a:xfrm>
        </p:grpSpPr>
        <p:sp>
          <p:nvSpPr>
            <p:cNvPr id="35" name="TextBox 54"/>
            <p:cNvSpPr txBox="1"/>
            <p:nvPr>
              <p:custDataLst>
                <p:tags r:id="rId5"/>
              </p:custDataLst>
            </p:nvPr>
          </p:nvSpPr>
          <p:spPr>
            <a:xfrm>
              <a:off x="8614471" y="2558783"/>
              <a:ext cx="1276252" cy="4275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sym typeface="Arial" panose="020B0604020202020204" pitchFamily="34" charset="0"/>
                </a:rPr>
                <a:t>项目背景</a:t>
              </a:r>
              <a:r>
                <a:rPr lang="en-US" altLang="zh-CN" dirty="0">
                  <a:solidFill>
                    <a:schemeClr val="bg1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sym typeface="Arial" panose="020B0604020202020204" pitchFamily="34" charset="0"/>
                </a:rPr>
                <a:t>1</a:t>
              </a:r>
              <a:endParaRPr lang="en-US" altLang="zh-CN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36" name="Rectangle 55"/>
            <p:cNvSpPr/>
            <p:nvPr>
              <p:custDataLst>
                <p:tags r:id="rId6"/>
              </p:custDataLst>
            </p:nvPr>
          </p:nvSpPr>
          <p:spPr>
            <a:xfrm>
              <a:off x="8614471" y="2924503"/>
              <a:ext cx="3162659" cy="9279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5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全球粮食需求攀升与耕地资源紧张的矛盾日益突出，传统人工植保模式面临劳动力短缺、效率低下、农药利用率低等痛点，已无法适配现代农业发展需求</a:t>
              </a:r>
              <a:endParaRPr lang="en-US" altLang="zh-CN" sz="1105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7" name="Group 53"/>
          <p:cNvGrpSpPr/>
          <p:nvPr>
            <p:custDataLst>
              <p:tags r:id="rId7"/>
            </p:custDataLst>
          </p:nvPr>
        </p:nvGrpSpPr>
        <p:grpSpPr>
          <a:xfrm>
            <a:off x="8403598" y="3613818"/>
            <a:ext cx="3002397" cy="1128078"/>
            <a:chOff x="8614471" y="2572546"/>
            <a:chExt cx="3162659" cy="1069718"/>
          </a:xfrm>
        </p:grpSpPr>
        <p:sp>
          <p:nvSpPr>
            <p:cNvPr id="38" name="TextBox 54"/>
            <p:cNvSpPr txBox="1"/>
            <p:nvPr>
              <p:custDataLst>
                <p:tags r:id="rId8"/>
              </p:custDataLst>
            </p:nvPr>
          </p:nvSpPr>
          <p:spPr>
            <a:xfrm>
              <a:off x="8614471" y="2572546"/>
              <a:ext cx="1276252" cy="4275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sym typeface="Arial" panose="020B0604020202020204" pitchFamily="34" charset="0"/>
                </a:rPr>
                <a:t>项目背景</a:t>
              </a:r>
              <a:r>
                <a:rPr lang="en-US" altLang="zh-CN" dirty="0">
                  <a:solidFill>
                    <a:schemeClr val="bg1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sym typeface="Arial" panose="020B0604020202020204" pitchFamily="34" charset="0"/>
                </a:rPr>
                <a:t>2</a:t>
              </a:r>
              <a:endParaRPr lang="en-US" altLang="zh-CN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39" name="Rectangle 55"/>
            <p:cNvSpPr/>
            <p:nvPr>
              <p:custDataLst>
                <p:tags r:id="rId9"/>
              </p:custDataLst>
            </p:nvPr>
          </p:nvSpPr>
          <p:spPr>
            <a:xfrm>
              <a:off x="8614471" y="2924503"/>
              <a:ext cx="3162659" cy="7177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5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政策层面，国内外相继出台智慧农业扶持政策，明确推动智能农机装备研发应用，为打药机器人的普及提供了政策支撑。</a:t>
              </a:r>
              <a:endParaRPr lang="en-GB" sz="1105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0" name="Group 53"/>
          <p:cNvGrpSpPr/>
          <p:nvPr>
            <p:custDataLst>
              <p:tags r:id="rId10"/>
            </p:custDataLst>
          </p:nvPr>
        </p:nvGrpSpPr>
        <p:grpSpPr>
          <a:xfrm>
            <a:off x="8403598" y="5023579"/>
            <a:ext cx="3002397" cy="1349693"/>
            <a:chOff x="8614471" y="2572546"/>
            <a:chExt cx="3162659" cy="1279868"/>
          </a:xfrm>
        </p:grpSpPr>
        <p:sp>
          <p:nvSpPr>
            <p:cNvPr id="41" name="TextBox 54"/>
            <p:cNvSpPr txBox="1"/>
            <p:nvPr>
              <p:custDataLst>
                <p:tags r:id="rId11"/>
              </p:custDataLst>
            </p:nvPr>
          </p:nvSpPr>
          <p:spPr>
            <a:xfrm>
              <a:off x="8614471" y="2572546"/>
              <a:ext cx="1276252" cy="4275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sym typeface="Arial" panose="020B0604020202020204" pitchFamily="34" charset="0"/>
                </a:rPr>
                <a:t>项目背景</a:t>
              </a:r>
              <a:r>
                <a:rPr lang="en-US" altLang="zh-CN" dirty="0">
                  <a:solidFill>
                    <a:schemeClr val="bg1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sym typeface="Arial" panose="020B0604020202020204" pitchFamily="34" charset="0"/>
                </a:rPr>
                <a:t>3</a:t>
              </a:r>
              <a:endParaRPr lang="en-US" altLang="zh-CN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42" name="Rectangle 55"/>
            <p:cNvSpPr/>
            <p:nvPr>
              <p:custDataLst>
                <p:tags r:id="rId12"/>
              </p:custDataLst>
            </p:nvPr>
          </p:nvSpPr>
          <p:spPr>
            <a:xfrm>
              <a:off x="8614471" y="2924503"/>
              <a:ext cx="3162659" cy="9279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5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伴随北斗导航、机器视觉等技术升级，打药机器人实现精准施药、智能识别病虫害等功能，兼具经济与生态效益，市场规模持续高速增长，成为农业智能化转型的核心装备。</a:t>
              </a:r>
              <a:endParaRPr lang="en-GB" sz="1105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43" name="图片 42" descr="机器人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19120" y="1806575"/>
            <a:ext cx="4289425" cy="472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1657689"/>
            <a:ext cx="12192000" cy="1779408"/>
          </a:xfrm>
          <a:prstGeom prst="rect">
            <a:avLst/>
          </a:prstGeom>
          <a:gradFill flip="none" rotWithShape="1">
            <a:gsLst>
              <a:gs pos="36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6" name="Picture 24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6689100" y="1649561"/>
            <a:ext cx="5508031" cy="178839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0" y="6355758"/>
            <a:ext cx="12192000" cy="502242"/>
            <a:chOff x="0" y="6355758"/>
            <a:chExt cx="12192000" cy="502242"/>
          </a:xfrm>
        </p:grpSpPr>
        <p:sp>
          <p:nvSpPr>
            <p:cNvPr id="3" name="任意多边形 54"/>
            <p:cNvSpPr/>
            <p:nvPr userDrawn="1"/>
          </p:nvSpPr>
          <p:spPr>
            <a:xfrm>
              <a:off x="0" y="6457950"/>
              <a:ext cx="12192000" cy="400050"/>
            </a:xfrm>
            <a:custGeom>
              <a:avLst/>
              <a:gdLst>
                <a:gd name="connsiteX0" fmla="*/ 12192000 w 12192000"/>
                <a:gd name="connsiteY0" fmla="*/ 0 h 329410"/>
                <a:gd name="connsiteX1" fmla="*/ 12192000 w 12192000"/>
                <a:gd name="connsiteY1" fmla="*/ 329410 h 329410"/>
                <a:gd name="connsiteX2" fmla="*/ 0 w 12192000"/>
                <a:gd name="connsiteY2" fmla="*/ 329410 h 329410"/>
                <a:gd name="connsiteX3" fmla="*/ 0 w 12192000"/>
                <a:gd name="connsiteY3" fmla="*/ 29375 h 329410"/>
                <a:gd name="connsiteX4" fmla="*/ 577089 w 12192000"/>
                <a:gd name="connsiteY4" fmla="*/ 49593 h 329410"/>
                <a:gd name="connsiteX5" fmla="*/ 5704114 w 12192000"/>
                <a:gd name="connsiteY5" fmla="*/ 124873 h 329410"/>
                <a:gd name="connsiteX6" fmla="*/ 11982536 w 12192000"/>
                <a:gd name="connsiteY6" fmla="*/ 9255 h 32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29410">
                  <a:moveTo>
                    <a:pt x="12192000" y="0"/>
                  </a:moveTo>
                  <a:lnTo>
                    <a:pt x="12192000" y="329410"/>
                  </a:lnTo>
                  <a:lnTo>
                    <a:pt x="0" y="329410"/>
                  </a:lnTo>
                  <a:lnTo>
                    <a:pt x="0" y="29375"/>
                  </a:lnTo>
                  <a:lnTo>
                    <a:pt x="577089" y="49593"/>
                  </a:lnTo>
                  <a:cubicBezTo>
                    <a:pt x="2152931" y="98068"/>
                    <a:pt x="3885480" y="124873"/>
                    <a:pt x="5704114" y="124873"/>
                  </a:cubicBezTo>
                  <a:cubicBezTo>
                    <a:pt x="7977407" y="124873"/>
                    <a:pt x="10116192" y="82990"/>
                    <a:pt x="11982536" y="92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4" name="任意多边形 55"/>
            <p:cNvSpPr/>
            <p:nvPr userDrawn="1"/>
          </p:nvSpPr>
          <p:spPr>
            <a:xfrm flipH="1">
              <a:off x="0" y="6355758"/>
              <a:ext cx="12192000" cy="502242"/>
            </a:xfrm>
            <a:custGeom>
              <a:avLst/>
              <a:gdLst>
                <a:gd name="connsiteX0" fmla="*/ 12192000 w 12192000"/>
                <a:gd name="connsiteY0" fmla="*/ 0 h 329410"/>
                <a:gd name="connsiteX1" fmla="*/ 12192000 w 12192000"/>
                <a:gd name="connsiteY1" fmla="*/ 329410 h 329410"/>
                <a:gd name="connsiteX2" fmla="*/ 0 w 12192000"/>
                <a:gd name="connsiteY2" fmla="*/ 329410 h 329410"/>
                <a:gd name="connsiteX3" fmla="*/ 0 w 12192000"/>
                <a:gd name="connsiteY3" fmla="*/ 29375 h 329410"/>
                <a:gd name="connsiteX4" fmla="*/ 577089 w 12192000"/>
                <a:gd name="connsiteY4" fmla="*/ 49593 h 329410"/>
                <a:gd name="connsiteX5" fmla="*/ 5704114 w 12192000"/>
                <a:gd name="connsiteY5" fmla="*/ 124873 h 329410"/>
                <a:gd name="connsiteX6" fmla="*/ 11982536 w 12192000"/>
                <a:gd name="connsiteY6" fmla="*/ 9255 h 32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29410">
                  <a:moveTo>
                    <a:pt x="12192000" y="0"/>
                  </a:moveTo>
                  <a:lnTo>
                    <a:pt x="12192000" y="329410"/>
                  </a:lnTo>
                  <a:lnTo>
                    <a:pt x="0" y="329410"/>
                  </a:lnTo>
                  <a:lnTo>
                    <a:pt x="0" y="29375"/>
                  </a:lnTo>
                  <a:lnTo>
                    <a:pt x="577089" y="49593"/>
                  </a:lnTo>
                  <a:cubicBezTo>
                    <a:pt x="2152931" y="98068"/>
                    <a:pt x="3885480" y="124873"/>
                    <a:pt x="5704114" y="124873"/>
                  </a:cubicBezTo>
                  <a:cubicBezTo>
                    <a:pt x="7977407" y="124873"/>
                    <a:pt x="10116192" y="82990"/>
                    <a:pt x="11982536" y="9255"/>
                  </a:cubicBezTo>
                  <a:close/>
                </a:path>
              </a:pathLst>
            </a:custGeom>
            <a:solidFill>
              <a:schemeClr val="accent2"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52" name="直接连接符 51"/>
          <p:cNvCxnSpPr/>
          <p:nvPr/>
        </p:nvCxnSpPr>
        <p:spPr>
          <a:xfrm>
            <a:off x="501446" y="1204687"/>
            <a:ext cx="11189109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501467" y="371747"/>
            <a:ext cx="56760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dirty="0">
                <a:solidFill>
                  <a:srgbClr val="151472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项目介绍</a:t>
            </a:r>
            <a:endParaRPr lang="zh-CN" altLang="en-US" dirty="0">
              <a:solidFill>
                <a:srgbClr val="151472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grpSp>
        <p:nvGrpSpPr>
          <p:cNvPr id="56" name="组合 55"/>
          <p:cNvGrpSpPr/>
          <p:nvPr>
            <p:custDataLst>
              <p:tags r:id="rId2"/>
            </p:custDataLst>
          </p:nvPr>
        </p:nvGrpSpPr>
        <p:grpSpPr>
          <a:xfrm>
            <a:off x="874713" y="3366232"/>
            <a:ext cx="2303916" cy="3089275"/>
            <a:chOff x="874713" y="3134737"/>
            <a:chExt cx="2303916" cy="3089275"/>
          </a:xfrm>
        </p:grpSpPr>
        <p:sp>
          <p:nvSpPr>
            <p:cNvPr id="57" name="矩形 56"/>
            <p:cNvSpPr/>
            <p:nvPr>
              <p:custDataLst>
                <p:tags r:id="rId3"/>
              </p:custDataLst>
            </p:nvPr>
          </p:nvSpPr>
          <p:spPr>
            <a:xfrm>
              <a:off x="874713" y="3193141"/>
              <a:ext cx="2303916" cy="26125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>
              <p:custDataLst>
                <p:tags r:id="rId4"/>
              </p:custDataLst>
            </p:nvPr>
          </p:nvSpPr>
          <p:spPr>
            <a:xfrm>
              <a:off x="1074128" y="3134737"/>
              <a:ext cx="1912461" cy="308927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传统人工打药效率低、农药浪费严重，农村劳动力短缺且老龄化加剧，小农户土地不连片导致植保机械化率不足</a:t>
              </a:r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45%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，亟需适配中小农户的灵活智能打药装备。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  <a:p>
              <a:pPr>
                <a:lnSpc>
                  <a:spcPct val="120000"/>
                </a:lnSpc>
                <a:spcBef>
                  <a:spcPct val="20000"/>
                </a:spcBef>
              </a:pP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</p:grpSp>
      <p:grpSp>
        <p:nvGrpSpPr>
          <p:cNvPr id="67" name="组合 66"/>
          <p:cNvGrpSpPr/>
          <p:nvPr>
            <p:custDataLst>
              <p:tags r:id="rId5"/>
            </p:custDataLst>
          </p:nvPr>
        </p:nvGrpSpPr>
        <p:grpSpPr>
          <a:xfrm>
            <a:off x="3587599" y="3366232"/>
            <a:ext cx="2303916" cy="2745740"/>
            <a:chOff x="3587599" y="3134737"/>
            <a:chExt cx="2303916" cy="2745740"/>
          </a:xfrm>
        </p:grpSpPr>
        <p:sp>
          <p:nvSpPr>
            <p:cNvPr id="68" name="矩形 67"/>
            <p:cNvSpPr/>
            <p:nvPr>
              <p:custDataLst>
                <p:tags r:id="rId6"/>
              </p:custDataLst>
            </p:nvPr>
          </p:nvSpPr>
          <p:spPr>
            <a:xfrm>
              <a:off x="3587599" y="3193141"/>
              <a:ext cx="2303916" cy="26125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/>
            <p:cNvSpPr/>
            <p:nvPr>
              <p:custDataLst>
                <p:tags r:id="rId7"/>
              </p:custDataLst>
            </p:nvPr>
          </p:nvSpPr>
          <p:spPr>
            <a:xfrm>
              <a:off x="3779691" y="3134737"/>
              <a:ext cx="1912461" cy="274574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zh-CN" altLang="en-US" sz="1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国内外环保与农业政策密集出台，欧盟要求</a:t>
              </a:r>
              <a:r>
                <a:rPr lang="en-US" altLang="zh-CN" sz="1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2030</a:t>
              </a:r>
              <a:r>
                <a:rPr lang="zh-CN" altLang="en-US" sz="1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年农药减量</a:t>
              </a:r>
              <a:r>
                <a:rPr lang="en-US" altLang="zh-CN" sz="1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50%</a:t>
              </a:r>
              <a:r>
                <a:rPr lang="zh-CN" altLang="en-US" sz="1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，国内推动无人农场建设，政策红利驱动精准植保装备研发，打药机器人成为政策落地关键载体。</a:t>
              </a:r>
              <a:endPara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</p:grpSp>
      <p:grpSp>
        <p:nvGrpSpPr>
          <p:cNvPr id="70" name="组合 69"/>
          <p:cNvGrpSpPr/>
          <p:nvPr>
            <p:custDataLst>
              <p:tags r:id="rId8"/>
            </p:custDataLst>
          </p:nvPr>
        </p:nvGrpSpPr>
        <p:grpSpPr>
          <a:xfrm>
            <a:off x="6300485" y="3366232"/>
            <a:ext cx="2303916" cy="2745740"/>
            <a:chOff x="6300485" y="3134737"/>
            <a:chExt cx="2303916" cy="2745740"/>
          </a:xfrm>
        </p:grpSpPr>
        <p:sp>
          <p:nvSpPr>
            <p:cNvPr id="71" name="矩形 70"/>
            <p:cNvSpPr/>
            <p:nvPr>
              <p:custDataLst>
                <p:tags r:id="rId9"/>
              </p:custDataLst>
            </p:nvPr>
          </p:nvSpPr>
          <p:spPr>
            <a:xfrm>
              <a:off x="6300485" y="3193141"/>
              <a:ext cx="2303916" cy="26125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/>
            <p:cNvSpPr/>
            <p:nvPr>
              <p:custDataLst>
                <p:tags r:id="rId10"/>
              </p:custDataLst>
            </p:nvPr>
          </p:nvSpPr>
          <p:spPr>
            <a:xfrm>
              <a:off x="6427329" y="3134737"/>
              <a:ext cx="1912461" cy="274574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全球智慧农业加速发展，打药机器人市场规模年增</a:t>
              </a:r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20%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，大田与经济作物对精准施药需求激增，现有设备在场景适配、成本控制上存在短板，市场缺口显著。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</p:grpSp>
      <p:grpSp>
        <p:nvGrpSpPr>
          <p:cNvPr id="73" name="组合 72"/>
          <p:cNvGrpSpPr/>
          <p:nvPr>
            <p:custDataLst>
              <p:tags r:id="rId11"/>
            </p:custDataLst>
          </p:nvPr>
        </p:nvGrpSpPr>
        <p:grpSpPr>
          <a:xfrm>
            <a:off x="9013372" y="3366232"/>
            <a:ext cx="2303916" cy="2745740"/>
            <a:chOff x="9013372" y="3134737"/>
            <a:chExt cx="2303916" cy="2745740"/>
          </a:xfrm>
        </p:grpSpPr>
        <p:sp>
          <p:nvSpPr>
            <p:cNvPr id="74" name="矩形 73"/>
            <p:cNvSpPr/>
            <p:nvPr>
              <p:custDataLst>
                <p:tags r:id="rId12"/>
              </p:custDataLst>
            </p:nvPr>
          </p:nvSpPr>
          <p:spPr>
            <a:xfrm>
              <a:off x="9013372" y="3193141"/>
              <a:ext cx="2303916" cy="26125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/>
            <p:cNvSpPr/>
            <p:nvPr>
              <p:custDataLst>
                <p:tags r:id="rId13"/>
              </p:custDataLst>
            </p:nvPr>
          </p:nvSpPr>
          <p:spPr>
            <a:xfrm>
              <a:off x="9212560" y="3134737"/>
              <a:ext cx="1912461" cy="274574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北斗导航、</a:t>
              </a:r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AI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视觉等技术迭代，为打药机器人提供自主导航、变量施药核心支撑，解决传统机械操作复杂、精准度低的痛点，技术成熟度推动项目落地。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</p:grpSp>
      <p:grpSp>
        <p:nvGrpSpPr>
          <p:cNvPr id="76" name="组合 75"/>
          <p:cNvGrpSpPr/>
          <p:nvPr>
            <p:custDataLst>
              <p:tags r:id="rId14"/>
            </p:custDataLst>
          </p:nvPr>
        </p:nvGrpSpPr>
        <p:grpSpPr>
          <a:xfrm>
            <a:off x="874713" y="1944180"/>
            <a:ext cx="2303916" cy="1349828"/>
            <a:chOff x="874713" y="1712685"/>
            <a:chExt cx="2303916" cy="1349828"/>
          </a:xfrm>
        </p:grpSpPr>
        <p:sp>
          <p:nvSpPr>
            <p:cNvPr id="77" name="矩形 76"/>
            <p:cNvSpPr/>
            <p:nvPr>
              <p:custDataLst>
                <p:tags r:id="rId15"/>
              </p:custDataLst>
            </p:nvPr>
          </p:nvSpPr>
          <p:spPr>
            <a:xfrm>
              <a:off x="874713" y="1712685"/>
              <a:ext cx="2303916" cy="1349828"/>
            </a:xfrm>
            <a:prstGeom prst="rect">
              <a:avLst/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  <p:sp>
          <p:nvSpPr>
            <p:cNvPr id="78" name="矩形 77"/>
            <p:cNvSpPr/>
            <p:nvPr>
              <p:custDataLst>
                <p:tags r:id="rId16"/>
              </p:custDataLst>
            </p:nvPr>
          </p:nvSpPr>
          <p:spPr>
            <a:xfrm>
              <a:off x="908867" y="2430982"/>
              <a:ext cx="2241974" cy="39696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项目来源</a:t>
              </a:r>
              <a:endParaRPr lang="zh-CN" altLang="en-US" b="1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  <p:sp>
          <p:nvSpPr>
            <p:cNvPr id="79" name="椭圆 29"/>
            <p:cNvSpPr/>
            <p:nvPr>
              <p:custDataLst>
                <p:tags r:id="rId17"/>
              </p:custDataLst>
            </p:nvPr>
          </p:nvSpPr>
          <p:spPr>
            <a:xfrm>
              <a:off x="1796764" y="1933886"/>
              <a:ext cx="406382" cy="406382"/>
            </a:xfrm>
            <a:custGeom>
              <a:avLst/>
              <a:gdLst>
                <a:gd name="connsiteX0" fmla="*/ 157638 w 338138"/>
                <a:gd name="connsiteY0" fmla="*/ 144463 h 338138"/>
                <a:gd name="connsiteX1" fmla="*/ 165544 w 338138"/>
                <a:gd name="connsiteY1" fmla="*/ 148443 h 338138"/>
                <a:gd name="connsiteX2" fmla="*/ 249865 w 338138"/>
                <a:gd name="connsiteY2" fmla="*/ 233341 h 338138"/>
                <a:gd name="connsiteX3" fmla="*/ 280167 w 338138"/>
                <a:gd name="connsiteY3" fmla="*/ 232015 h 338138"/>
                <a:gd name="connsiteX4" fmla="*/ 286755 w 338138"/>
                <a:gd name="connsiteY4" fmla="*/ 234668 h 338138"/>
                <a:gd name="connsiteX5" fmla="*/ 335503 w 338138"/>
                <a:gd name="connsiteY5" fmla="*/ 283750 h 338138"/>
                <a:gd name="connsiteX6" fmla="*/ 338138 w 338138"/>
                <a:gd name="connsiteY6" fmla="*/ 293036 h 338138"/>
                <a:gd name="connsiteX7" fmla="*/ 330233 w 338138"/>
                <a:gd name="connsiteY7" fmla="*/ 298342 h 338138"/>
                <a:gd name="connsiteX8" fmla="*/ 311788 w 338138"/>
                <a:gd name="connsiteY8" fmla="*/ 303648 h 338138"/>
                <a:gd name="connsiteX9" fmla="*/ 303883 w 338138"/>
                <a:gd name="connsiteY9" fmla="*/ 310281 h 338138"/>
                <a:gd name="connsiteX10" fmla="*/ 299930 w 338138"/>
                <a:gd name="connsiteY10" fmla="*/ 331505 h 338138"/>
                <a:gd name="connsiteX11" fmla="*/ 293343 w 338138"/>
                <a:gd name="connsiteY11" fmla="*/ 338138 h 338138"/>
                <a:gd name="connsiteX12" fmla="*/ 290708 w 338138"/>
                <a:gd name="connsiteY12" fmla="*/ 338138 h 338138"/>
                <a:gd name="connsiteX13" fmla="*/ 284120 w 338138"/>
                <a:gd name="connsiteY13" fmla="*/ 335485 h 338138"/>
                <a:gd name="connsiteX14" fmla="*/ 235372 w 338138"/>
                <a:gd name="connsiteY14" fmla="*/ 286403 h 338138"/>
                <a:gd name="connsiteX15" fmla="*/ 232737 w 338138"/>
                <a:gd name="connsiteY15" fmla="*/ 279770 h 338138"/>
                <a:gd name="connsiteX16" fmla="*/ 234054 w 338138"/>
                <a:gd name="connsiteY16" fmla="*/ 249260 h 338138"/>
                <a:gd name="connsiteX17" fmla="*/ 149733 w 338138"/>
                <a:gd name="connsiteY17" fmla="*/ 164361 h 338138"/>
                <a:gd name="connsiteX18" fmla="*/ 149733 w 338138"/>
                <a:gd name="connsiteY18" fmla="*/ 148443 h 338138"/>
                <a:gd name="connsiteX19" fmla="*/ 157638 w 338138"/>
                <a:gd name="connsiteY19" fmla="*/ 144463 h 338138"/>
                <a:gd name="connsiteX20" fmla="*/ 145922 w 338138"/>
                <a:gd name="connsiteY20" fmla="*/ 120650 h 338138"/>
                <a:gd name="connsiteX21" fmla="*/ 169863 w 338138"/>
                <a:gd name="connsiteY21" fmla="*/ 137383 h 338138"/>
                <a:gd name="connsiteX22" fmla="*/ 157893 w 338138"/>
                <a:gd name="connsiteY22" fmla="*/ 133522 h 338138"/>
                <a:gd name="connsiteX23" fmla="*/ 141931 w 338138"/>
                <a:gd name="connsiteY23" fmla="*/ 141245 h 338138"/>
                <a:gd name="connsiteX24" fmla="*/ 137941 w 338138"/>
                <a:gd name="connsiteY24" fmla="*/ 168275 h 338138"/>
                <a:gd name="connsiteX25" fmla="*/ 120650 w 338138"/>
                <a:gd name="connsiteY25" fmla="*/ 145106 h 338138"/>
                <a:gd name="connsiteX26" fmla="*/ 145922 w 338138"/>
                <a:gd name="connsiteY26" fmla="*/ 120650 h 338138"/>
                <a:gd name="connsiteX27" fmla="*/ 146051 w 338138"/>
                <a:gd name="connsiteY27" fmla="*/ 60325 h 338138"/>
                <a:gd name="connsiteX28" fmla="*/ 230188 w 338138"/>
                <a:gd name="connsiteY28" fmla="*/ 145257 h 338138"/>
                <a:gd name="connsiteX29" fmla="*/ 219671 w 338138"/>
                <a:gd name="connsiteY29" fmla="*/ 186395 h 338138"/>
                <a:gd name="connsiteX30" fmla="*/ 193378 w 338138"/>
                <a:gd name="connsiteY30" fmla="*/ 161181 h 338138"/>
                <a:gd name="connsiteX31" fmla="*/ 196007 w 338138"/>
                <a:gd name="connsiteY31" fmla="*/ 145257 h 338138"/>
                <a:gd name="connsiteX32" fmla="*/ 146051 w 338138"/>
                <a:gd name="connsiteY32" fmla="*/ 94828 h 338138"/>
                <a:gd name="connsiteX33" fmla="*/ 96094 w 338138"/>
                <a:gd name="connsiteY33" fmla="*/ 145257 h 338138"/>
                <a:gd name="connsiteX34" fmla="*/ 146051 w 338138"/>
                <a:gd name="connsiteY34" fmla="*/ 195685 h 338138"/>
                <a:gd name="connsiteX35" fmla="*/ 161827 w 338138"/>
                <a:gd name="connsiteY35" fmla="*/ 193031 h 338138"/>
                <a:gd name="connsiteX36" fmla="*/ 188119 w 338138"/>
                <a:gd name="connsiteY36" fmla="*/ 219572 h 338138"/>
                <a:gd name="connsiteX37" fmla="*/ 146051 w 338138"/>
                <a:gd name="connsiteY37" fmla="*/ 230188 h 338138"/>
                <a:gd name="connsiteX38" fmla="*/ 61913 w 338138"/>
                <a:gd name="connsiteY38" fmla="*/ 145257 h 338138"/>
                <a:gd name="connsiteX39" fmla="*/ 146051 w 338138"/>
                <a:gd name="connsiteY39" fmla="*/ 60325 h 338138"/>
                <a:gd name="connsiteX40" fmla="*/ 145257 w 338138"/>
                <a:gd name="connsiteY40" fmla="*/ 0 h 338138"/>
                <a:gd name="connsiteX41" fmla="*/ 290513 w 338138"/>
                <a:gd name="connsiteY41" fmla="*/ 145257 h 338138"/>
                <a:gd name="connsiteX42" fmla="*/ 269385 w 338138"/>
                <a:gd name="connsiteY42" fmla="*/ 221846 h 338138"/>
                <a:gd name="connsiteX43" fmla="*/ 254859 w 338138"/>
                <a:gd name="connsiteY43" fmla="*/ 221846 h 338138"/>
                <a:gd name="connsiteX44" fmla="*/ 239013 w 338138"/>
                <a:gd name="connsiteY44" fmla="*/ 206000 h 338138"/>
                <a:gd name="connsiteX45" fmla="*/ 256180 w 338138"/>
                <a:gd name="connsiteY45" fmla="*/ 145257 h 338138"/>
                <a:gd name="connsiteX46" fmla="*/ 145257 w 338138"/>
                <a:gd name="connsiteY46" fmla="*/ 34333 h 338138"/>
                <a:gd name="connsiteX47" fmla="*/ 34333 w 338138"/>
                <a:gd name="connsiteY47" fmla="*/ 145257 h 338138"/>
                <a:gd name="connsiteX48" fmla="*/ 145257 w 338138"/>
                <a:gd name="connsiteY48" fmla="*/ 256180 h 338138"/>
                <a:gd name="connsiteX49" fmla="*/ 206000 w 338138"/>
                <a:gd name="connsiteY49" fmla="*/ 239013 h 338138"/>
                <a:gd name="connsiteX50" fmla="*/ 221847 w 338138"/>
                <a:gd name="connsiteY50" fmla="*/ 254859 h 338138"/>
                <a:gd name="connsiteX51" fmla="*/ 221847 w 338138"/>
                <a:gd name="connsiteY51" fmla="*/ 269385 h 338138"/>
                <a:gd name="connsiteX52" fmla="*/ 145257 w 338138"/>
                <a:gd name="connsiteY52" fmla="*/ 290513 h 338138"/>
                <a:gd name="connsiteX53" fmla="*/ 0 w 338138"/>
                <a:gd name="connsiteY53" fmla="*/ 145257 h 338138"/>
                <a:gd name="connsiteX54" fmla="*/ 145257 w 338138"/>
                <a:gd name="connsiteY54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38138" h="338138">
                  <a:moveTo>
                    <a:pt x="157638" y="144463"/>
                  </a:moveTo>
                  <a:cubicBezTo>
                    <a:pt x="160273" y="144463"/>
                    <a:pt x="162908" y="145790"/>
                    <a:pt x="165544" y="148443"/>
                  </a:cubicBezTo>
                  <a:cubicBezTo>
                    <a:pt x="165544" y="148443"/>
                    <a:pt x="165544" y="148443"/>
                    <a:pt x="249865" y="233341"/>
                  </a:cubicBezTo>
                  <a:cubicBezTo>
                    <a:pt x="249865" y="233341"/>
                    <a:pt x="249865" y="233341"/>
                    <a:pt x="280167" y="232015"/>
                  </a:cubicBezTo>
                  <a:cubicBezTo>
                    <a:pt x="282803" y="232015"/>
                    <a:pt x="285438" y="233341"/>
                    <a:pt x="286755" y="234668"/>
                  </a:cubicBezTo>
                  <a:cubicBezTo>
                    <a:pt x="286755" y="234668"/>
                    <a:pt x="286755" y="234668"/>
                    <a:pt x="335503" y="283750"/>
                  </a:cubicBezTo>
                  <a:cubicBezTo>
                    <a:pt x="338138" y="286403"/>
                    <a:pt x="338138" y="289056"/>
                    <a:pt x="338138" y="293036"/>
                  </a:cubicBezTo>
                  <a:cubicBezTo>
                    <a:pt x="336821" y="295689"/>
                    <a:pt x="334186" y="298342"/>
                    <a:pt x="330233" y="298342"/>
                  </a:cubicBezTo>
                  <a:cubicBezTo>
                    <a:pt x="330233" y="298342"/>
                    <a:pt x="330233" y="298342"/>
                    <a:pt x="311788" y="303648"/>
                  </a:cubicBezTo>
                  <a:cubicBezTo>
                    <a:pt x="307835" y="303648"/>
                    <a:pt x="305200" y="306301"/>
                    <a:pt x="303883" y="310281"/>
                  </a:cubicBezTo>
                  <a:cubicBezTo>
                    <a:pt x="303883" y="310281"/>
                    <a:pt x="303883" y="310281"/>
                    <a:pt x="299930" y="331505"/>
                  </a:cubicBezTo>
                  <a:cubicBezTo>
                    <a:pt x="298613" y="334158"/>
                    <a:pt x="295978" y="336812"/>
                    <a:pt x="293343" y="338138"/>
                  </a:cubicBezTo>
                  <a:cubicBezTo>
                    <a:pt x="292025" y="338138"/>
                    <a:pt x="292025" y="338138"/>
                    <a:pt x="290708" y="338138"/>
                  </a:cubicBezTo>
                  <a:cubicBezTo>
                    <a:pt x="288073" y="338138"/>
                    <a:pt x="285438" y="336812"/>
                    <a:pt x="284120" y="335485"/>
                  </a:cubicBezTo>
                  <a:cubicBezTo>
                    <a:pt x="284120" y="335485"/>
                    <a:pt x="284120" y="335485"/>
                    <a:pt x="235372" y="286403"/>
                  </a:cubicBezTo>
                  <a:cubicBezTo>
                    <a:pt x="232737" y="283750"/>
                    <a:pt x="232737" y="281097"/>
                    <a:pt x="232737" y="279770"/>
                  </a:cubicBezTo>
                  <a:cubicBezTo>
                    <a:pt x="232737" y="279770"/>
                    <a:pt x="232737" y="279770"/>
                    <a:pt x="234054" y="249260"/>
                  </a:cubicBezTo>
                  <a:cubicBezTo>
                    <a:pt x="234054" y="249260"/>
                    <a:pt x="234054" y="249260"/>
                    <a:pt x="149733" y="164361"/>
                  </a:cubicBezTo>
                  <a:cubicBezTo>
                    <a:pt x="144463" y="159055"/>
                    <a:pt x="144463" y="152422"/>
                    <a:pt x="149733" y="148443"/>
                  </a:cubicBezTo>
                  <a:cubicBezTo>
                    <a:pt x="151051" y="145790"/>
                    <a:pt x="155003" y="144463"/>
                    <a:pt x="157638" y="144463"/>
                  </a:cubicBezTo>
                  <a:close/>
                  <a:moveTo>
                    <a:pt x="145922" y="120650"/>
                  </a:moveTo>
                  <a:cubicBezTo>
                    <a:pt x="157893" y="120650"/>
                    <a:pt x="167203" y="128373"/>
                    <a:pt x="169863" y="137383"/>
                  </a:cubicBezTo>
                  <a:cubicBezTo>
                    <a:pt x="167203" y="134809"/>
                    <a:pt x="161883" y="133522"/>
                    <a:pt x="157893" y="133522"/>
                  </a:cubicBezTo>
                  <a:cubicBezTo>
                    <a:pt x="151242" y="133522"/>
                    <a:pt x="145922" y="136096"/>
                    <a:pt x="141931" y="141245"/>
                  </a:cubicBezTo>
                  <a:cubicBezTo>
                    <a:pt x="133951" y="147680"/>
                    <a:pt x="132620" y="160552"/>
                    <a:pt x="137941" y="168275"/>
                  </a:cubicBezTo>
                  <a:cubicBezTo>
                    <a:pt x="128630" y="165701"/>
                    <a:pt x="120650" y="156691"/>
                    <a:pt x="120650" y="145106"/>
                  </a:cubicBezTo>
                  <a:cubicBezTo>
                    <a:pt x="120650" y="132234"/>
                    <a:pt x="132620" y="120650"/>
                    <a:pt x="145922" y="120650"/>
                  </a:cubicBezTo>
                  <a:close/>
                  <a:moveTo>
                    <a:pt x="146051" y="60325"/>
                  </a:moveTo>
                  <a:cubicBezTo>
                    <a:pt x="192063" y="60325"/>
                    <a:pt x="230188" y="98810"/>
                    <a:pt x="230188" y="145257"/>
                  </a:cubicBezTo>
                  <a:cubicBezTo>
                    <a:pt x="230188" y="159854"/>
                    <a:pt x="226244" y="174452"/>
                    <a:pt x="219671" y="186395"/>
                  </a:cubicBezTo>
                  <a:lnTo>
                    <a:pt x="193378" y="161181"/>
                  </a:lnTo>
                  <a:cubicBezTo>
                    <a:pt x="196007" y="155873"/>
                    <a:pt x="196007" y="150565"/>
                    <a:pt x="196007" y="145257"/>
                  </a:cubicBezTo>
                  <a:cubicBezTo>
                    <a:pt x="196007" y="117388"/>
                    <a:pt x="173658" y="94828"/>
                    <a:pt x="146051" y="94828"/>
                  </a:cubicBezTo>
                  <a:cubicBezTo>
                    <a:pt x="118443" y="94828"/>
                    <a:pt x="96094" y="117388"/>
                    <a:pt x="96094" y="145257"/>
                  </a:cubicBezTo>
                  <a:cubicBezTo>
                    <a:pt x="96094" y="173125"/>
                    <a:pt x="118443" y="195685"/>
                    <a:pt x="146051" y="195685"/>
                  </a:cubicBezTo>
                  <a:cubicBezTo>
                    <a:pt x="151309" y="195685"/>
                    <a:pt x="156568" y="194358"/>
                    <a:pt x="161827" y="193031"/>
                  </a:cubicBezTo>
                  <a:cubicBezTo>
                    <a:pt x="161827" y="193031"/>
                    <a:pt x="161827" y="193031"/>
                    <a:pt x="188119" y="219572"/>
                  </a:cubicBezTo>
                  <a:cubicBezTo>
                    <a:pt x="174973" y="226207"/>
                    <a:pt x="161827" y="230188"/>
                    <a:pt x="146051" y="230188"/>
                  </a:cubicBezTo>
                  <a:cubicBezTo>
                    <a:pt x="100038" y="230188"/>
                    <a:pt x="61913" y="191703"/>
                    <a:pt x="61913" y="145257"/>
                  </a:cubicBezTo>
                  <a:cubicBezTo>
                    <a:pt x="61913" y="98810"/>
                    <a:pt x="100038" y="60325"/>
                    <a:pt x="146051" y="60325"/>
                  </a:cubicBezTo>
                  <a:close/>
                  <a:moveTo>
                    <a:pt x="145257" y="0"/>
                  </a:moveTo>
                  <a:cubicBezTo>
                    <a:pt x="225808" y="0"/>
                    <a:pt x="290513" y="64705"/>
                    <a:pt x="290513" y="145257"/>
                  </a:cubicBezTo>
                  <a:cubicBezTo>
                    <a:pt x="290513" y="172987"/>
                    <a:pt x="282590" y="199398"/>
                    <a:pt x="269385" y="221846"/>
                  </a:cubicBezTo>
                  <a:cubicBezTo>
                    <a:pt x="269385" y="221846"/>
                    <a:pt x="269385" y="221846"/>
                    <a:pt x="254859" y="221846"/>
                  </a:cubicBezTo>
                  <a:cubicBezTo>
                    <a:pt x="254859" y="221846"/>
                    <a:pt x="254859" y="221846"/>
                    <a:pt x="239013" y="206000"/>
                  </a:cubicBezTo>
                  <a:cubicBezTo>
                    <a:pt x="249577" y="188833"/>
                    <a:pt x="256180" y="167705"/>
                    <a:pt x="256180" y="145257"/>
                  </a:cubicBezTo>
                  <a:cubicBezTo>
                    <a:pt x="256180" y="84513"/>
                    <a:pt x="207321" y="34333"/>
                    <a:pt x="145257" y="34333"/>
                  </a:cubicBezTo>
                  <a:cubicBezTo>
                    <a:pt x="84513" y="34333"/>
                    <a:pt x="34333" y="84513"/>
                    <a:pt x="34333" y="145257"/>
                  </a:cubicBezTo>
                  <a:cubicBezTo>
                    <a:pt x="34333" y="207321"/>
                    <a:pt x="84513" y="256180"/>
                    <a:pt x="145257" y="256180"/>
                  </a:cubicBezTo>
                  <a:cubicBezTo>
                    <a:pt x="167705" y="256180"/>
                    <a:pt x="188834" y="249577"/>
                    <a:pt x="206000" y="239013"/>
                  </a:cubicBezTo>
                  <a:cubicBezTo>
                    <a:pt x="206000" y="239013"/>
                    <a:pt x="206000" y="239013"/>
                    <a:pt x="221847" y="254859"/>
                  </a:cubicBezTo>
                  <a:cubicBezTo>
                    <a:pt x="221847" y="254859"/>
                    <a:pt x="221847" y="254859"/>
                    <a:pt x="221847" y="269385"/>
                  </a:cubicBezTo>
                  <a:cubicBezTo>
                    <a:pt x="199398" y="282590"/>
                    <a:pt x="172988" y="290513"/>
                    <a:pt x="145257" y="290513"/>
                  </a:cubicBezTo>
                  <a:cubicBezTo>
                    <a:pt x="64705" y="290513"/>
                    <a:pt x="0" y="225808"/>
                    <a:pt x="0" y="145257"/>
                  </a:cubicBezTo>
                  <a:cubicBezTo>
                    <a:pt x="0" y="64705"/>
                    <a:pt x="64705" y="0"/>
                    <a:pt x="14525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</p:grpSp>
      <p:grpSp>
        <p:nvGrpSpPr>
          <p:cNvPr id="80" name="组合 79"/>
          <p:cNvGrpSpPr/>
          <p:nvPr>
            <p:custDataLst>
              <p:tags r:id="rId18"/>
            </p:custDataLst>
          </p:nvPr>
        </p:nvGrpSpPr>
        <p:grpSpPr>
          <a:xfrm>
            <a:off x="3587599" y="1944180"/>
            <a:ext cx="2303916" cy="1349828"/>
            <a:chOff x="3587599" y="1712685"/>
            <a:chExt cx="2303916" cy="1349828"/>
          </a:xfrm>
        </p:grpSpPr>
        <p:sp>
          <p:nvSpPr>
            <p:cNvPr id="81" name="矩形 80"/>
            <p:cNvSpPr/>
            <p:nvPr>
              <p:custDataLst>
                <p:tags r:id="rId19"/>
              </p:custDataLst>
            </p:nvPr>
          </p:nvSpPr>
          <p:spPr>
            <a:xfrm>
              <a:off x="3587599" y="1712685"/>
              <a:ext cx="2303916" cy="1349828"/>
            </a:xfrm>
            <a:prstGeom prst="rect">
              <a:avLst/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  <p:sp>
          <p:nvSpPr>
            <p:cNvPr id="82" name="矩形 81"/>
            <p:cNvSpPr/>
            <p:nvPr>
              <p:custDataLst>
                <p:tags r:id="rId20"/>
              </p:custDataLst>
            </p:nvPr>
          </p:nvSpPr>
          <p:spPr>
            <a:xfrm>
              <a:off x="3625463" y="2430982"/>
              <a:ext cx="2241974" cy="39696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项目来源</a:t>
              </a:r>
              <a:endParaRPr lang="zh-CN" altLang="en-US" b="1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  <p:sp>
          <p:nvSpPr>
            <p:cNvPr id="83" name="椭圆 30"/>
            <p:cNvSpPr/>
            <p:nvPr>
              <p:custDataLst>
                <p:tags r:id="rId21"/>
              </p:custDataLst>
            </p:nvPr>
          </p:nvSpPr>
          <p:spPr>
            <a:xfrm>
              <a:off x="4545754" y="1933886"/>
              <a:ext cx="392753" cy="406382"/>
            </a:xfrm>
            <a:custGeom>
              <a:avLst/>
              <a:gdLst>
                <a:gd name="connsiteX0" fmla="*/ 94055 w 317452"/>
                <a:gd name="connsiteY0" fmla="*/ 135965 h 328468"/>
                <a:gd name="connsiteX1" fmla="*/ 94407 w 317452"/>
                <a:gd name="connsiteY1" fmla="*/ 136055 h 328468"/>
                <a:gd name="connsiteX2" fmla="*/ 104825 w 317452"/>
                <a:gd name="connsiteY2" fmla="*/ 158537 h 328468"/>
                <a:gd name="connsiteX3" fmla="*/ 106109 w 317452"/>
                <a:gd name="connsiteY3" fmla="*/ 161308 h 328468"/>
                <a:gd name="connsiteX4" fmla="*/ 98162 w 317452"/>
                <a:gd name="connsiteY4" fmla="*/ 160053 h 328468"/>
                <a:gd name="connsiteX5" fmla="*/ 96849 w 317452"/>
                <a:gd name="connsiteY5" fmla="*/ 160053 h 328468"/>
                <a:gd name="connsiteX6" fmla="*/ 92911 w 317452"/>
                <a:gd name="connsiteY6" fmla="*/ 137630 h 328468"/>
                <a:gd name="connsiteX7" fmla="*/ 93506 w 317452"/>
                <a:gd name="connsiteY7" fmla="*/ 136765 h 328468"/>
                <a:gd name="connsiteX8" fmla="*/ 39496 w 317452"/>
                <a:gd name="connsiteY8" fmla="*/ 115887 h 328468"/>
                <a:gd name="connsiteX9" fmla="*/ 51437 w 317452"/>
                <a:gd name="connsiteY9" fmla="*/ 165488 h 328468"/>
                <a:gd name="connsiteX10" fmla="*/ 48784 w 317452"/>
                <a:gd name="connsiteY10" fmla="*/ 166793 h 328468"/>
                <a:gd name="connsiteX11" fmla="*/ 47457 w 317452"/>
                <a:gd name="connsiteY11" fmla="*/ 170709 h 328468"/>
                <a:gd name="connsiteX12" fmla="*/ 48784 w 317452"/>
                <a:gd name="connsiteY12" fmla="*/ 173319 h 328468"/>
                <a:gd name="connsiteX13" fmla="*/ 52764 w 317452"/>
                <a:gd name="connsiteY13" fmla="*/ 175930 h 328468"/>
                <a:gd name="connsiteX14" fmla="*/ 55418 w 317452"/>
                <a:gd name="connsiteY14" fmla="*/ 174625 h 328468"/>
                <a:gd name="connsiteX15" fmla="*/ 87263 w 317452"/>
                <a:gd name="connsiteY15" fmla="*/ 216393 h 328468"/>
                <a:gd name="connsiteX16" fmla="*/ 55418 w 317452"/>
                <a:gd name="connsiteY16" fmla="*/ 230752 h 328468"/>
                <a:gd name="connsiteX17" fmla="*/ 38169 w 317452"/>
                <a:gd name="connsiteY17" fmla="*/ 224225 h 328468"/>
                <a:gd name="connsiteX18" fmla="*/ 1017 w 317452"/>
                <a:gd name="connsiteY18" fmla="*/ 147214 h 328468"/>
                <a:gd name="connsiteX19" fmla="*/ 7651 w 317452"/>
                <a:gd name="connsiteY19" fmla="*/ 128940 h 328468"/>
                <a:gd name="connsiteX20" fmla="*/ 39496 w 317452"/>
                <a:gd name="connsiteY20" fmla="*/ 115887 h 328468"/>
                <a:gd name="connsiteX21" fmla="*/ 63900 w 317452"/>
                <a:gd name="connsiteY21" fmla="*/ 106627 h 328468"/>
                <a:gd name="connsiteX22" fmla="*/ 71807 w 317452"/>
                <a:gd name="connsiteY22" fmla="*/ 114982 h 328468"/>
                <a:gd name="connsiteX23" fmla="*/ 81033 w 317452"/>
                <a:gd name="connsiteY23" fmla="*/ 133331 h 328468"/>
                <a:gd name="connsiteX24" fmla="*/ 87623 w 317452"/>
                <a:gd name="connsiteY24" fmla="*/ 130710 h 328468"/>
                <a:gd name="connsiteX25" fmla="*/ 95803 w 317452"/>
                <a:gd name="connsiteY25" fmla="*/ 133422 h 328468"/>
                <a:gd name="connsiteX26" fmla="*/ 94055 w 317452"/>
                <a:gd name="connsiteY26" fmla="*/ 135965 h 328468"/>
                <a:gd name="connsiteX27" fmla="*/ 89115 w 317452"/>
                <a:gd name="connsiteY27" fmla="*/ 134702 h 328468"/>
                <a:gd name="connsiteX28" fmla="*/ 83823 w 317452"/>
                <a:gd name="connsiteY28" fmla="*/ 137407 h 328468"/>
                <a:gd name="connsiteX29" fmla="*/ 82500 w 317452"/>
                <a:gd name="connsiteY29" fmla="*/ 137407 h 328468"/>
                <a:gd name="connsiteX30" fmla="*/ 97053 w 317452"/>
                <a:gd name="connsiteY30" fmla="*/ 169863 h 328468"/>
                <a:gd name="connsiteX31" fmla="*/ 98375 w 317452"/>
                <a:gd name="connsiteY31" fmla="*/ 169863 h 328468"/>
                <a:gd name="connsiteX32" fmla="*/ 103667 w 317452"/>
                <a:gd name="connsiteY32" fmla="*/ 167158 h 328468"/>
                <a:gd name="connsiteX33" fmla="*/ 106313 w 317452"/>
                <a:gd name="connsiteY33" fmla="*/ 161749 h 328468"/>
                <a:gd name="connsiteX34" fmla="*/ 106109 w 317452"/>
                <a:gd name="connsiteY34" fmla="*/ 161308 h 328468"/>
                <a:gd name="connsiteX35" fmla="*/ 109648 w 317452"/>
                <a:gd name="connsiteY35" fmla="*/ 161866 h 328468"/>
                <a:gd name="connsiteX36" fmla="*/ 110272 w 317452"/>
                <a:gd name="connsiteY36" fmla="*/ 161402 h 328468"/>
                <a:gd name="connsiteX37" fmla="*/ 110522 w 317452"/>
                <a:gd name="connsiteY37" fmla="*/ 164622 h 328468"/>
                <a:gd name="connsiteX38" fmla="*/ 106074 w 317452"/>
                <a:gd name="connsiteY38" fmla="*/ 170028 h 328468"/>
                <a:gd name="connsiteX39" fmla="*/ 99484 w 317452"/>
                <a:gd name="connsiteY39" fmla="*/ 172650 h 328468"/>
                <a:gd name="connsiteX40" fmla="*/ 107391 w 317452"/>
                <a:gd name="connsiteY40" fmla="*/ 192309 h 328468"/>
                <a:gd name="connsiteX41" fmla="*/ 100802 w 317452"/>
                <a:gd name="connsiteY41" fmla="*/ 211968 h 328468"/>
                <a:gd name="connsiteX42" fmla="*/ 91576 w 317452"/>
                <a:gd name="connsiteY42" fmla="*/ 215900 h 328468"/>
                <a:gd name="connsiteX43" fmla="*/ 59946 w 317452"/>
                <a:gd name="connsiteY43" fmla="*/ 172650 h 328468"/>
                <a:gd name="connsiteX44" fmla="*/ 62582 w 317452"/>
                <a:gd name="connsiteY44" fmla="*/ 171339 h 328468"/>
                <a:gd name="connsiteX45" fmla="*/ 63900 w 317452"/>
                <a:gd name="connsiteY45" fmla="*/ 166097 h 328468"/>
                <a:gd name="connsiteX46" fmla="*/ 62582 w 317452"/>
                <a:gd name="connsiteY46" fmla="*/ 163475 h 328468"/>
                <a:gd name="connsiteX47" fmla="*/ 58628 w 317452"/>
                <a:gd name="connsiteY47" fmla="*/ 162165 h 328468"/>
                <a:gd name="connsiteX48" fmla="*/ 54674 w 317452"/>
                <a:gd name="connsiteY48" fmla="*/ 163475 h 328468"/>
                <a:gd name="connsiteX49" fmla="*/ 42813 w 317452"/>
                <a:gd name="connsiteY49" fmla="*/ 111051 h 328468"/>
                <a:gd name="connsiteX50" fmla="*/ 52038 w 317452"/>
                <a:gd name="connsiteY50" fmla="*/ 107119 h 328468"/>
                <a:gd name="connsiteX51" fmla="*/ 63900 w 317452"/>
                <a:gd name="connsiteY51" fmla="*/ 106627 h 328468"/>
                <a:gd name="connsiteX52" fmla="*/ 221560 w 317452"/>
                <a:gd name="connsiteY52" fmla="*/ 67725 h 328468"/>
                <a:gd name="connsiteX53" fmla="*/ 239938 w 317452"/>
                <a:gd name="connsiteY53" fmla="*/ 67725 h 328468"/>
                <a:gd name="connsiteX54" fmla="*/ 249127 w 317452"/>
                <a:gd name="connsiteY54" fmla="*/ 90147 h 328468"/>
                <a:gd name="connsiteX55" fmla="*/ 249127 w 317452"/>
                <a:gd name="connsiteY55" fmla="*/ 99380 h 328468"/>
                <a:gd name="connsiteX56" fmla="*/ 259629 w 317452"/>
                <a:gd name="connsiteY56" fmla="*/ 162691 h 328468"/>
                <a:gd name="connsiteX57" fmla="*/ 300324 w 317452"/>
                <a:gd name="connsiteY57" fmla="*/ 193027 h 328468"/>
                <a:gd name="connsiteX58" fmla="*/ 304262 w 317452"/>
                <a:gd name="connsiteY58" fmla="*/ 215450 h 328468"/>
                <a:gd name="connsiteX59" fmla="*/ 283258 w 317452"/>
                <a:gd name="connsiteY59" fmla="*/ 219407 h 328468"/>
                <a:gd name="connsiteX60" fmla="*/ 281946 w 317452"/>
                <a:gd name="connsiteY60" fmla="*/ 218088 h 328468"/>
                <a:gd name="connsiteX61" fmla="*/ 236000 w 317452"/>
                <a:gd name="connsiteY61" fmla="*/ 185113 h 328468"/>
                <a:gd name="connsiteX62" fmla="*/ 229436 w 317452"/>
                <a:gd name="connsiteY62" fmla="*/ 174562 h 328468"/>
                <a:gd name="connsiteX63" fmla="*/ 224185 w 317452"/>
                <a:gd name="connsiteY63" fmla="*/ 145544 h 328468"/>
                <a:gd name="connsiteX64" fmla="*/ 196617 w 317452"/>
                <a:gd name="connsiteY64" fmla="*/ 194346 h 328468"/>
                <a:gd name="connsiteX65" fmla="*/ 229436 w 317452"/>
                <a:gd name="connsiteY65" fmla="*/ 243148 h 328468"/>
                <a:gd name="connsiteX66" fmla="*/ 230749 w 317452"/>
                <a:gd name="connsiteY66" fmla="*/ 265571 h 328468"/>
                <a:gd name="connsiteX67" fmla="*/ 195305 w 317452"/>
                <a:gd name="connsiteY67" fmla="*/ 318329 h 328468"/>
                <a:gd name="connsiteX68" fmla="*/ 169050 w 317452"/>
                <a:gd name="connsiteY68" fmla="*/ 323605 h 328468"/>
                <a:gd name="connsiteX69" fmla="*/ 167737 w 317452"/>
                <a:gd name="connsiteY69" fmla="*/ 323605 h 328468"/>
                <a:gd name="connsiteX70" fmla="*/ 162486 w 317452"/>
                <a:gd name="connsiteY70" fmla="*/ 297226 h 328468"/>
                <a:gd name="connsiteX71" fmla="*/ 191366 w 317452"/>
                <a:gd name="connsiteY71" fmla="*/ 255019 h 328468"/>
                <a:gd name="connsiteX72" fmla="*/ 167737 w 317452"/>
                <a:gd name="connsiteY72" fmla="*/ 220726 h 328468"/>
                <a:gd name="connsiteX73" fmla="*/ 70594 w 317452"/>
                <a:gd name="connsiteY73" fmla="*/ 322286 h 328468"/>
                <a:gd name="connsiteX74" fmla="*/ 46965 w 317452"/>
                <a:gd name="connsiteY74" fmla="*/ 326243 h 328468"/>
                <a:gd name="connsiteX75" fmla="*/ 44339 w 317452"/>
                <a:gd name="connsiteY75" fmla="*/ 322286 h 328468"/>
                <a:gd name="connsiteX76" fmla="*/ 43027 w 317452"/>
                <a:gd name="connsiteY76" fmla="*/ 295907 h 328468"/>
                <a:gd name="connsiteX77" fmla="*/ 144108 w 317452"/>
                <a:gd name="connsiteY77" fmla="*/ 189070 h 328468"/>
                <a:gd name="connsiteX78" fmla="*/ 148046 w 317452"/>
                <a:gd name="connsiteY78" fmla="*/ 177200 h 328468"/>
                <a:gd name="connsiteX79" fmla="*/ 190054 w 317452"/>
                <a:gd name="connsiteY79" fmla="*/ 103337 h 328468"/>
                <a:gd name="connsiteX80" fmla="*/ 151984 w 317452"/>
                <a:gd name="connsiteY80" fmla="*/ 107294 h 328468"/>
                <a:gd name="connsiteX81" fmla="*/ 119166 w 317452"/>
                <a:gd name="connsiteY81" fmla="*/ 154777 h 328468"/>
                <a:gd name="connsiteX82" fmla="*/ 110272 w 317452"/>
                <a:gd name="connsiteY82" fmla="*/ 161402 h 328468"/>
                <a:gd name="connsiteX83" fmla="*/ 110027 w 317452"/>
                <a:gd name="connsiteY83" fmla="*/ 158233 h 328468"/>
                <a:gd name="connsiteX84" fmla="*/ 99484 w 317452"/>
                <a:gd name="connsiteY84" fmla="*/ 134642 h 328468"/>
                <a:gd name="connsiteX85" fmla="*/ 95803 w 317452"/>
                <a:gd name="connsiteY85" fmla="*/ 133422 h 328468"/>
                <a:gd name="connsiteX86" fmla="*/ 97670 w 317452"/>
                <a:gd name="connsiteY86" fmla="*/ 130706 h 328468"/>
                <a:gd name="connsiteX87" fmla="*/ 130980 w 317452"/>
                <a:gd name="connsiteY87" fmla="*/ 82234 h 328468"/>
                <a:gd name="connsiteX88" fmla="*/ 141482 w 317452"/>
                <a:gd name="connsiteY88" fmla="*/ 75639 h 328468"/>
                <a:gd name="connsiteX89" fmla="*/ 221560 w 317452"/>
                <a:gd name="connsiteY89" fmla="*/ 67725 h 328468"/>
                <a:gd name="connsiteX90" fmla="*/ 276970 w 317452"/>
                <a:gd name="connsiteY90" fmla="*/ 0 h 328468"/>
                <a:gd name="connsiteX91" fmla="*/ 317452 w 317452"/>
                <a:gd name="connsiteY91" fmla="*/ 39688 h 328468"/>
                <a:gd name="connsiteX92" fmla="*/ 276970 w 317452"/>
                <a:gd name="connsiteY92" fmla="*/ 79376 h 328468"/>
                <a:gd name="connsiteX93" fmla="*/ 236488 w 317452"/>
                <a:gd name="connsiteY93" fmla="*/ 39688 h 328468"/>
                <a:gd name="connsiteX94" fmla="*/ 276970 w 317452"/>
                <a:gd name="connsiteY94" fmla="*/ 0 h 328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317452" h="328468">
                  <a:moveTo>
                    <a:pt x="94055" y="135965"/>
                  </a:moveTo>
                  <a:lnTo>
                    <a:pt x="94407" y="136055"/>
                  </a:lnTo>
                  <a:cubicBezTo>
                    <a:pt x="100360" y="148902"/>
                    <a:pt x="103337" y="155325"/>
                    <a:pt x="104825" y="158537"/>
                  </a:cubicBezTo>
                  <a:lnTo>
                    <a:pt x="106109" y="161308"/>
                  </a:lnTo>
                  <a:lnTo>
                    <a:pt x="98162" y="160053"/>
                  </a:lnTo>
                  <a:cubicBezTo>
                    <a:pt x="98162" y="160053"/>
                    <a:pt x="96849" y="160053"/>
                    <a:pt x="96849" y="160053"/>
                  </a:cubicBezTo>
                  <a:cubicBezTo>
                    <a:pt x="90285" y="154777"/>
                    <a:pt x="87660" y="144225"/>
                    <a:pt x="92911" y="137630"/>
                  </a:cubicBezTo>
                  <a:cubicBezTo>
                    <a:pt x="92911" y="137630"/>
                    <a:pt x="92911" y="137630"/>
                    <a:pt x="93506" y="136765"/>
                  </a:cubicBezTo>
                  <a:close/>
                  <a:moveTo>
                    <a:pt x="39496" y="115887"/>
                  </a:moveTo>
                  <a:cubicBezTo>
                    <a:pt x="39496" y="115887"/>
                    <a:pt x="39496" y="115887"/>
                    <a:pt x="51437" y="165488"/>
                  </a:cubicBezTo>
                  <a:cubicBezTo>
                    <a:pt x="51437" y="165488"/>
                    <a:pt x="51437" y="165488"/>
                    <a:pt x="48784" y="166793"/>
                  </a:cubicBezTo>
                  <a:cubicBezTo>
                    <a:pt x="47457" y="166793"/>
                    <a:pt x="47457" y="169403"/>
                    <a:pt x="47457" y="170709"/>
                  </a:cubicBezTo>
                  <a:cubicBezTo>
                    <a:pt x="47457" y="170709"/>
                    <a:pt x="47457" y="170709"/>
                    <a:pt x="48784" y="173319"/>
                  </a:cubicBezTo>
                  <a:cubicBezTo>
                    <a:pt x="50111" y="175930"/>
                    <a:pt x="51437" y="175930"/>
                    <a:pt x="52764" y="175930"/>
                  </a:cubicBezTo>
                  <a:lnTo>
                    <a:pt x="55418" y="174625"/>
                  </a:lnTo>
                  <a:cubicBezTo>
                    <a:pt x="55418" y="174625"/>
                    <a:pt x="55418" y="174625"/>
                    <a:pt x="87263" y="216393"/>
                  </a:cubicBezTo>
                  <a:cubicBezTo>
                    <a:pt x="87263" y="216393"/>
                    <a:pt x="87263" y="216393"/>
                    <a:pt x="55418" y="230752"/>
                  </a:cubicBezTo>
                  <a:cubicBezTo>
                    <a:pt x="48784" y="233362"/>
                    <a:pt x="40823" y="230752"/>
                    <a:pt x="38169" y="224225"/>
                  </a:cubicBezTo>
                  <a:cubicBezTo>
                    <a:pt x="38169" y="224225"/>
                    <a:pt x="38169" y="224225"/>
                    <a:pt x="1017" y="147214"/>
                  </a:cubicBezTo>
                  <a:cubicBezTo>
                    <a:pt x="-1637" y="140687"/>
                    <a:pt x="1017" y="132856"/>
                    <a:pt x="7651" y="128940"/>
                  </a:cubicBezTo>
                  <a:cubicBezTo>
                    <a:pt x="7651" y="128940"/>
                    <a:pt x="7651" y="128940"/>
                    <a:pt x="39496" y="115887"/>
                  </a:cubicBezTo>
                  <a:close/>
                  <a:moveTo>
                    <a:pt x="63900" y="106627"/>
                  </a:moveTo>
                  <a:cubicBezTo>
                    <a:pt x="67524" y="108102"/>
                    <a:pt x="70489" y="111051"/>
                    <a:pt x="71807" y="114982"/>
                  </a:cubicBezTo>
                  <a:cubicBezTo>
                    <a:pt x="71807" y="114982"/>
                    <a:pt x="71807" y="114982"/>
                    <a:pt x="81033" y="133331"/>
                  </a:cubicBezTo>
                  <a:cubicBezTo>
                    <a:pt x="81033" y="133331"/>
                    <a:pt x="81033" y="133331"/>
                    <a:pt x="87623" y="130710"/>
                  </a:cubicBezTo>
                  <a:lnTo>
                    <a:pt x="95803" y="133422"/>
                  </a:lnTo>
                  <a:lnTo>
                    <a:pt x="94055" y="135965"/>
                  </a:lnTo>
                  <a:lnTo>
                    <a:pt x="89115" y="134702"/>
                  </a:lnTo>
                  <a:cubicBezTo>
                    <a:pt x="89115" y="134702"/>
                    <a:pt x="89115" y="134702"/>
                    <a:pt x="83823" y="137407"/>
                  </a:cubicBezTo>
                  <a:cubicBezTo>
                    <a:pt x="83823" y="137407"/>
                    <a:pt x="82500" y="137407"/>
                    <a:pt x="82500" y="137407"/>
                  </a:cubicBezTo>
                  <a:cubicBezTo>
                    <a:pt x="82500" y="137407"/>
                    <a:pt x="82500" y="137407"/>
                    <a:pt x="97053" y="169863"/>
                  </a:cubicBezTo>
                  <a:cubicBezTo>
                    <a:pt x="97053" y="169863"/>
                    <a:pt x="97053" y="169863"/>
                    <a:pt x="98375" y="169863"/>
                  </a:cubicBezTo>
                  <a:lnTo>
                    <a:pt x="103667" y="167158"/>
                  </a:lnTo>
                  <a:cubicBezTo>
                    <a:pt x="106313" y="165806"/>
                    <a:pt x="106313" y="163101"/>
                    <a:pt x="106313" y="161749"/>
                  </a:cubicBezTo>
                  <a:lnTo>
                    <a:pt x="106109" y="161308"/>
                  </a:lnTo>
                  <a:lnTo>
                    <a:pt x="109648" y="161866"/>
                  </a:lnTo>
                  <a:lnTo>
                    <a:pt x="110272" y="161402"/>
                  </a:lnTo>
                  <a:lnTo>
                    <a:pt x="110522" y="164622"/>
                  </a:lnTo>
                  <a:cubicBezTo>
                    <a:pt x="109698" y="166752"/>
                    <a:pt x="108051" y="168718"/>
                    <a:pt x="106074" y="170028"/>
                  </a:cubicBezTo>
                  <a:cubicBezTo>
                    <a:pt x="106074" y="170028"/>
                    <a:pt x="106074" y="170028"/>
                    <a:pt x="99484" y="172650"/>
                  </a:cubicBezTo>
                  <a:cubicBezTo>
                    <a:pt x="99484" y="172650"/>
                    <a:pt x="99484" y="172650"/>
                    <a:pt x="107391" y="192309"/>
                  </a:cubicBezTo>
                  <a:cubicBezTo>
                    <a:pt x="111345" y="198862"/>
                    <a:pt x="107391" y="208036"/>
                    <a:pt x="100802" y="211968"/>
                  </a:cubicBezTo>
                  <a:cubicBezTo>
                    <a:pt x="100802" y="211968"/>
                    <a:pt x="100802" y="211968"/>
                    <a:pt x="91576" y="215900"/>
                  </a:cubicBezTo>
                  <a:cubicBezTo>
                    <a:pt x="91576" y="215900"/>
                    <a:pt x="91576" y="215900"/>
                    <a:pt x="59946" y="172650"/>
                  </a:cubicBezTo>
                  <a:cubicBezTo>
                    <a:pt x="59946" y="172650"/>
                    <a:pt x="59946" y="172650"/>
                    <a:pt x="62582" y="171339"/>
                  </a:cubicBezTo>
                  <a:cubicBezTo>
                    <a:pt x="65218" y="170028"/>
                    <a:pt x="65218" y="167407"/>
                    <a:pt x="63900" y="166097"/>
                  </a:cubicBezTo>
                  <a:cubicBezTo>
                    <a:pt x="63900" y="166097"/>
                    <a:pt x="63900" y="166097"/>
                    <a:pt x="62582" y="163475"/>
                  </a:cubicBezTo>
                  <a:cubicBezTo>
                    <a:pt x="62582" y="162165"/>
                    <a:pt x="59946" y="160854"/>
                    <a:pt x="58628" y="162165"/>
                  </a:cubicBezTo>
                  <a:cubicBezTo>
                    <a:pt x="58628" y="162165"/>
                    <a:pt x="58628" y="162165"/>
                    <a:pt x="54674" y="163475"/>
                  </a:cubicBezTo>
                  <a:cubicBezTo>
                    <a:pt x="54674" y="163475"/>
                    <a:pt x="54674" y="163475"/>
                    <a:pt x="42813" y="111051"/>
                  </a:cubicBezTo>
                  <a:cubicBezTo>
                    <a:pt x="42813" y="111051"/>
                    <a:pt x="42813" y="111051"/>
                    <a:pt x="52038" y="107119"/>
                  </a:cubicBezTo>
                  <a:cubicBezTo>
                    <a:pt x="55992" y="105153"/>
                    <a:pt x="60275" y="105153"/>
                    <a:pt x="63900" y="106627"/>
                  </a:cubicBezTo>
                  <a:close/>
                  <a:moveTo>
                    <a:pt x="221560" y="67725"/>
                  </a:moveTo>
                  <a:cubicBezTo>
                    <a:pt x="226810" y="65087"/>
                    <a:pt x="234687" y="65087"/>
                    <a:pt x="239938" y="67725"/>
                  </a:cubicBezTo>
                  <a:cubicBezTo>
                    <a:pt x="247814" y="73001"/>
                    <a:pt x="250440" y="80915"/>
                    <a:pt x="249127" y="90147"/>
                  </a:cubicBezTo>
                  <a:cubicBezTo>
                    <a:pt x="249127" y="92785"/>
                    <a:pt x="249127" y="96742"/>
                    <a:pt x="249127" y="99380"/>
                  </a:cubicBezTo>
                  <a:cubicBezTo>
                    <a:pt x="249127" y="99380"/>
                    <a:pt x="249127" y="99380"/>
                    <a:pt x="259629" y="162691"/>
                  </a:cubicBezTo>
                  <a:cubicBezTo>
                    <a:pt x="259629" y="162691"/>
                    <a:pt x="259629" y="162691"/>
                    <a:pt x="300324" y="193027"/>
                  </a:cubicBezTo>
                  <a:cubicBezTo>
                    <a:pt x="308200" y="198303"/>
                    <a:pt x="309513" y="207536"/>
                    <a:pt x="304262" y="215450"/>
                  </a:cubicBezTo>
                  <a:cubicBezTo>
                    <a:pt x="299011" y="222045"/>
                    <a:pt x="289822" y="223363"/>
                    <a:pt x="283258" y="219407"/>
                  </a:cubicBezTo>
                  <a:cubicBezTo>
                    <a:pt x="283258" y="219407"/>
                    <a:pt x="281946" y="219407"/>
                    <a:pt x="281946" y="218088"/>
                  </a:cubicBezTo>
                  <a:cubicBezTo>
                    <a:pt x="281946" y="218088"/>
                    <a:pt x="281946" y="218088"/>
                    <a:pt x="236000" y="185113"/>
                  </a:cubicBezTo>
                  <a:cubicBezTo>
                    <a:pt x="232061" y="182475"/>
                    <a:pt x="230749" y="178518"/>
                    <a:pt x="229436" y="174562"/>
                  </a:cubicBezTo>
                  <a:cubicBezTo>
                    <a:pt x="229436" y="174562"/>
                    <a:pt x="229436" y="174562"/>
                    <a:pt x="224185" y="145544"/>
                  </a:cubicBezTo>
                  <a:cubicBezTo>
                    <a:pt x="224185" y="145544"/>
                    <a:pt x="224185" y="145544"/>
                    <a:pt x="196617" y="194346"/>
                  </a:cubicBezTo>
                  <a:cubicBezTo>
                    <a:pt x="196617" y="194346"/>
                    <a:pt x="196617" y="194346"/>
                    <a:pt x="229436" y="243148"/>
                  </a:cubicBezTo>
                  <a:cubicBezTo>
                    <a:pt x="234687" y="249743"/>
                    <a:pt x="234687" y="258976"/>
                    <a:pt x="230749" y="265571"/>
                  </a:cubicBezTo>
                  <a:cubicBezTo>
                    <a:pt x="230749" y="265571"/>
                    <a:pt x="230749" y="265571"/>
                    <a:pt x="195305" y="318329"/>
                  </a:cubicBezTo>
                  <a:cubicBezTo>
                    <a:pt x="188741" y="326243"/>
                    <a:pt x="178239" y="328881"/>
                    <a:pt x="169050" y="323605"/>
                  </a:cubicBezTo>
                  <a:cubicBezTo>
                    <a:pt x="169050" y="323605"/>
                    <a:pt x="169050" y="323605"/>
                    <a:pt x="167737" y="323605"/>
                  </a:cubicBezTo>
                  <a:cubicBezTo>
                    <a:pt x="159861" y="318329"/>
                    <a:pt x="157235" y="305140"/>
                    <a:pt x="162486" y="297226"/>
                  </a:cubicBezTo>
                  <a:cubicBezTo>
                    <a:pt x="162486" y="297226"/>
                    <a:pt x="162486" y="297226"/>
                    <a:pt x="191366" y="255019"/>
                  </a:cubicBezTo>
                  <a:cubicBezTo>
                    <a:pt x="191366" y="255019"/>
                    <a:pt x="191366" y="255019"/>
                    <a:pt x="167737" y="220726"/>
                  </a:cubicBezTo>
                  <a:cubicBezTo>
                    <a:pt x="167737" y="220726"/>
                    <a:pt x="167737" y="220726"/>
                    <a:pt x="70594" y="322286"/>
                  </a:cubicBezTo>
                  <a:cubicBezTo>
                    <a:pt x="65343" y="328881"/>
                    <a:pt x="54841" y="330200"/>
                    <a:pt x="46965" y="326243"/>
                  </a:cubicBezTo>
                  <a:cubicBezTo>
                    <a:pt x="45652" y="324924"/>
                    <a:pt x="44339" y="323605"/>
                    <a:pt x="44339" y="322286"/>
                  </a:cubicBezTo>
                  <a:cubicBezTo>
                    <a:pt x="36463" y="315691"/>
                    <a:pt x="36463" y="303821"/>
                    <a:pt x="43027" y="295907"/>
                  </a:cubicBezTo>
                  <a:cubicBezTo>
                    <a:pt x="43027" y="295907"/>
                    <a:pt x="43027" y="295907"/>
                    <a:pt x="144108" y="189070"/>
                  </a:cubicBezTo>
                  <a:cubicBezTo>
                    <a:pt x="144108" y="185113"/>
                    <a:pt x="145421" y="181156"/>
                    <a:pt x="148046" y="177200"/>
                  </a:cubicBezTo>
                  <a:cubicBezTo>
                    <a:pt x="148046" y="177200"/>
                    <a:pt x="148046" y="177200"/>
                    <a:pt x="190054" y="103337"/>
                  </a:cubicBezTo>
                  <a:cubicBezTo>
                    <a:pt x="190054" y="103337"/>
                    <a:pt x="190054" y="103337"/>
                    <a:pt x="151984" y="107294"/>
                  </a:cubicBezTo>
                  <a:cubicBezTo>
                    <a:pt x="151984" y="107294"/>
                    <a:pt x="151984" y="107294"/>
                    <a:pt x="119166" y="154777"/>
                  </a:cubicBezTo>
                  <a:lnTo>
                    <a:pt x="110272" y="161402"/>
                  </a:lnTo>
                  <a:lnTo>
                    <a:pt x="110027" y="158233"/>
                  </a:lnTo>
                  <a:cubicBezTo>
                    <a:pt x="99484" y="134642"/>
                    <a:pt x="99484" y="134642"/>
                    <a:pt x="99484" y="134642"/>
                  </a:cubicBezTo>
                  <a:lnTo>
                    <a:pt x="95803" y="133422"/>
                  </a:lnTo>
                  <a:lnTo>
                    <a:pt x="97670" y="130706"/>
                  </a:lnTo>
                  <a:cubicBezTo>
                    <a:pt x="102428" y="123781"/>
                    <a:pt x="111946" y="109932"/>
                    <a:pt x="130980" y="82234"/>
                  </a:cubicBezTo>
                  <a:cubicBezTo>
                    <a:pt x="133606" y="78277"/>
                    <a:pt x="137544" y="75639"/>
                    <a:pt x="141482" y="75639"/>
                  </a:cubicBezTo>
                  <a:cubicBezTo>
                    <a:pt x="141482" y="75639"/>
                    <a:pt x="141482" y="75639"/>
                    <a:pt x="221560" y="67725"/>
                  </a:cubicBezTo>
                  <a:close/>
                  <a:moveTo>
                    <a:pt x="276970" y="0"/>
                  </a:moveTo>
                  <a:cubicBezTo>
                    <a:pt x="299328" y="0"/>
                    <a:pt x="317452" y="17769"/>
                    <a:pt x="317452" y="39688"/>
                  </a:cubicBezTo>
                  <a:cubicBezTo>
                    <a:pt x="317452" y="61607"/>
                    <a:pt x="299328" y="79376"/>
                    <a:pt x="276970" y="79376"/>
                  </a:cubicBezTo>
                  <a:cubicBezTo>
                    <a:pt x="254612" y="79376"/>
                    <a:pt x="236488" y="61607"/>
                    <a:pt x="236488" y="39688"/>
                  </a:cubicBezTo>
                  <a:cubicBezTo>
                    <a:pt x="236488" y="17769"/>
                    <a:pt x="254612" y="0"/>
                    <a:pt x="27697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</p:grpSp>
      <p:grpSp>
        <p:nvGrpSpPr>
          <p:cNvPr id="84" name="组合 83"/>
          <p:cNvGrpSpPr/>
          <p:nvPr>
            <p:custDataLst>
              <p:tags r:id="rId22"/>
            </p:custDataLst>
          </p:nvPr>
        </p:nvGrpSpPr>
        <p:grpSpPr>
          <a:xfrm>
            <a:off x="6300485" y="1944180"/>
            <a:ext cx="2303916" cy="1349828"/>
            <a:chOff x="6300485" y="1712685"/>
            <a:chExt cx="2303916" cy="1349828"/>
          </a:xfrm>
        </p:grpSpPr>
        <p:sp>
          <p:nvSpPr>
            <p:cNvPr id="85" name="矩形 84"/>
            <p:cNvSpPr/>
            <p:nvPr>
              <p:custDataLst>
                <p:tags r:id="rId23"/>
              </p:custDataLst>
            </p:nvPr>
          </p:nvSpPr>
          <p:spPr>
            <a:xfrm>
              <a:off x="6300485" y="1712685"/>
              <a:ext cx="2303916" cy="1349828"/>
            </a:xfrm>
            <a:prstGeom prst="rect">
              <a:avLst/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  <p:sp>
          <p:nvSpPr>
            <p:cNvPr id="86" name="矩形 85"/>
            <p:cNvSpPr/>
            <p:nvPr>
              <p:custDataLst>
                <p:tags r:id="rId24"/>
              </p:custDataLst>
            </p:nvPr>
          </p:nvSpPr>
          <p:spPr>
            <a:xfrm>
              <a:off x="6341919" y="2430982"/>
              <a:ext cx="2241974" cy="39696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项目来源</a:t>
              </a:r>
              <a:endParaRPr lang="zh-CN" altLang="en-US" b="1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  <p:sp>
          <p:nvSpPr>
            <p:cNvPr id="87" name="椭圆 31"/>
            <p:cNvSpPr/>
            <p:nvPr>
              <p:custDataLst>
                <p:tags r:id="rId25"/>
              </p:custDataLst>
            </p:nvPr>
          </p:nvSpPr>
          <p:spPr>
            <a:xfrm>
              <a:off x="7314127" y="1933886"/>
              <a:ext cx="340354" cy="406382"/>
            </a:xfrm>
            <a:custGeom>
              <a:avLst/>
              <a:gdLst>
                <a:gd name="connsiteX0" fmla="*/ 206816 w 281869"/>
                <a:gd name="connsiteY0" fmla="*/ 79120 h 336550"/>
                <a:gd name="connsiteX1" fmla="*/ 201524 w 281869"/>
                <a:gd name="connsiteY1" fmla="*/ 85782 h 336550"/>
                <a:gd name="connsiteX2" fmla="*/ 201524 w 281869"/>
                <a:gd name="connsiteY2" fmla="*/ 92444 h 336550"/>
                <a:gd name="connsiteX3" fmla="*/ 205493 w 281869"/>
                <a:gd name="connsiteY3" fmla="*/ 96441 h 336550"/>
                <a:gd name="connsiteX4" fmla="*/ 198878 w 281869"/>
                <a:gd name="connsiteY4" fmla="*/ 133748 h 336550"/>
                <a:gd name="connsiteX5" fmla="*/ 198878 w 281869"/>
                <a:gd name="connsiteY5" fmla="*/ 137745 h 336550"/>
                <a:gd name="connsiteX6" fmla="*/ 206816 w 281869"/>
                <a:gd name="connsiteY6" fmla="*/ 149736 h 336550"/>
                <a:gd name="connsiteX7" fmla="*/ 213430 w 281869"/>
                <a:gd name="connsiteY7" fmla="*/ 149736 h 336550"/>
                <a:gd name="connsiteX8" fmla="*/ 221368 w 281869"/>
                <a:gd name="connsiteY8" fmla="*/ 137745 h 336550"/>
                <a:gd name="connsiteX9" fmla="*/ 221368 w 281869"/>
                <a:gd name="connsiteY9" fmla="*/ 133748 h 336550"/>
                <a:gd name="connsiteX10" fmla="*/ 214753 w 281869"/>
                <a:gd name="connsiteY10" fmla="*/ 96441 h 336550"/>
                <a:gd name="connsiteX11" fmla="*/ 220045 w 281869"/>
                <a:gd name="connsiteY11" fmla="*/ 92444 h 336550"/>
                <a:gd name="connsiteX12" fmla="*/ 220045 w 281869"/>
                <a:gd name="connsiteY12" fmla="*/ 85782 h 336550"/>
                <a:gd name="connsiteX13" fmla="*/ 213430 w 281869"/>
                <a:gd name="connsiteY13" fmla="*/ 79120 h 336550"/>
                <a:gd name="connsiteX14" fmla="*/ 206816 w 281869"/>
                <a:gd name="connsiteY14" fmla="*/ 79120 h 336550"/>
                <a:gd name="connsiteX15" fmla="*/ 68439 w 281869"/>
                <a:gd name="connsiteY15" fmla="*/ 79120 h 336550"/>
                <a:gd name="connsiteX16" fmla="*/ 61824 w 281869"/>
                <a:gd name="connsiteY16" fmla="*/ 85782 h 336550"/>
                <a:gd name="connsiteX17" fmla="*/ 61824 w 281869"/>
                <a:gd name="connsiteY17" fmla="*/ 92444 h 336550"/>
                <a:gd name="connsiteX18" fmla="*/ 67116 w 281869"/>
                <a:gd name="connsiteY18" fmla="*/ 96441 h 336550"/>
                <a:gd name="connsiteX19" fmla="*/ 60501 w 281869"/>
                <a:gd name="connsiteY19" fmla="*/ 133748 h 336550"/>
                <a:gd name="connsiteX20" fmla="*/ 60501 w 281869"/>
                <a:gd name="connsiteY20" fmla="*/ 137745 h 336550"/>
                <a:gd name="connsiteX21" fmla="*/ 68439 w 281869"/>
                <a:gd name="connsiteY21" fmla="*/ 149736 h 336550"/>
                <a:gd name="connsiteX22" fmla="*/ 75053 w 281869"/>
                <a:gd name="connsiteY22" fmla="*/ 149736 h 336550"/>
                <a:gd name="connsiteX23" fmla="*/ 82991 w 281869"/>
                <a:gd name="connsiteY23" fmla="*/ 137745 h 336550"/>
                <a:gd name="connsiteX24" fmla="*/ 82991 w 281869"/>
                <a:gd name="connsiteY24" fmla="*/ 133748 h 336550"/>
                <a:gd name="connsiteX25" fmla="*/ 76376 w 281869"/>
                <a:gd name="connsiteY25" fmla="*/ 96441 h 336550"/>
                <a:gd name="connsiteX26" fmla="*/ 80345 w 281869"/>
                <a:gd name="connsiteY26" fmla="*/ 92444 h 336550"/>
                <a:gd name="connsiteX27" fmla="*/ 80345 w 281869"/>
                <a:gd name="connsiteY27" fmla="*/ 85782 h 336550"/>
                <a:gd name="connsiteX28" fmla="*/ 75053 w 281869"/>
                <a:gd name="connsiteY28" fmla="*/ 79120 h 336550"/>
                <a:gd name="connsiteX29" fmla="*/ 68439 w 281869"/>
                <a:gd name="connsiteY29" fmla="*/ 79120 h 336550"/>
                <a:gd name="connsiteX30" fmla="*/ 21218 w 281869"/>
                <a:gd name="connsiteY30" fmla="*/ 69850 h 336550"/>
                <a:gd name="connsiteX31" fmla="*/ 121201 w 281869"/>
                <a:gd name="connsiteY31" fmla="*/ 69850 h 336550"/>
                <a:gd name="connsiteX32" fmla="*/ 135672 w 281869"/>
                <a:gd name="connsiteY32" fmla="*/ 83053 h 336550"/>
                <a:gd name="connsiteX33" fmla="*/ 140934 w 281869"/>
                <a:gd name="connsiteY33" fmla="*/ 113420 h 336550"/>
                <a:gd name="connsiteX34" fmla="*/ 146197 w 281869"/>
                <a:gd name="connsiteY34" fmla="*/ 83053 h 336550"/>
                <a:gd name="connsiteX35" fmla="*/ 160668 w 281869"/>
                <a:gd name="connsiteY35" fmla="*/ 69850 h 336550"/>
                <a:gd name="connsiteX36" fmla="*/ 260651 w 281869"/>
                <a:gd name="connsiteY36" fmla="*/ 69850 h 336550"/>
                <a:gd name="connsiteX37" fmla="*/ 275123 w 281869"/>
                <a:gd name="connsiteY37" fmla="*/ 83053 h 336550"/>
                <a:gd name="connsiteX38" fmla="*/ 281700 w 281869"/>
                <a:gd name="connsiteY38" fmla="*/ 196599 h 336550"/>
                <a:gd name="connsiteX39" fmla="*/ 269860 w 281869"/>
                <a:gd name="connsiteY39" fmla="*/ 211122 h 336550"/>
                <a:gd name="connsiteX40" fmla="*/ 254073 w 281869"/>
                <a:gd name="connsiteY40" fmla="*/ 199239 h 336550"/>
                <a:gd name="connsiteX41" fmla="*/ 250127 w 281869"/>
                <a:gd name="connsiteY41" fmla="*/ 125303 h 336550"/>
                <a:gd name="connsiteX42" fmla="*/ 248811 w 281869"/>
                <a:gd name="connsiteY42" fmla="*/ 319386 h 336550"/>
                <a:gd name="connsiteX43" fmla="*/ 231709 w 281869"/>
                <a:gd name="connsiteY43" fmla="*/ 336550 h 336550"/>
                <a:gd name="connsiteX44" fmla="*/ 215922 w 281869"/>
                <a:gd name="connsiteY44" fmla="*/ 319386 h 336550"/>
                <a:gd name="connsiteX45" fmla="*/ 215922 w 281869"/>
                <a:gd name="connsiteY45" fmla="*/ 213762 h 336550"/>
                <a:gd name="connsiteX46" fmla="*/ 210660 w 281869"/>
                <a:gd name="connsiteY46" fmla="*/ 208481 h 336550"/>
                <a:gd name="connsiteX47" fmla="*/ 204082 w 281869"/>
                <a:gd name="connsiteY47" fmla="*/ 213762 h 336550"/>
                <a:gd name="connsiteX48" fmla="*/ 204082 w 281869"/>
                <a:gd name="connsiteY48" fmla="*/ 319386 h 336550"/>
                <a:gd name="connsiteX49" fmla="*/ 186979 w 281869"/>
                <a:gd name="connsiteY49" fmla="*/ 336550 h 336550"/>
                <a:gd name="connsiteX50" fmla="*/ 171193 w 281869"/>
                <a:gd name="connsiteY50" fmla="*/ 319386 h 336550"/>
                <a:gd name="connsiteX51" fmla="*/ 171193 w 281869"/>
                <a:gd name="connsiteY51" fmla="*/ 121342 h 336550"/>
                <a:gd name="connsiteX52" fmla="*/ 155406 w 281869"/>
                <a:gd name="connsiteY52" fmla="*/ 199239 h 336550"/>
                <a:gd name="connsiteX53" fmla="*/ 140934 w 281869"/>
                <a:gd name="connsiteY53" fmla="*/ 211122 h 336550"/>
                <a:gd name="connsiteX54" fmla="*/ 126463 w 281869"/>
                <a:gd name="connsiteY54" fmla="*/ 199239 h 336550"/>
                <a:gd name="connsiteX55" fmla="*/ 110676 w 281869"/>
                <a:gd name="connsiteY55" fmla="*/ 125303 h 336550"/>
                <a:gd name="connsiteX56" fmla="*/ 110676 w 281869"/>
                <a:gd name="connsiteY56" fmla="*/ 319386 h 336550"/>
                <a:gd name="connsiteX57" fmla="*/ 93574 w 281869"/>
                <a:gd name="connsiteY57" fmla="*/ 336550 h 336550"/>
                <a:gd name="connsiteX58" fmla="*/ 77787 w 281869"/>
                <a:gd name="connsiteY58" fmla="*/ 319386 h 336550"/>
                <a:gd name="connsiteX59" fmla="*/ 77787 w 281869"/>
                <a:gd name="connsiteY59" fmla="*/ 213762 h 336550"/>
                <a:gd name="connsiteX60" fmla="*/ 71209 w 281869"/>
                <a:gd name="connsiteY60" fmla="*/ 208481 h 336550"/>
                <a:gd name="connsiteX61" fmla="*/ 65947 w 281869"/>
                <a:gd name="connsiteY61" fmla="*/ 213762 h 336550"/>
                <a:gd name="connsiteX62" fmla="*/ 65947 w 281869"/>
                <a:gd name="connsiteY62" fmla="*/ 319386 h 336550"/>
                <a:gd name="connsiteX63" fmla="*/ 48845 w 281869"/>
                <a:gd name="connsiteY63" fmla="*/ 336550 h 336550"/>
                <a:gd name="connsiteX64" fmla="*/ 33058 w 281869"/>
                <a:gd name="connsiteY64" fmla="*/ 319386 h 336550"/>
                <a:gd name="connsiteX65" fmla="*/ 33058 w 281869"/>
                <a:gd name="connsiteY65" fmla="*/ 121342 h 336550"/>
                <a:gd name="connsiteX66" fmla="*/ 27796 w 281869"/>
                <a:gd name="connsiteY66" fmla="*/ 199239 h 336550"/>
                <a:gd name="connsiteX67" fmla="*/ 12009 w 281869"/>
                <a:gd name="connsiteY67" fmla="*/ 211122 h 336550"/>
                <a:gd name="connsiteX68" fmla="*/ 169 w 281869"/>
                <a:gd name="connsiteY68" fmla="*/ 196599 h 336550"/>
                <a:gd name="connsiteX69" fmla="*/ 6746 w 281869"/>
                <a:gd name="connsiteY69" fmla="*/ 83053 h 336550"/>
                <a:gd name="connsiteX70" fmla="*/ 21218 w 281869"/>
                <a:gd name="connsiteY70" fmla="*/ 69850 h 336550"/>
                <a:gd name="connsiteX71" fmla="*/ 210785 w 281869"/>
                <a:gd name="connsiteY71" fmla="*/ 0 h 336550"/>
                <a:gd name="connsiteX72" fmla="*/ 241742 w 281869"/>
                <a:gd name="connsiteY72" fmla="*/ 30163 h 336550"/>
                <a:gd name="connsiteX73" fmla="*/ 210785 w 281869"/>
                <a:gd name="connsiteY73" fmla="*/ 60326 h 336550"/>
                <a:gd name="connsiteX74" fmla="*/ 179828 w 281869"/>
                <a:gd name="connsiteY74" fmla="*/ 30163 h 336550"/>
                <a:gd name="connsiteX75" fmla="*/ 210785 w 281869"/>
                <a:gd name="connsiteY75" fmla="*/ 0 h 336550"/>
                <a:gd name="connsiteX76" fmla="*/ 71085 w 281869"/>
                <a:gd name="connsiteY76" fmla="*/ 0 h 336550"/>
                <a:gd name="connsiteX77" fmla="*/ 102042 w 281869"/>
                <a:gd name="connsiteY77" fmla="*/ 30163 h 336550"/>
                <a:gd name="connsiteX78" fmla="*/ 71085 w 281869"/>
                <a:gd name="connsiteY78" fmla="*/ 60326 h 336550"/>
                <a:gd name="connsiteX79" fmla="*/ 40128 w 281869"/>
                <a:gd name="connsiteY79" fmla="*/ 30163 h 336550"/>
                <a:gd name="connsiteX80" fmla="*/ 71085 w 281869"/>
                <a:gd name="connsiteY80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281869" h="336550">
                  <a:moveTo>
                    <a:pt x="206816" y="79120"/>
                  </a:moveTo>
                  <a:cubicBezTo>
                    <a:pt x="206816" y="79120"/>
                    <a:pt x="206816" y="79120"/>
                    <a:pt x="201524" y="85782"/>
                  </a:cubicBezTo>
                  <a:cubicBezTo>
                    <a:pt x="198878" y="88447"/>
                    <a:pt x="198878" y="89779"/>
                    <a:pt x="201524" y="92444"/>
                  </a:cubicBezTo>
                  <a:cubicBezTo>
                    <a:pt x="201524" y="92444"/>
                    <a:pt x="201524" y="92444"/>
                    <a:pt x="205493" y="96441"/>
                  </a:cubicBezTo>
                  <a:cubicBezTo>
                    <a:pt x="205493" y="96441"/>
                    <a:pt x="205493" y="96441"/>
                    <a:pt x="198878" y="133748"/>
                  </a:cubicBezTo>
                  <a:cubicBezTo>
                    <a:pt x="198878" y="135080"/>
                    <a:pt x="198878" y="136413"/>
                    <a:pt x="198878" y="137745"/>
                  </a:cubicBezTo>
                  <a:cubicBezTo>
                    <a:pt x="198878" y="137745"/>
                    <a:pt x="198878" y="137745"/>
                    <a:pt x="206816" y="149736"/>
                  </a:cubicBezTo>
                  <a:cubicBezTo>
                    <a:pt x="208139" y="152401"/>
                    <a:pt x="212107" y="152401"/>
                    <a:pt x="213430" y="149736"/>
                  </a:cubicBezTo>
                  <a:cubicBezTo>
                    <a:pt x="213430" y="149736"/>
                    <a:pt x="213430" y="149736"/>
                    <a:pt x="221368" y="137745"/>
                  </a:cubicBezTo>
                  <a:cubicBezTo>
                    <a:pt x="222691" y="136413"/>
                    <a:pt x="222691" y="135080"/>
                    <a:pt x="221368" y="133748"/>
                  </a:cubicBezTo>
                  <a:cubicBezTo>
                    <a:pt x="221368" y="133748"/>
                    <a:pt x="221368" y="133748"/>
                    <a:pt x="214753" y="96441"/>
                  </a:cubicBezTo>
                  <a:cubicBezTo>
                    <a:pt x="214753" y="96441"/>
                    <a:pt x="214753" y="96441"/>
                    <a:pt x="220045" y="92444"/>
                  </a:cubicBezTo>
                  <a:cubicBezTo>
                    <a:pt x="221368" y="89779"/>
                    <a:pt x="221368" y="88447"/>
                    <a:pt x="220045" y="85782"/>
                  </a:cubicBezTo>
                  <a:cubicBezTo>
                    <a:pt x="220045" y="85782"/>
                    <a:pt x="220045" y="85782"/>
                    <a:pt x="213430" y="79120"/>
                  </a:cubicBezTo>
                  <a:cubicBezTo>
                    <a:pt x="212107" y="77788"/>
                    <a:pt x="209462" y="77788"/>
                    <a:pt x="206816" y="79120"/>
                  </a:cubicBezTo>
                  <a:close/>
                  <a:moveTo>
                    <a:pt x="68439" y="79120"/>
                  </a:moveTo>
                  <a:cubicBezTo>
                    <a:pt x="68439" y="79120"/>
                    <a:pt x="68439" y="79120"/>
                    <a:pt x="61824" y="85782"/>
                  </a:cubicBezTo>
                  <a:cubicBezTo>
                    <a:pt x="60501" y="88447"/>
                    <a:pt x="60501" y="89779"/>
                    <a:pt x="61824" y="92444"/>
                  </a:cubicBezTo>
                  <a:cubicBezTo>
                    <a:pt x="61824" y="92444"/>
                    <a:pt x="61824" y="92444"/>
                    <a:pt x="67116" y="96441"/>
                  </a:cubicBezTo>
                  <a:cubicBezTo>
                    <a:pt x="67116" y="96441"/>
                    <a:pt x="67116" y="96441"/>
                    <a:pt x="60501" y="133748"/>
                  </a:cubicBezTo>
                  <a:cubicBezTo>
                    <a:pt x="59178" y="135080"/>
                    <a:pt x="59178" y="136413"/>
                    <a:pt x="60501" y="137745"/>
                  </a:cubicBezTo>
                  <a:cubicBezTo>
                    <a:pt x="60501" y="137745"/>
                    <a:pt x="60501" y="137745"/>
                    <a:pt x="68439" y="149736"/>
                  </a:cubicBezTo>
                  <a:cubicBezTo>
                    <a:pt x="69762" y="152401"/>
                    <a:pt x="73730" y="152401"/>
                    <a:pt x="75053" y="149736"/>
                  </a:cubicBezTo>
                  <a:cubicBezTo>
                    <a:pt x="75053" y="149736"/>
                    <a:pt x="75053" y="149736"/>
                    <a:pt x="82991" y="137745"/>
                  </a:cubicBezTo>
                  <a:cubicBezTo>
                    <a:pt x="82991" y="136413"/>
                    <a:pt x="82991" y="135080"/>
                    <a:pt x="82991" y="133748"/>
                  </a:cubicBezTo>
                  <a:cubicBezTo>
                    <a:pt x="82991" y="133748"/>
                    <a:pt x="82991" y="133748"/>
                    <a:pt x="76376" y="96441"/>
                  </a:cubicBezTo>
                  <a:cubicBezTo>
                    <a:pt x="76376" y="96441"/>
                    <a:pt x="76376" y="96441"/>
                    <a:pt x="80345" y="92444"/>
                  </a:cubicBezTo>
                  <a:cubicBezTo>
                    <a:pt x="82991" y="89779"/>
                    <a:pt x="82991" y="88447"/>
                    <a:pt x="80345" y="85782"/>
                  </a:cubicBezTo>
                  <a:cubicBezTo>
                    <a:pt x="80345" y="85782"/>
                    <a:pt x="80345" y="85782"/>
                    <a:pt x="75053" y="79120"/>
                  </a:cubicBezTo>
                  <a:cubicBezTo>
                    <a:pt x="72407" y="77788"/>
                    <a:pt x="69762" y="77788"/>
                    <a:pt x="68439" y="79120"/>
                  </a:cubicBezTo>
                  <a:close/>
                  <a:moveTo>
                    <a:pt x="21218" y="69850"/>
                  </a:moveTo>
                  <a:cubicBezTo>
                    <a:pt x="21218" y="69850"/>
                    <a:pt x="21218" y="69850"/>
                    <a:pt x="121201" y="69850"/>
                  </a:cubicBezTo>
                  <a:cubicBezTo>
                    <a:pt x="129094" y="69850"/>
                    <a:pt x="135672" y="76451"/>
                    <a:pt x="135672" y="83053"/>
                  </a:cubicBezTo>
                  <a:cubicBezTo>
                    <a:pt x="135672" y="83053"/>
                    <a:pt x="135672" y="83053"/>
                    <a:pt x="140934" y="113420"/>
                  </a:cubicBezTo>
                  <a:cubicBezTo>
                    <a:pt x="140934" y="113420"/>
                    <a:pt x="140934" y="113420"/>
                    <a:pt x="146197" y="83053"/>
                  </a:cubicBezTo>
                  <a:cubicBezTo>
                    <a:pt x="146197" y="76451"/>
                    <a:pt x="152775" y="69850"/>
                    <a:pt x="160668" y="69850"/>
                  </a:cubicBezTo>
                  <a:cubicBezTo>
                    <a:pt x="160668" y="69850"/>
                    <a:pt x="160668" y="69850"/>
                    <a:pt x="260651" y="69850"/>
                  </a:cubicBezTo>
                  <a:cubicBezTo>
                    <a:pt x="267229" y="69850"/>
                    <a:pt x="273807" y="76451"/>
                    <a:pt x="275123" y="83053"/>
                  </a:cubicBezTo>
                  <a:cubicBezTo>
                    <a:pt x="275123" y="83053"/>
                    <a:pt x="275123" y="83053"/>
                    <a:pt x="281700" y="196599"/>
                  </a:cubicBezTo>
                  <a:cubicBezTo>
                    <a:pt x="283016" y="204520"/>
                    <a:pt x="276438" y="211122"/>
                    <a:pt x="269860" y="211122"/>
                  </a:cubicBezTo>
                  <a:cubicBezTo>
                    <a:pt x="261967" y="212442"/>
                    <a:pt x="255389" y="205841"/>
                    <a:pt x="254073" y="199239"/>
                  </a:cubicBezTo>
                  <a:cubicBezTo>
                    <a:pt x="254073" y="199239"/>
                    <a:pt x="254073" y="199239"/>
                    <a:pt x="250127" y="125303"/>
                  </a:cubicBezTo>
                  <a:cubicBezTo>
                    <a:pt x="250127" y="125303"/>
                    <a:pt x="250127" y="125303"/>
                    <a:pt x="248811" y="319386"/>
                  </a:cubicBezTo>
                  <a:cubicBezTo>
                    <a:pt x="248811" y="329949"/>
                    <a:pt x="240918" y="336550"/>
                    <a:pt x="231709" y="336550"/>
                  </a:cubicBezTo>
                  <a:cubicBezTo>
                    <a:pt x="222500" y="336550"/>
                    <a:pt x="215922" y="328628"/>
                    <a:pt x="215922" y="319386"/>
                  </a:cubicBezTo>
                  <a:cubicBezTo>
                    <a:pt x="215922" y="319386"/>
                    <a:pt x="215922" y="319386"/>
                    <a:pt x="215922" y="213762"/>
                  </a:cubicBezTo>
                  <a:cubicBezTo>
                    <a:pt x="215922" y="211122"/>
                    <a:pt x="213291" y="208481"/>
                    <a:pt x="210660" y="208481"/>
                  </a:cubicBezTo>
                  <a:cubicBezTo>
                    <a:pt x="206713" y="208481"/>
                    <a:pt x="204082" y="211122"/>
                    <a:pt x="204082" y="213762"/>
                  </a:cubicBezTo>
                  <a:cubicBezTo>
                    <a:pt x="204082" y="213762"/>
                    <a:pt x="204082" y="213762"/>
                    <a:pt x="204082" y="319386"/>
                  </a:cubicBezTo>
                  <a:cubicBezTo>
                    <a:pt x="204082" y="329949"/>
                    <a:pt x="196188" y="336550"/>
                    <a:pt x="186979" y="336550"/>
                  </a:cubicBezTo>
                  <a:cubicBezTo>
                    <a:pt x="177770" y="336550"/>
                    <a:pt x="171193" y="328628"/>
                    <a:pt x="171193" y="319386"/>
                  </a:cubicBezTo>
                  <a:cubicBezTo>
                    <a:pt x="171193" y="319386"/>
                    <a:pt x="171193" y="319386"/>
                    <a:pt x="171193" y="121342"/>
                  </a:cubicBezTo>
                  <a:cubicBezTo>
                    <a:pt x="171193" y="121342"/>
                    <a:pt x="171193" y="121342"/>
                    <a:pt x="155406" y="199239"/>
                  </a:cubicBezTo>
                  <a:cubicBezTo>
                    <a:pt x="154090" y="205841"/>
                    <a:pt x="148828" y="212442"/>
                    <a:pt x="140934" y="211122"/>
                  </a:cubicBezTo>
                  <a:cubicBezTo>
                    <a:pt x="133041" y="212442"/>
                    <a:pt x="127779" y="205841"/>
                    <a:pt x="126463" y="199239"/>
                  </a:cubicBezTo>
                  <a:cubicBezTo>
                    <a:pt x="126463" y="199239"/>
                    <a:pt x="126463" y="199239"/>
                    <a:pt x="110676" y="125303"/>
                  </a:cubicBezTo>
                  <a:cubicBezTo>
                    <a:pt x="110676" y="125303"/>
                    <a:pt x="110676" y="125303"/>
                    <a:pt x="110676" y="319386"/>
                  </a:cubicBezTo>
                  <a:cubicBezTo>
                    <a:pt x="110676" y="329949"/>
                    <a:pt x="102783" y="336550"/>
                    <a:pt x="93574" y="336550"/>
                  </a:cubicBezTo>
                  <a:cubicBezTo>
                    <a:pt x="84365" y="336550"/>
                    <a:pt x="77787" y="328628"/>
                    <a:pt x="77787" y="319386"/>
                  </a:cubicBezTo>
                  <a:cubicBezTo>
                    <a:pt x="77787" y="319386"/>
                    <a:pt x="77787" y="319386"/>
                    <a:pt x="77787" y="213762"/>
                  </a:cubicBezTo>
                  <a:cubicBezTo>
                    <a:pt x="77787" y="211122"/>
                    <a:pt x="75156" y="208481"/>
                    <a:pt x="71209" y="208481"/>
                  </a:cubicBezTo>
                  <a:cubicBezTo>
                    <a:pt x="68578" y="208481"/>
                    <a:pt x="65947" y="211122"/>
                    <a:pt x="65947" y="213762"/>
                  </a:cubicBezTo>
                  <a:cubicBezTo>
                    <a:pt x="65947" y="213762"/>
                    <a:pt x="65947" y="213762"/>
                    <a:pt x="65947" y="319386"/>
                  </a:cubicBezTo>
                  <a:cubicBezTo>
                    <a:pt x="65947" y="329949"/>
                    <a:pt x="58054" y="336550"/>
                    <a:pt x="48845" y="336550"/>
                  </a:cubicBezTo>
                  <a:cubicBezTo>
                    <a:pt x="39636" y="336550"/>
                    <a:pt x="33058" y="328628"/>
                    <a:pt x="33058" y="319386"/>
                  </a:cubicBezTo>
                  <a:cubicBezTo>
                    <a:pt x="33058" y="319386"/>
                    <a:pt x="33058" y="319386"/>
                    <a:pt x="33058" y="121342"/>
                  </a:cubicBezTo>
                  <a:cubicBezTo>
                    <a:pt x="33058" y="121342"/>
                    <a:pt x="33058" y="121342"/>
                    <a:pt x="27796" y="199239"/>
                  </a:cubicBezTo>
                  <a:cubicBezTo>
                    <a:pt x="26480" y="205841"/>
                    <a:pt x="19902" y="212442"/>
                    <a:pt x="12009" y="211122"/>
                  </a:cubicBezTo>
                  <a:cubicBezTo>
                    <a:pt x="5431" y="211122"/>
                    <a:pt x="-1147" y="204520"/>
                    <a:pt x="169" y="196599"/>
                  </a:cubicBezTo>
                  <a:cubicBezTo>
                    <a:pt x="169" y="196599"/>
                    <a:pt x="169" y="196599"/>
                    <a:pt x="6746" y="83053"/>
                  </a:cubicBezTo>
                  <a:cubicBezTo>
                    <a:pt x="8062" y="76451"/>
                    <a:pt x="14640" y="69850"/>
                    <a:pt x="21218" y="69850"/>
                  </a:cubicBezTo>
                  <a:close/>
                  <a:moveTo>
                    <a:pt x="210785" y="0"/>
                  </a:moveTo>
                  <a:cubicBezTo>
                    <a:pt x="227882" y="0"/>
                    <a:pt x="241742" y="13504"/>
                    <a:pt x="241742" y="30163"/>
                  </a:cubicBezTo>
                  <a:cubicBezTo>
                    <a:pt x="241742" y="46822"/>
                    <a:pt x="227882" y="60326"/>
                    <a:pt x="210785" y="60326"/>
                  </a:cubicBezTo>
                  <a:cubicBezTo>
                    <a:pt x="193688" y="60326"/>
                    <a:pt x="179828" y="46822"/>
                    <a:pt x="179828" y="30163"/>
                  </a:cubicBezTo>
                  <a:cubicBezTo>
                    <a:pt x="179828" y="13504"/>
                    <a:pt x="193688" y="0"/>
                    <a:pt x="210785" y="0"/>
                  </a:cubicBezTo>
                  <a:close/>
                  <a:moveTo>
                    <a:pt x="71085" y="0"/>
                  </a:moveTo>
                  <a:cubicBezTo>
                    <a:pt x="88182" y="0"/>
                    <a:pt x="102042" y="13504"/>
                    <a:pt x="102042" y="30163"/>
                  </a:cubicBezTo>
                  <a:cubicBezTo>
                    <a:pt x="102042" y="46822"/>
                    <a:pt x="88182" y="60326"/>
                    <a:pt x="71085" y="60326"/>
                  </a:cubicBezTo>
                  <a:cubicBezTo>
                    <a:pt x="53988" y="60326"/>
                    <a:pt x="40128" y="46822"/>
                    <a:pt x="40128" y="30163"/>
                  </a:cubicBezTo>
                  <a:cubicBezTo>
                    <a:pt x="40128" y="13504"/>
                    <a:pt x="53988" y="0"/>
                    <a:pt x="7108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</p:grpSp>
      <p:grpSp>
        <p:nvGrpSpPr>
          <p:cNvPr id="88" name="组合 87"/>
          <p:cNvGrpSpPr/>
          <p:nvPr>
            <p:custDataLst>
              <p:tags r:id="rId26"/>
            </p:custDataLst>
          </p:nvPr>
        </p:nvGrpSpPr>
        <p:grpSpPr>
          <a:xfrm>
            <a:off x="9013372" y="1944180"/>
            <a:ext cx="2303916" cy="1349828"/>
            <a:chOff x="9013372" y="1712685"/>
            <a:chExt cx="2303916" cy="1349828"/>
          </a:xfrm>
        </p:grpSpPr>
        <p:sp>
          <p:nvSpPr>
            <p:cNvPr id="89" name="矩形 88"/>
            <p:cNvSpPr/>
            <p:nvPr>
              <p:custDataLst>
                <p:tags r:id="rId27"/>
              </p:custDataLst>
            </p:nvPr>
          </p:nvSpPr>
          <p:spPr>
            <a:xfrm>
              <a:off x="9013372" y="1712685"/>
              <a:ext cx="2303916" cy="1349828"/>
            </a:xfrm>
            <a:prstGeom prst="rect">
              <a:avLst/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  <p:sp>
          <p:nvSpPr>
            <p:cNvPr id="90" name="矩形 89"/>
            <p:cNvSpPr/>
            <p:nvPr>
              <p:custDataLst>
                <p:tags r:id="rId28"/>
              </p:custDataLst>
            </p:nvPr>
          </p:nvSpPr>
          <p:spPr>
            <a:xfrm>
              <a:off x="9047699" y="2430982"/>
              <a:ext cx="2241974" cy="39696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项目来源</a:t>
              </a:r>
              <a:endParaRPr lang="zh-CN" altLang="en-US" b="1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  <p:sp>
          <p:nvSpPr>
            <p:cNvPr id="91" name="椭圆 32"/>
            <p:cNvSpPr/>
            <p:nvPr>
              <p:custDataLst>
                <p:tags r:id="rId29"/>
              </p:custDataLst>
            </p:nvPr>
          </p:nvSpPr>
          <p:spPr>
            <a:xfrm>
              <a:off x="10023289" y="1986354"/>
              <a:ext cx="406382" cy="301447"/>
            </a:xfrm>
            <a:custGeom>
              <a:avLst/>
              <a:gdLst>
                <a:gd name="connsiteX0" fmla="*/ 9246 w 338138"/>
                <a:gd name="connsiteY0" fmla="*/ 217487 h 250825"/>
                <a:gd name="connsiteX1" fmla="*/ 328892 w 338138"/>
                <a:gd name="connsiteY1" fmla="*/ 217487 h 250825"/>
                <a:gd name="connsiteX2" fmla="*/ 338138 w 338138"/>
                <a:gd name="connsiteY2" fmla="*/ 226822 h 250825"/>
                <a:gd name="connsiteX3" fmla="*/ 314363 w 338138"/>
                <a:gd name="connsiteY3" fmla="*/ 250825 h 250825"/>
                <a:gd name="connsiteX4" fmla="*/ 23775 w 338138"/>
                <a:gd name="connsiteY4" fmla="*/ 250825 h 250825"/>
                <a:gd name="connsiteX5" fmla="*/ 0 w 338138"/>
                <a:gd name="connsiteY5" fmla="*/ 226822 h 250825"/>
                <a:gd name="connsiteX6" fmla="*/ 9246 w 338138"/>
                <a:gd name="connsiteY6" fmla="*/ 217487 h 250825"/>
                <a:gd name="connsiteX7" fmla="*/ 100182 w 338138"/>
                <a:gd name="connsiteY7" fmla="*/ 100012 h 250825"/>
                <a:gd name="connsiteX8" fmla="*/ 123655 w 338138"/>
                <a:gd name="connsiteY8" fmla="*/ 100012 h 250825"/>
                <a:gd name="connsiteX9" fmla="*/ 130175 w 338138"/>
                <a:gd name="connsiteY9" fmla="*/ 106705 h 250825"/>
                <a:gd name="connsiteX10" fmla="*/ 130175 w 338138"/>
                <a:gd name="connsiteY10" fmla="*/ 161583 h 250825"/>
                <a:gd name="connsiteX11" fmla="*/ 123655 w 338138"/>
                <a:gd name="connsiteY11" fmla="*/ 168275 h 250825"/>
                <a:gd name="connsiteX12" fmla="*/ 100182 w 338138"/>
                <a:gd name="connsiteY12" fmla="*/ 168275 h 250825"/>
                <a:gd name="connsiteX13" fmla="*/ 93662 w 338138"/>
                <a:gd name="connsiteY13" fmla="*/ 161583 h 250825"/>
                <a:gd name="connsiteX14" fmla="*/ 93662 w 338138"/>
                <a:gd name="connsiteY14" fmla="*/ 106705 h 250825"/>
                <a:gd name="connsiteX15" fmla="*/ 100182 w 338138"/>
                <a:gd name="connsiteY15" fmla="*/ 100012 h 250825"/>
                <a:gd name="connsiteX16" fmla="*/ 157332 w 338138"/>
                <a:gd name="connsiteY16" fmla="*/ 77787 h 250825"/>
                <a:gd name="connsiteX17" fmla="*/ 180805 w 338138"/>
                <a:gd name="connsiteY17" fmla="*/ 77787 h 250825"/>
                <a:gd name="connsiteX18" fmla="*/ 187325 w 338138"/>
                <a:gd name="connsiteY18" fmla="*/ 84441 h 250825"/>
                <a:gd name="connsiteX19" fmla="*/ 187325 w 338138"/>
                <a:gd name="connsiteY19" fmla="*/ 161622 h 250825"/>
                <a:gd name="connsiteX20" fmla="*/ 180805 w 338138"/>
                <a:gd name="connsiteY20" fmla="*/ 168275 h 250825"/>
                <a:gd name="connsiteX21" fmla="*/ 157332 w 338138"/>
                <a:gd name="connsiteY21" fmla="*/ 168275 h 250825"/>
                <a:gd name="connsiteX22" fmla="*/ 150812 w 338138"/>
                <a:gd name="connsiteY22" fmla="*/ 161622 h 250825"/>
                <a:gd name="connsiteX23" fmla="*/ 150812 w 338138"/>
                <a:gd name="connsiteY23" fmla="*/ 84441 h 250825"/>
                <a:gd name="connsiteX24" fmla="*/ 157332 w 338138"/>
                <a:gd name="connsiteY24" fmla="*/ 77787 h 250825"/>
                <a:gd name="connsiteX25" fmla="*/ 216070 w 338138"/>
                <a:gd name="connsiteY25" fmla="*/ 49212 h 250825"/>
                <a:gd name="connsiteX26" fmla="*/ 239543 w 338138"/>
                <a:gd name="connsiteY26" fmla="*/ 49212 h 250825"/>
                <a:gd name="connsiteX27" fmla="*/ 246063 w 338138"/>
                <a:gd name="connsiteY27" fmla="*/ 55827 h 250825"/>
                <a:gd name="connsiteX28" fmla="*/ 246063 w 338138"/>
                <a:gd name="connsiteY28" fmla="*/ 161661 h 250825"/>
                <a:gd name="connsiteX29" fmla="*/ 239543 w 338138"/>
                <a:gd name="connsiteY29" fmla="*/ 168275 h 250825"/>
                <a:gd name="connsiteX30" fmla="*/ 216070 w 338138"/>
                <a:gd name="connsiteY30" fmla="*/ 168275 h 250825"/>
                <a:gd name="connsiteX31" fmla="*/ 209550 w 338138"/>
                <a:gd name="connsiteY31" fmla="*/ 161661 h 250825"/>
                <a:gd name="connsiteX32" fmla="*/ 209550 w 338138"/>
                <a:gd name="connsiteY32" fmla="*/ 55827 h 250825"/>
                <a:gd name="connsiteX33" fmla="*/ 216070 w 338138"/>
                <a:gd name="connsiteY33" fmla="*/ 49212 h 250825"/>
                <a:gd name="connsiteX34" fmla="*/ 53428 w 338138"/>
                <a:gd name="connsiteY34" fmla="*/ 22225 h 250825"/>
                <a:gd name="connsiteX35" fmla="*/ 50800 w 338138"/>
                <a:gd name="connsiteY35" fmla="*/ 24858 h 250825"/>
                <a:gd name="connsiteX36" fmla="*/ 50800 w 338138"/>
                <a:gd name="connsiteY36" fmla="*/ 182834 h 250825"/>
                <a:gd name="connsiteX37" fmla="*/ 53428 w 338138"/>
                <a:gd name="connsiteY37" fmla="*/ 184150 h 250825"/>
                <a:gd name="connsiteX38" fmla="*/ 284710 w 338138"/>
                <a:gd name="connsiteY38" fmla="*/ 184150 h 250825"/>
                <a:gd name="connsiteX39" fmla="*/ 287338 w 338138"/>
                <a:gd name="connsiteY39" fmla="*/ 182834 h 250825"/>
                <a:gd name="connsiteX40" fmla="*/ 287338 w 338138"/>
                <a:gd name="connsiteY40" fmla="*/ 24858 h 250825"/>
                <a:gd name="connsiteX41" fmla="*/ 284710 w 338138"/>
                <a:gd name="connsiteY41" fmla="*/ 22225 h 250825"/>
                <a:gd name="connsiteX42" fmla="*/ 53428 w 338138"/>
                <a:gd name="connsiteY42" fmla="*/ 22225 h 250825"/>
                <a:gd name="connsiteX43" fmla="*/ 53663 w 338138"/>
                <a:gd name="connsiteY43" fmla="*/ 0 h 250825"/>
                <a:gd name="connsiteX44" fmla="*/ 286062 w 338138"/>
                <a:gd name="connsiteY44" fmla="*/ 0 h 250825"/>
                <a:gd name="connsiteX45" fmla="*/ 311150 w 338138"/>
                <a:gd name="connsiteY45" fmla="*/ 25008 h 250825"/>
                <a:gd name="connsiteX46" fmla="*/ 311150 w 338138"/>
                <a:gd name="connsiteY46" fmla="*/ 182955 h 250825"/>
                <a:gd name="connsiteX47" fmla="*/ 286062 w 338138"/>
                <a:gd name="connsiteY47" fmla="*/ 207963 h 250825"/>
                <a:gd name="connsiteX48" fmla="*/ 53663 w 338138"/>
                <a:gd name="connsiteY48" fmla="*/ 207963 h 250825"/>
                <a:gd name="connsiteX49" fmla="*/ 28575 w 338138"/>
                <a:gd name="connsiteY49" fmla="*/ 182955 h 250825"/>
                <a:gd name="connsiteX50" fmla="*/ 28575 w 338138"/>
                <a:gd name="connsiteY50" fmla="*/ 25008 h 250825"/>
                <a:gd name="connsiteX51" fmla="*/ 53663 w 338138"/>
                <a:gd name="connsiteY51" fmla="*/ 0 h 25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8138" h="250825">
                  <a:moveTo>
                    <a:pt x="9246" y="217487"/>
                  </a:moveTo>
                  <a:cubicBezTo>
                    <a:pt x="9246" y="217487"/>
                    <a:pt x="9246" y="217487"/>
                    <a:pt x="328892" y="217487"/>
                  </a:cubicBezTo>
                  <a:cubicBezTo>
                    <a:pt x="334176" y="217487"/>
                    <a:pt x="338138" y="221488"/>
                    <a:pt x="338138" y="226822"/>
                  </a:cubicBezTo>
                  <a:cubicBezTo>
                    <a:pt x="338138" y="240157"/>
                    <a:pt x="327571" y="250825"/>
                    <a:pt x="314363" y="250825"/>
                  </a:cubicBezTo>
                  <a:cubicBezTo>
                    <a:pt x="314363" y="250825"/>
                    <a:pt x="314363" y="250825"/>
                    <a:pt x="23775" y="250825"/>
                  </a:cubicBezTo>
                  <a:cubicBezTo>
                    <a:pt x="10567" y="250825"/>
                    <a:pt x="0" y="240157"/>
                    <a:pt x="0" y="226822"/>
                  </a:cubicBezTo>
                  <a:cubicBezTo>
                    <a:pt x="0" y="221488"/>
                    <a:pt x="3962" y="217487"/>
                    <a:pt x="9246" y="217487"/>
                  </a:cubicBezTo>
                  <a:close/>
                  <a:moveTo>
                    <a:pt x="100182" y="100012"/>
                  </a:moveTo>
                  <a:cubicBezTo>
                    <a:pt x="100182" y="100012"/>
                    <a:pt x="100182" y="100012"/>
                    <a:pt x="123655" y="100012"/>
                  </a:cubicBezTo>
                  <a:cubicBezTo>
                    <a:pt x="127567" y="100012"/>
                    <a:pt x="130175" y="102689"/>
                    <a:pt x="130175" y="106705"/>
                  </a:cubicBezTo>
                  <a:cubicBezTo>
                    <a:pt x="130175" y="106705"/>
                    <a:pt x="130175" y="106705"/>
                    <a:pt x="130175" y="161583"/>
                  </a:cubicBezTo>
                  <a:cubicBezTo>
                    <a:pt x="130175" y="165598"/>
                    <a:pt x="127567" y="168275"/>
                    <a:pt x="123655" y="168275"/>
                  </a:cubicBezTo>
                  <a:cubicBezTo>
                    <a:pt x="123655" y="168275"/>
                    <a:pt x="123655" y="168275"/>
                    <a:pt x="100182" y="168275"/>
                  </a:cubicBezTo>
                  <a:cubicBezTo>
                    <a:pt x="96270" y="168275"/>
                    <a:pt x="93662" y="165598"/>
                    <a:pt x="93662" y="161583"/>
                  </a:cubicBezTo>
                  <a:cubicBezTo>
                    <a:pt x="93662" y="161583"/>
                    <a:pt x="93662" y="161583"/>
                    <a:pt x="93662" y="106705"/>
                  </a:cubicBezTo>
                  <a:cubicBezTo>
                    <a:pt x="93662" y="102689"/>
                    <a:pt x="96270" y="100012"/>
                    <a:pt x="100182" y="100012"/>
                  </a:cubicBezTo>
                  <a:close/>
                  <a:moveTo>
                    <a:pt x="157332" y="77787"/>
                  </a:moveTo>
                  <a:cubicBezTo>
                    <a:pt x="157332" y="77787"/>
                    <a:pt x="157332" y="77787"/>
                    <a:pt x="180805" y="77787"/>
                  </a:cubicBezTo>
                  <a:cubicBezTo>
                    <a:pt x="184717" y="77787"/>
                    <a:pt x="187325" y="81779"/>
                    <a:pt x="187325" y="84441"/>
                  </a:cubicBezTo>
                  <a:cubicBezTo>
                    <a:pt x="187325" y="84441"/>
                    <a:pt x="187325" y="84441"/>
                    <a:pt x="187325" y="161622"/>
                  </a:cubicBezTo>
                  <a:cubicBezTo>
                    <a:pt x="187325" y="165614"/>
                    <a:pt x="184717" y="168275"/>
                    <a:pt x="180805" y="168275"/>
                  </a:cubicBezTo>
                  <a:cubicBezTo>
                    <a:pt x="180805" y="168275"/>
                    <a:pt x="180805" y="168275"/>
                    <a:pt x="157332" y="168275"/>
                  </a:cubicBezTo>
                  <a:cubicBezTo>
                    <a:pt x="153420" y="168275"/>
                    <a:pt x="150812" y="165614"/>
                    <a:pt x="150812" y="161622"/>
                  </a:cubicBezTo>
                  <a:cubicBezTo>
                    <a:pt x="150812" y="161622"/>
                    <a:pt x="150812" y="161622"/>
                    <a:pt x="150812" y="84441"/>
                  </a:cubicBezTo>
                  <a:cubicBezTo>
                    <a:pt x="150812" y="81779"/>
                    <a:pt x="153420" y="77787"/>
                    <a:pt x="157332" y="77787"/>
                  </a:cubicBezTo>
                  <a:close/>
                  <a:moveTo>
                    <a:pt x="216070" y="49212"/>
                  </a:moveTo>
                  <a:cubicBezTo>
                    <a:pt x="216070" y="49212"/>
                    <a:pt x="216070" y="49212"/>
                    <a:pt x="239543" y="49212"/>
                  </a:cubicBezTo>
                  <a:cubicBezTo>
                    <a:pt x="243455" y="49212"/>
                    <a:pt x="246063" y="51858"/>
                    <a:pt x="246063" y="55827"/>
                  </a:cubicBezTo>
                  <a:cubicBezTo>
                    <a:pt x="246063" y="55827"/>
                    <a:pt x="246063" y="55827"/>
                    <a:pt x="246063" y="161661"/>
                  </a:cubicBezTo>
                  <a:cubicBezTo>
                    <a:pt x="246063" y="165629"/>
                    <a:pt x="243455" y="168275"/>
                    <a:pt x="239543" y="168275"/>
                  </a:cubicBezTo>
                  <a:cubicBezTo>
                    <a:pt x="239543" y="168275"/>
                    <a:pt x="239543" y="168275"/>
                    <a:pt x="216070" y="168275"/>
                  </a:cubicBezTo>
                  <a:cubicBezTo>
                    <a:pt x="212158" y="168275"/>
                    <a:pt x="209550" y="165629"/>
                    <a:pt x="209550" y="161661"/>
                  </a:cubicBezTo>
                  <a:cubicBezTo>
                    <a:pt x="209550" y="161661"/>
                    <a:pt x="209550" y="161661"/>
                    <a:pt x="209550" y="55827"/>
                  </a:cubicBezTo>
                  <a:cubicBezTo>
                    <a:pt x="209550" y="51858"/>
                    <a:pt x="212158" y="49212"/>
                    <a:pt x="216070" y="49212"/>
                  </a:cubicBezTo>
                  <a:close/>
                  <a:moveTo>
                    <a:pt x="53428" y="22225"/>
                  </a:moveTo>
                  <a:cubicBezTo>
                    <a:pt x="52114" y="22225"/>
                    <a:pt x="50800" y="23541"/>
                    <a:pt x="50800" y="24858"/>
                  </a:cubicBezTo>
                  <a:lnTo>
                    <a:pt x="50800" y="182834"/>
                  </a:lnTo>
                  <a:cubicBezTo>
                    <a:pt x="50800" y="184150"/>
                    <a:pt x="52114" y="184150"/>
                    <a:pt x="53428" y="184150"/>
                  </a:cubicBezTo>
                  <a:cubicBezTo>
                    <a:pt x="53428" y="184150"/>
                    <a:pt x="53428" y="184150"/>
                    <a:pt x="284710" y="184150"/>
                  </a:cubicBezTo>
                  <a:cubicBezTo>
                    <a:pt x="286024" y="184150"/>
                    <a:pt x="287338" y="184150"/>
                    <a:pt x="287338" y="182834"/>
                  </a:cubicBezTo>
                  <a:cubicBezTo>
                    <a:pt x="287338" y="182834"/>
                    <a:pt x="287338" y="182834"/>
                    <a:pt x="287338" y="24858"/>
                  </a:cubicBezTo>
                  <a:cubicBezTo>
                    <a:pt x="287338" y="23541"/>
                    <a:pt x="286024" y="22225"/>
                    <a:pt x="284710" y="22225"/>
                  </a:cubicBezTo>
                  <a:cubicBezTo>
                    <a:pt x="284710" y="22225"/>
                    <a:pt x="284710" y="22225"/>
                    <a:pt x="53428" y="22225"/>
                  </a:cubicBezTo>
                  <a:close/>
                  <a:moveTo>
                    <a:pt x="53663" y="0"/>
                  </a:moveTo>
                  <a:cubicBezTo>
                    <a:pt x="53663" y="0"/>
                    <a:pt x="53663" y="0"/>
                    <a:pt x="286062" y="0"/>
                  </a:cubicBezTo>
                  <a:cubicBezTo>
                    <a:pt x="300587" y="0"/>
                    <a:pt x="311150" y="10530"/>
                    <a:pt x="311150" y="25008"/>
                  </a:cubicBezTo>
                  <a:cubicBezTo>
                    <a:pt x="311150" y="25008"/>
                    <a:pt x="311150" y="25008"/>
                    <a:pt x="311150" y="182955"/>
                  </a:cubicBezTo>
                  <a:cubicBezTo>
                    <a:pt x="311150" y="196117"/>
                    <a:pt x="300587" y="207963"/>
                    <a:pt x="286062" y="207963"/>
                  </a:cubicBezTo>
                  <a:cubicBezTo>
                    <a:pt x="286062" y="207963"/>
                    <a:pt x="286062" y="207963"/>
                    <a:pt x="53663" y="207963"/>
                  </a:cubicBezTo>
                  <a:cubicBezTo>
                    <a:pt x="39138" y="207963"/>
                    <a:pt x="28575" y="196117"/>
                    <a:pt x="28575" y="182955"/>
                  </a:cubicBezTo>
                  <a:cubicBezTo>
                    <a:pt x="28575" y="182955"/>
                    <a:pt x="28575" y="182955"/>
                    <a:pt x="28575" y="25008"/>
                  </a:cubicBezTo>
                  <a:cubicBezTo>
                    <a:pt x="28575" y="10530"/>
                    <a:pt x="39138" y="0"/>
                    <a:pt x="5366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49"/>
                            </p:stCondLst>
                            <p:childTnLst>
                              <p:par>
                                <p:cTn id="1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900" decel="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0" decel="100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149"/>
                            </p:stCondLst>
                            <p:childTnLst>
                              <p:par>
                                <p:cTn id="4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 flipH="1">
            <a:off x="7683361" y="1171724"/>
            <a:ext cx="4036563" cy="170656"/>
            <a:chOff x="-311150" y="727472"/>
            <a:chExt cx="4036563" cy="170656"/>
          </a:xfrm>
        </p:grpSpPr>
        <p:cxnSp>
          <p:nvCxnSpPr>
            <p:cNvPr id="69" name="直接连接符 68"/>
            <p:cNvCxnSpPr/>
            <p:nvPr userDrawn="1"/>
          </p:nvCxnSpPr>
          <p:spPr>
            <a:xfrm flipH="1">
              <a:off x="-311150" y="812800"/>
              <a:ext cx="3934223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 userDrawn="1"/>
          </p:nvCxnSpPr>
          <p:spPr>
            <a:xfrm flipH="1" flipV="1">
              <a:off x="3575884" y="727472"/>
              <a:ext cx="94377" cy="17065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 userDrawn="1"/>
          </p:nvCxnSpPr>
          <p:spPr>
            <a:xfrm flipH="1" flipV="1">
              <a:off x="3631036" y="727472"/>
              <a:ext cx="94377" cy="17065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1" name="直接连接符 100"/>
          <p:cNvCxnSpPr/>
          <p:nvPr/>
        </p:nvCxnSpPr>
        <p:spPr>
          <a:xfrm>
            <a:off x="501446" y="1204687"/>
            <a:ext cx="11189109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本框 103"/>
          <p:cNvSpPr txBox="1"/>
          <p:nvPr/>
        </p:nvSpPr>
        <p:spPr>
          <a:xfrm>
            <a:off x="501467" y="437152"/>
            <a:ext cx="56760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dirty="0">
                <a:solidFill>
                  <a:schemeClr val="bg1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项目介绍</a:t>
            </a:r>
            <a:endParaRPr lang="zh-CN" altLang="en-US" dirty="0">
              <a:solidFill>
                <a:schemeClr val="bg1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grpSp>
        <p:nvGrpSpPr>
          <p:cNvPr id="117" name="组合 116"/>
          <p:cNvGrpSpPr/>
          <p:nvPr>
            <p:custDataLst>
              <p:tags r:id="rId1"/>
            </p:custDataLst>
          </p:nvPr>
        </p:nvGrpSpPr>
        <p:grpSpPr>
          <a:xfrm>
            <a:off x="6256901" y="1658571"/>
            <a:ext cx="4497460" cy="2411674"/>
            <a:chOff x="2677265" y="1996356"/>
            <a:chExt cx="4497460" cy="2411674"/>
          </a:xfrm>
        </p:grpSpPr>
        <p:sp>
          <p:nvSpPr>
            <p:cNvPr id="118" name="矩形 117"/>
            <p:cNvSpPr/>
            <p:nvPr>
              <p:custDataLst>
                <p:tags r:id="rId2"/>
              </p:custDataLst>
            </p:nvPr>
          </p:nvSpPr>
          <p:spPr>
            <a:xfrm>
              <a:off x="2677265" y="2346820"/>
              <a:ext cx="4497460" cy="206121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zh-CN" altLang="en-US" sz="2000" dirty="0">
                  <a:solidFill>
                    <a:schemeClr val="bg1"/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向智能化与精准化深化，</a:t>
              </a:r>
              <a:r>
                <a:rPr lang="en-US" altLang="zh-CN" sz="2000" dirty="0">
                  <a:solidFill>
                    <a:schemeClr val="bg1"/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AI</a:t>
              </a:r>
              <a:r>
                <a:rPr lang="zh-CN" altLang="en-US" sz="2000" dirty="0">
                  <a:solidFill>
                    <a:schemeClr val="bg1"/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视觉</a:t>
              </a:r>
              <a:r>
                <a:rPr lang="en-US" altLang="zh-CN" sz="2000" dirty="0">
                  <a:solidFill>
                    <a:schemeClr val="bg1"/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+</a:t>
              </a:r>
              <a:r>
                <a:rPr lang="zh-CN" altLang="en-US" sz="2000" dirty="0">
                  <a:solidFill>
                    <a:schemeClr val="bg1"/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多传感器融合，实现病虫害靶向施药，农药利用率持续提升。</a:t>
              </a:r>
              <a:endParaRPr lang="zh-CN" altLang="en-US" sz="20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zh-CN" altLang="en-US" sz="2000" dirty="0">
                  <a:solidFill>
                    <a:srgbClr val="151472"/>
                  </a:solidFill>
                  <a:highlight>
                    <a:srgbClr val="FFFF00"/>
                  </a:highlight>
                  <a:latin typeface="迷你简菱心" panose="02010609000101010101" pitchFamily="49" charset="-122"/>
                  <a:ea typeface="迷你简菱心" panose="02010609000101010101" pitchFamily="49" charset="-122"/>
                  <a:sym typeface="+mn-ea"/>
                </a:rPr>
                <a:t>发展趋势</a:t>
              </a:r>
              <a:r>
                <a:rPr lang="en-US" altLang="zh-CN" sz="2000" dirty="0">
                  <a:solidFill>
                    <a:srgbClr val="151472"/>
                  </a:solidFill>
                  <a:highlight>
                    <a:srgbClr val="FFFF00"/>
                  </a:highlight>
                  <a:latin typeface="迷你简菱心" panose="02010609000101010101" pitchFamily="49" charset="-122"/>
                  <a:ea typeface="迷你简菱心" panose="02010609000101010101" pitchFamily="49" charset="-122"/>
                  <a:sym typeface="+mn-ea"/>
                </a:rPr>
                <a:t>2</a:t>
              </a:r>
              <a:endParaRPr lang="en-US" altLang="zh-CN" sz="2000" dirty="0">
                <a:solidFill>
                  <a:srgbClr val="151472"/>
                </a:solidFill>
                <a:highlight>
                  <a:srgbClr val="FFFF00"/>
                </a:highlight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  <a:p>
              <a:pPr>
                <a:lnSpc>
                  <a:spcPct val="120000"/>
                </a:lnSpc>
                <a:spcBef>
                  <a:spcPct val="20000"/>
                </a:spcBef>
              </a:pPr>
              <a:endParaRPr lang="zh-CN" altLang="en-US" sz="20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  <p:sp>
          <p:nvSpPr>
            <p:cNvPr id="119" name="矩形 118"/>
            <p:cNvSpPr/>
            <p:nvPr>
              <p:custDataLst>
                <p:tags r:id="rId3"/>
              </p:custDataLst>
            </p:nvPr>
          </p:nvSpPr>
          <p:spPr>
            <a:xfrm>
              <a:off x="2677265" y="1996356"/>
              <a:ext cx="2084387" cy="42354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dirty="0">
                  <a:solidFill>
                    <a:srgbClr val="151472"/>
                  </a:solidFill>
                  <a:highlight>
                    <a:srgbClr val="FFFF00"/>
                  </a:highlight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发展趋势</a:t>
              </a:r>
              <a:r>
                <a:rPr lang="en-US" altLang="zh-CN" dirty="0">
                  <a:solidFill>
                    <a:srgbClr val="151472"/>
                  </a:solidFill>
                  <a:highlight>
                    <a:srgbClr val="FFFF00"/>
                  </a:highlight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1</a:t>
              </a:r>
              <a:endParaRPr lang="en-US" altLang="zh-CN" dirty="0">
                <a:solidFill>
                  <a:srgbClr val="151472"/>
                </a:solidFill>
                <a:highlight>
                  <a:srgbClr val="FFFF00"/>
                </a:highlight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</p:grpSp>
      <p:grpSp>
        <p:nvGrpSpPr>
          <p:cNvPr id="120" name="组合 119"/>
          <p:cNvGrpSpPr/>
          <p:nvPr>
            <p:custDataLst>
              <p:tags r:id="rId4"/>
            </p:custDataLst>
          </p:nvPr>
        </p:nvGrpSpPr>
        <p:grpSpPr>
          <a:xfrm>
            <a:off x="6256901" y="3551639"/>
            <a:ext cx="4497460" cy="1287089"/>
            <a:chOff x="2677265" y="1996356"/>
            <a:chExt cx="4497460" cy="1287089"/>
          </a:xfrm>
        </p:grpSpPr>
        <p:sp>
          <p:nvSpPr>
            <p:cNvPr id="121" name="矩形 120"/>
            <p:cNvSpPr/>
            <p:nvPr>
              <p:custDataLst>
                <p:tags r:id="rId5"/>
              </p:custDataLst>
            </p:nvPr>
          </p:nvSpPr>
          <p:spPr>
            <a:xfrm>
              <a:off x="2677265" y="2084565"/>
              <a:ext cx="4497460" cy="119888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zh-CN" altLang="en-US" sz="2000" dirty="0">
                  <a:solidFill>
                    <a:schemeClr val="bg1"/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朝着多功能与模块化发展，可切换喷药、监测等模块，适配不同作物与地形，拓展应用场景。</a:t>
              </a:r>
              <a:endParaRPr lang="zh-CN" altLang="en-US" sz="20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  <p:sp>
          <p:nvSpPr>
            <p:cNvPr id="122" name="矩形 121"/>
            <p:cNvSpPr/>
            <p:nvPr>
              <p:custDataLst>
                <p:tags r:id="rId6"/>
              </p:custDataLst>
            </p:nvPr>
          </p:nvSpPr>
          <p:spPr>
            <a:xfrm>
              <a:off x="2677265" y="1996356"/>
              <a:ext cx="2084387" cy="42354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endParaRPr lang="en-US" altLang="zh-CN" dirty="0">
                <a:solidFill>
                  <a:srgbClr val="151472"/>
                </a:solidFill>
                <a:highlight>
                  <a:srgbClr val="FFFF00"/>
                </a:highlight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</p:grpSp>
      <p:grpSp>
        <p:nvGrpSpPr>
          <p:cNvPr id="123" name="组合 122"/>
          <p:cNvGrpSpPr/>
          <p:nvPr>
            <p:custDataLst>
              <p:tags r:id="rId7"/>
            </p:custDataLst>
          </p:nvPr>
        </p:nvGrpSpPr>
        <p:grpSpPr>
          <a:xfrm>
            <a:off x="6257536" y="4822407"/>
            <a:ext cx="4497460" cy="1569029"/>
            <a:chOff x="2677265" y="2194476"/>
            <a:chExt cx="4497460" cy="1569029"/>
          </a:xfrm>
        </p:grpSpPr>
        <p:sp>
          <p:nvSpPr>
            <p:cNvPr id="124" name="矩形 123"/>
            <p:cNvSpPr/>
            <p:nvPr>
              <p:custDataLst>
                <p:tags r:id="rId8"/>
              </p:custDataLst>
            </p:nvPr>
          </p:nvSpPr>
          <p:spPr>
            <a:xfrm>
              <a:off x="2677265" y="2564625"/>
              <a:ext cx="4497460" cy="119888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zh-CN" altLang="en-US" sz="2000" dirty="0">
                  <a:solidFill>
                    <a:schemeClr val="bg1"/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聚焦节能与服务化，氢能源、无线充电升级续航，共享租赁等模式降低使用门槛。</a:t>
              </a:r>
              <a:endParaRPr lang="zh-CN" altLang="en-US" sz="20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  <p:sp>
          <p:nvSpPr>
            <p:cNvPr id="125" name="矩形 124"/>
            <p:cNvSpPr/>
            <p:nvPr>
              <p:custDataLst>
                <p:tags r:id="rId9"/>
              </p:custDataLst>
            </p:nvPr>
          </p:nvSpPr>
          <p:spPr>
            <a:xfrm>
              <a:off x="2677900" y="2194476"/>
              <a:ext cx="2084387" cy="46037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000" dirty="0">
                  <a:solidFill>
                    <a:srgbClr val="151472"/>
                  </a:solidFill>
                  <a:highlight>
                    <a:srgbClr val="FFFF00"/>
                  </a:highlight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发展趋势</a:t>
              </a:r>
              <a:r>
                <a:rPr lang="en-US" altLang="zh-CN" sz="2000" dirty="0">
                  <a:solidFill>
                    <a:srgbClr val="151472"/>
                  </a:solidFill>
                  <a:highlight>
                    <a:srgbClr val="FFFF00"/>
                  </a:highlight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3</a:t>
              </a:r>
              <a:endParaRPr lang="en-US" altLang="zh-CN" sz="2000" dirty="0">
                <a:solidFill>
                  <a:srgbClr val="151472"/>
                </a:solidFill>
                <a:highlight>
                  <a:srgbClr val="FFFF00"/>
                </a:highlight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</p:grpSp>
      <p:pic>
        <p:nvPicPr>
          <p:cNvPr id="2" name="图片 1" descr="打药机器人52955"/>
          <p:cNvPicPr>
            <a:picLocks noChangeAspect="1"/>
          </p:cNvPicPr>
          <p:nvPr/>
        </p:nvPicPr>
        <p:blipFill>
          <a:blip r:embed="rId10"/>
          <a:srcRect t="19574" b="11676"/>
          <a:stretch>
            <a:fillRect/>
          </a:stretch>
        </p:blipFill>
        <p:spPr>
          <a:xfrm>
            <a:off x="866775" y="1257300"/>
            <a:ext cx="4325620" cy="5287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49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5"/>
          <p:cNvSpPr/>
          <p:nvPr/>
        </p:nvSpPr>
        <p:spPr>
          <a:xfrm flipH="1">
            <a:off x="0" y="4605202"/>
            <a:ext cx="12192000" cy="2252799"/>
          </a:xfrm>
          <a:custGeom>
            <a:avLst/>
            <a:gdLst>
              <a:gd name="connsiteX0" fmla="*/ 0 w 12192000"/>
              <a:gd name="connsiteY0" fmla="*/ 0 h 3812709"/>
              <a:gd name="connsiteX1" fmla="*/ 0 w 12192000"/>
              <a:gd name="connsiteY1" fmla="*/ 3812709 h 3812709"/>
              <a:gd name="connsiteX2" fmla="*/ 12192000 w 12192000"/>
              <a:gd name="connsiteY2" fmla="*/ 3812709 h 3812709"/>
              <a:gd name="connsiteX3" fmla="*/ 12192000 w 12192000"/>
              <a:gd name="connsiteY3" fmla="*/ 1582517 h 3812709"/>
              <a:gd name="connsiteX4" fmla="*/ 12022680 w 12192000"/>
              <a:gd name="connsiteY4" fmla="*/ 1633068 h 3812709"/>
              <a:gd name="connsiteX5" fmla="*/ 251292 w 12192000"/>
              <a:gd name="connsiteY5" fmla="*/ 7274 h 3812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3812709">
                <a:moveTo>
                  <a:pt x="0" y="0"/>
                </a:moveTo>
                <a:lnTo>
                  <a:pt x="0" y="3812709"/>
                </a:lnTo>
                <a:lnTo>
                  <a:pt x="12192000" y="3812709"/>
                </a:lnTo>
                <a:lnTo>
                  <a:pt x="12192000" y="1582517"/>
                </a:lnTo>
                <a:lnTo>
                  <a:pt x="12022680" y="1633068"/>
                </a:lnTo>
                <a:cubicBezTo>
                  <a:pt x="8098884" y="2719094"/>
                  <a:pt x="4175088" y="177101"/>
                  <a:pt x="251292" y="7274"/>
                </a:cubicBezTo>
                <a:close/>
              </a:path>
            </a:pathLst>
          </a:custGeom>
          <a:gradFill flip="none" rotWithShape="1">
            <a:gsLst>
              <a:gs pos="36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+mj-ea"/>
              <a:ea typeface="+mj-ea"/>
            </a:endParaRPr>
          </a:p>
        </p:txBody>
      </p:sp>
      <p:pic>
        <p:nvPicPr>
          <p:cNvPr id="3" name="图片 2" descr="绿色的田地&#10;&#10;描述已自动生成"/>
          <p:cNvPicPr/>
          <p:nvPr/>
        </p:nvPicPr>
        <p:blipFill rotWithShape="1">
          <a:blip r:embed="rId1" cstate="screen">
            <a:alphaModFix amt="10000"/>
          </a:blip>
          <a:srcRect/>
          <a:stretch>
            <a:fillRect/>
          </a:stretch>
        </p:blipFill>
        <p:spPr>
          <a:xfrm>
            <a:off x="1160980" y="4646985"/>
            <a:ext cx="12192000" cy="2211015"/>
          </a:xfrm>
          <a:custGeom>
            <a:avLst/>
            <a:gdLst>
              <a:gd name="connsiteX0" fmla="*/ 12192000 w 12192000"/>
              <a:gd name="connsiteY0" fmla="*/ 0 h 3776196"/>
              <a:gd name="connsiteX1" fmla="*/ 12192000 w 12192000"/>
              <a:gd name="connsiteY1" fmla="*/ 3776196 h 3776196"/>
              <a:gd name="connsiteX2" fmla="*/ 0 w 12192000"/>
              <a:gd name="connsiteY2" fmla="*/ 3776196 h 3776196"/>
              <a:gd name="connsiteX3" fmla="*/ 0 w 12192000"/>
              <a:gd name="connsiteY3" fmla="*/ 1582517 h 3776196"/>
              <a:gd name="connsiteX4" fmla="*/ 169320 w 12192000"/>
              <a:gd name="connsiteY4" fmla="*/ 1633068 h 3776196"/>
              <a:gd name="connsiteX5" fmla="*/ 11940708 w 12192000"/>
              <a:gd name="connsiteY5" fmla="*/ 7274 h 3776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3776196">
                <a:moveTo>
                  <a:pt x="12192000" y="0"/>
                </a:moveTo>
                <a:lnTo>
                  <a:pt x="12192000" y="3776196"/>
                </a:lnTo>
                <a:lnTo>
                  <a:pt x="0" y="3776196"/>
                </a:lnTo>
                <a:lnTo>
                  <a:pt x="0" y="1582517"/>
                </a:lnTo>
                <a:lnTo>
                  <a:pt x="169320" y="1633068"/>
                </a:lnTo>
                <a:cubicBezTo>
                  <a:pt x="4093116" y="2719094"/>
                  <a:pt x="8016912" y="177101"/>
                  <a:pt x="11940708" y="7274"/>
                </a:cubicBezTo>
                <a:close/>
              </a:path>
            </a:pathLst>
          </a:custGeom>
        </p:spPr>
      </p:pic>
      <p:sp>
        <p:nvSpPr>
          <p:cNvPr id="31" name="任意多边形 30"/>
          <p:cNvSpPr/>
          <p:nvPr>
            <p:custDataLst>
              <p:tags r:id="rId2"/>
            </p:custDataLst>
          </p:nvPr>
        </p:nvSpPr>
        <p:spPr>
          <a:xfrm>
            <a:off x="303478" y="6461985"/>
            <a:ext cx="2217772" cy="289917"/>
          </a:xfrm>
          <a:custGeom>
            <a:avLst/>
            <a:gdLst>
              <a:gd name="connisteX0" fmla="*/ 0 w 4552315"/>
              <a:gd name="connsiteY0" fmla="*/ 1524000 h 1524000"/>
              <a:gd name="connisteX1" fmla="*/ 4552315 w 4552315"/>
              <a:gd name="connsiteY1" fmla="*/ 0 h 1524000"/>
              <a:gd name="connisteX2" fmla="*/ 29938345 w 4552315"/>
              <a:gd name="connsiteY2" fmla="*/ -3950335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4552315" h="1524000">
                <a:moveTo>
                  <a:pt x="0" y="1524000"/>
                </a:moveTo>
                <a:cubicBezTo>
                  <a:pt x="402590" y="1297940"/>
                  <a:pt x="-1435100" y="1094740"/>
                  <a:pt x="4552315" y="0"/>
                </a:cubicBezTo>
              </a:path>
            </a:pathLst>
          </a:cu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4748" tIns="24748" rIns="24748" bIns="24748" numCol="1" spcCol="38100" rtlCol="0" anchor="ctr" forceAA="0">
            <a:spAutoFit/>
          </a:bodyPr>
          <a:lstStyle/>
          <a:p>
            <a:pPr defTabSz="201295"/>
            <a:endParaRPr lang="zh-CN" altLang="en-US" sz="156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9" name="Freeform 10"/>
          <p:cNvSpPr/>
          <p:nvPr/>
        </p:nvSpPr>
        <p:spPr bwMode="auto">
          <a:xfrm>
            <a:off x="5398463" y="2653141"/>
            <a:ext cx="1302093" cy="1314376"/>
          </a:xfrm>
          <a:custGeom>
            <a:avLst/>
            <a:gdLst/>
            <a:ahLst/>
            <a:cxnLst>
              <a:cxn ang="0">
                <a:pos x="0" y="397"/>
              </a:cxn>
              <a:cxn ang="0">
                <a:pos x="0" y="345"/>
              </a:cxn>
              <a:cxn ang="0">
                <a:pos x="46" y="299"/>
              </a:cxn>
              <a:cxn ang="0">
                <a:pos x="46" y="98"/>
              </a:cxn>
              <a:cxn ang="0">
                <a:pos x="145" y="0"/>
              </a:cxn>
              <a:cxn ang="0">
                <a:pos x="394" y="0"/>
              </a:cxn>
              <a:cxn ang="0">
                <a:pos x="394" y="52"/>
              </a:cxn>
              <a:cxn ang="0">
                <a:pos x="145" y="52"/>
              </a:cxn>
              <a:cxn ang="0">
                <a:pos x="98" y="98"/>
              </a:cxn>
              <a:cxn ang="0">
                <a:pos x="98" y="299"/>
              </a:cxn>
              <a:cxn ang="0">
                <a:pos x="0" y="397"/>
              </a:cxn>
            </a:cxnLst>
            <a:rect l="0" t="0" r="r" b="b"/>
            <a:pathLst>
              <a:path w="394" h="397">
                <a:moveTo>
                  <a:pt x="0" y="397"/>
                </a:moveTo>
                <a:cubicBezTo>
                  <a:pt x="0" y="345"/>
                  <a:pt x="0" y="345"/>
                  <a:pt x="0" y="345"/>
                </a:cubicBezTo>
                <a:cubicBezTo>
                  <a:pt x="26" y="345"/>
                  <a:pt x="46" y="324"/>
                  <a:pt x="46" y="299"/>
                </a:cubicBezTo>
                <a:cubicBezTo>
                  <a:pt x="46" y="98"/>
                  <a:pt x="46" y="98"/>
                  <a:pt x="46" y="98"/>
                </a:cubicBezTo>
                <a:cubicBezTo>
                  <a:pt x="46" y="44"/>
                  <a:pt x="90" y="0"/>
                  <a:pt x="145" y="0"/>
                </a:cubicBezTo>
                <a:cubicBezTo>
                  <a:pt x="394" y="0"/>
                  <a:pt x="394" y="0"/>
                  <a:pt x="394" y="0"/>
                </a:cubicBezTo>
                <a:cubicBezTo>
                  <a:pt x="394" y="52"/>
                  <a:pt x="394" y="52"/>
                  <a:pt x="394" y="5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19" y="52"/>
                  <a:pt x="98" y="73"/>
                  <a:pt x="98" y="98"/>
                </a:cubicBezTo>
                <a:cubicBezTo>
                  <a:pt x="98" y="299"/>
                  <a:pt x="98" y="299"/>
                  <a:pt x="98" y="299"/>
                </a:cubicBezTo>
                <a:cubicBezTo>
                  <a:pt x="98" y="353"/>
                  <a:pt x="54" y="397"/>
                  <a:pt x="0" y="397"/>
                </a:cubicBezTo>
              </a:path>
            </a:pathLst>
          </a:cu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endParaRPr lang="en-US" sz="2400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20" name="Freeform 14"/>
          <p:cNvSpPr/>
          <p:nvPr/>
        </p:nvSpPr>
        <p:spPr bwMode="auto">
          <a:xfrm>
            <a:off x="7756866" y="2770109"/>
            <a:ext cx="1058462" cy="761601"/>
          </a:xfrm>
          <a:custGeom>
            <a:avLst/>
            <a:gdLst/>
            <a:ahLst/>
            <a:cxnLst>
              <a:cxn ang="0">
                <a:pos x="0" y="230"/>
              </a:cxn>
              <a:cxn ang="0">
                <a:pos x="0" y="178"/>
              </a:cxn>
              <a:cxn ang="0">
                <a:pos x="46" y="132"/>
              </a:cxn>
              <a:cxn ang="0">
                <a:pos x="46" y="98"/>
              </a:cxn>
              <a:cxn ang="0">
                <a:pos x="144" y="0"/>
              </a:cxn>
              <a:cxn ang="0">
                <a:pos x="320" y="0"/>
              </a:cxn>
              <a:cxn ang="0">
                <a:pos x="320" y="52"/>
              </a:cxn>
              <a:cxn ang="0">
                <a:pos x="144" y="52"/>
              </a:cxn>
              <a:cxn ang="0">
                <a:pos x="98" y="98"/>
              </a:cxn>
              <a:cxn ang="0">
                <a:pos x="98" y="132"/>
              </a:cxn>
              <a:cxn ang="0">
                <a:pos x="0" y="230"/>
              </a:cxn>
            </a:cxnLst>
            <a:rect l="0" t="0" r="r" b="b"/>
            <a:pathLst>
              <a:path w="320" h="230">
                <a:moveTo>
                  <a:pt x="0" y="230"/>
                </a:moveTo>
                <a:cubicBezTo>
                  <a:pt x="0" y="178"/>
                  <a:pt x="0" y="178"/>
                  <a:pt x="0" y="178"/>
                </a:cubicBezTo>
                <a:cubicBezTo>
                  <a:pt x="25" y="178"/>
                  <a:pt x="46" y="157"/>
                  <a:pt x="46" y="132"/>
                </a:cubicBezTo>
                <a:cubicBezTo>
                  <a:pt x="46" y="98"/>
                  <a:pt x="46" y="98"/>
                  <a:pt x="46" y="98"/>
                </a:cubicBezTo>
                <a:cubicBezTo>
                  <a:pt x="46" y="44"/>
                  <a:pt x="90" y="0"/>
                  <a:pt x="144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52"/>
                  <a:pt x="320" y="52"/>
                  <a:pt x="320" y="52"/>
                </a:cubicBezTo>
                <a:cubicBezTo>
                  <a:pt x="144" y="52"/>
                  <a:pt x="144" y="52"/>
                  <a:pt x="144" y="52"/>
                </a:cubicBezTo>
                <a:cubicBezTo>
                  <a:pt x="119" y="52"/>
                  <a:pt x="98" y="73"/>
                  <a:pt x="98" y="98"/>
                </a:cubicBezTo>
                <a:cubicBezTo>
                  <a:pt x="98" y="132"/>
                  <a:pt x="98" y="132"/>
                  <a:pt x="98" y="132"/>
                </a:cubicBezTo>
                <a:cubicBezTo>
                  <a:pt x="98" y="186"/>
                  <a:pt x="54" y="230"/>
                  <a:pt x="0" y="230"/>
                </a:cubicBezTo>
              </a:path>
            </a:pathLst>
          </a:cu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endParaRPr lang="en-US" sz="2400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21" name="Freeform 18"/>
          <p:cNvSpPr/>
          <p:nvPr/>
        </p:nvSpPr>
        <p:spPr bwMode="auto">
          <a:xfrm>
            <a:off x="6696357" y="2657583"/>
            <a:ext cx="1060508" cy="870109"/>
          </a:xfrm>
          <a:custGeom>
            <a:avLst/>
            <a:gdLst/>
            <a:ahLst/>
            <a:cxnLst>
              <a:cxn ang="0">
                <a:pos x="321" y="263"/>
              </a:cxn>
              <a:cxn ang="0">
                <a:pos x="145" y="263"/>
              </a:cxn>
              <a:cxn ang="0">
                <a:pos x="47" y="165"/>
              </a:cxn>
              <a:cxn ang="0">
                <a:pos x="47" y="98"/>
              </a:cxn>
              <a:cxn ang="0">
                <a:pos x="0" y="52"/>
              </a:cxn>
              <a:cxn ang="0">
                <a:pos x="0" y="0"/>
              </a:cxn>
              <a:cxn ang="0">
                <a:pos x="99" y="98"/>
              </a:cxn>
              <a:cxn ang="0">
                <a:pos x="99" y="165"/>
              </a:cxn>
              <a:cxn ang="0">
                <a:pos x="145" y="211"/>
              </a:cxn>
              <a:cxn ang="0">
                <a:pos x="321" y="211"/>
              </a:cxn>
              <a:cxn ang="0">
                <a:pos x="321" y="263"/>
              </a:cxn>
            </a:cxnLst>
            <a:rect l="0" t="0" r="r" b="b"/>
            <a:pathLst>
              <a:path w="321" h="263">
                <a:moveTo>
                  <a:pt x="321" y="263"/>
                </a:moveTo>
                <a:cubicBezTo>
                  <a:pt x="145" y="263"/>
                  <a:pt x="145" y="263"/>
                  <a:pt x="145" y="263"/>
                </a:cubicBezTo>
                <a:cubicBezTo>
                  <a:pt x="91" y="263"/>
                  <a:pt x="47" y="219"/>
                  <a:pt x="47" y="165"/>
                </a:cubicBezTo>
                <a:cubicBezTo>
                  <a:pt x="47" y="98"/>
                  <a:pt x="47" y="98"/>
                  <a:pt x="47" y="98"/>
                </a:cubicBezTo>
                <a:cubicBezTo>
                  <a:pt x="47" y="73"/>
                  <a:pt x="26" y="52"/>
                  <a:pt x="0" y="52"/>
                </a:cubicBezTo>
                <a:cubicBezTo>
                  <a:pt x="0" y="0"/>
                  <a:pt x="0" y="0"/>
                  <a:pt x="0" y="0"/>
                </a:cubicBezTo>
                <a:cubicBezTo>
                  <a:pt x="55" y="0"/>
                  <a:pt x="99" y="44"/>
                  <a:pt x="99" y="98"/>
                </a:cubicBezTo>
                <a:cubicBezTo>
                  <a:pt x="99" y="165"/>
                  <a:pt x="99" y="165"/>
                  <a:pt x="99" y="165"/>
                </a:cubicBezTo>
                <a:cubicBezTo>
                  <a:pt x="99" y="190"/>
                  <a:pt x="119" y="211"/>
                  <a:pt x="145" y="211"/>
                </a:cubicBezTo>
                <a:cubicBezTo>
                  <a:pt x="321" y="211"/>
                  <a:pt x="321" y="211"/>
                  <a:pt x="321" y="211"/>
                </a:cubicBezTo>
                <a:cubicBezTo>
                  <a:pt x="321" y="263"/>
                  <a:pt x="321" y="263"/>
                  <a:pt x="321" y="263"/>
                </a:cubicBezTo>
              </a:path>
            </a:pathLst>
          </a:cu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endParaRPr lang="en-US" sz="2400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22" name="Freeform 10"/>
          <p:cNvSpPr/>
          <p:nvPr/>
        </p:nvSpPr>
        <p:spPr bwMode="auto">
          <a:xfrm>
            <a:off x="3281538" y="3102711"/>
            <a:ext cx="1058462" cy="1377843"/>
          </a:xfrm>
          <a:custGeom>
            <a:avLst/>
            <a:gdLst/>
            <a:ahLst/>
            <a:cxnLst>
              <a:cxn ang="0">
                <a:pos x="0" y="417"/>
              </a:cxn>
              <a:cxn ang="0">
                <a:pos x="0" y="365"/>
              </a:cxn>
              <a:cxn ang="0">
                <a:pos x="46" y="319"/>
              </a:cxn>
              <a:cxn ang="0">
                <a:pos x="46" y="98"/>
              </a:cxn>
              <a:cxn ang="0">
                <a:pos x="145" y="0"/>
              </a:cxn>
              <a:cxn ang="0">
                <a:pos x="320" y="0"/>
              </a:cxn>
              <a:cxn ang="0">
                <a:pos x="320" y="52"/>
              </a:cxn>
              <a:cxn ang="0">
                <a:pos x="145" y="52"/>
              </a:cxn>
              <a:cxn ang="0">
                <a:pos x="98" y="98"/>
              </a:cxn>
              <a:cxn ang="0">
                <a:pos x="98" y="319"/>
              </a:cxn>
              <a:cxn ang="0">
                <a:pos x="0" y="417"/>
              </a:cxn>
            </a:cxnLst>
            <a:rect l="0" t="0" r="r" b="b"/>
            <a:pathLst>
              <a:path w="320" h="417">
                <a:moveTo>
                  <a:pt x="0" y="417"/>
                </a:moveTo>
                <a:cubicBezTo>
                  <a:pt x="0" y="365"/>
                  <a:pt x="0" y="365"/>
                  <a:pt x="0" y="365"/>
                </a:cubicBezTo>
                <a:cubicBezTo>
                  <a:pt x="26" y="365"/>
                  <a:pt x="46" y="344"/>
                  <a:pt x="46" y="319"/>
                </a:cubicBezTo>
                <a:cubicBezTo>
                  <a:pt x="46" y="98"/>
                  <a:pt x="46" y="98"/>
                  <a:pt x="46" y="98"/>
                </a:cubicBezTo>
                <a:cubicBezTo>
                  <a:pt x="46" y="44"/>
                  <a:pt x="90" y="0"/>
                  <a:pt x="145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52"/>
                  <a:pt x="320" y="52"/>
                  <a:pt x="320" y="5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19" y="52"/>
                  <a:pt x="98" y="73"/>
                  <a:pt x="98" y="98"/>
                </a:cubicBezTo>
                <a:cubicBezTo>
                  <a:pt x="98" y="319"/>
                  <a:pt x="98" y="319"/>
                  <a:pt x="98" y="319"/>
                </a:cubicBezTo>
                <a:cubicBezTo>
                  <a:pt x="98" y="373"/>
                  <a:pt x="54" y="417"/>
                  <a:pt x="0" y="417"/>
                </a:cubicBezTo>
              </a:path>
            </a:pathLst>
          </a:cu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endParaRPr lang="en-US" sz="2400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23" name="Freeform 30"/>
          <p:cNvSpPr>
            <a:spLocks noEditPoints="1"/>
          </p:cNvSpPr>
          <p:nvPr/>
        </p:nvSpPr>
        <p:spPr bwMode="auto">
          <a:xfrm>
            <a:off x="1347252" y="3910551"/>
            <a:ext cx="945859" cy="945859"/>
          </a:xfrm>
          <a:custGeom>
            <a:avLst/>
            <a:gdLst/>
            <a:ahLst/>
            <a:cxnLst>
              <a:cxn ang="0">
                <a:pos x="143" y="286"/>
              </a:cxn>
              <a:cxn ang="0">
                <a:pos x="0" y="143"/>
              </a:cxn>
              <a:cxn ang="0">
                <a:pos x="143" y="0"/>
              </a:cxn>
              <a:cxn ang="0">
                <a:pos x="286" y="143"/>
              </a:cxn>
              <a:cxn ang="0">
                <a:pos x="143" y="286"/>
              </a:cxn>
              <a:cxn ang="0">
                <a:pos x="143" y="52"/>
              </a:cxn>
              <a:cxn ang="0">
                <a:pos x="52" y="143"/>
              </a:cxn>
              <a:cxn ang="0">
                <a:pos x="143" y="234"/>
              </a:cxn>
              <a:cxn ang="0">
                <a:pos x="234" y="143"/>
              </a:cxn>
              <a:cxn ang="0">
                <a:pos x="143" y="52"/>
              </a:cxn>
            </a:cxnLst>
            <a:rect l="0" t="0" r="r" b="b"/>
            <a:pathLst>
              <a:path w="286" h="286">
                <a:moveTo>
                  <a:pt x="143" y="286"/>
                </a:moveTo>
                <a:cubicBezTo>
                  <a:pt x="65" y="286"/>
                  <a:pt x="0" y="222"/>
                  <a:pt x="0" y="143"/>
                </a:cubicBezTo>
                <a:cubicBezTo>
                  <a:pt x="0" y="64"/>
                  <a:pt x="65" y="0"/>
                  <a:pt x="143" y="0"/>
                </a:cubicBezTo>
                <a:cubicBezTo>
                  <a:pt x="222" y="0"/>
                  <a:pt x="286" y="64"/>
                  <a:pt x="286" y="143"/>
                </a:cubicBezTo>
                <a:cubicBezTo>
                  <a:pt x="286" y="222"/>
                  <a:pt x="222" y="286"/>
                  <a:pt x="143" y="286"/>
                </a:cubicBezTo>
                <a:moveTo>
                  <a:pt x="143" y="52"/>
                </a:moveTo>
                <a:cubicBezTo>
                  <a:pt x="93" y="52"/>
                  <a:pt x="52" y="93"/>
                  <a:pt x="52" y="143"/>
                </a:cubicBezTo>
                <a:cubicBezTo>
                  <a:pt x="52" y="193"/>
                  <a:pt x="93" y="234"/>
                  <a:pt x="143" y="234"/>
                </a:cubicBezTo>
                <a:cubicBezTo>
                  <a:pt x="193" y="234"/>
                  <a:pt x="234" y="193"/>
                  <a:pt x="234" y="143"/>
                </a:cubicBezTo>
                <a:cubicBezTo>
                  <a:pt x="234" y="93"/>
                  <a:pt x="193" y="52"/>
                  <a:pt x="143" y="52"/>
                </a:cubicBezTo>
              </a:path>
            </a:pathLst>
          </a:cu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endParaRPr lang="en-US" sz="2400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24" name="TextBox 12"/>
          <p:cNvSpPr txBox="1"/>
          <p:nvPr/>
        </p:nvSpPr>
        <p:spPr>
          <a:xfrm>
            <a:off x="1427098" y="4218755"/>
            <a:ext cx="786169" cy="329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 dirty="0" smtClean="0">
                <a:solidFill>
                  <a:srgbClr val="151472"/>
                </a:solidFill>
                <a:latin typeface="Agency FB" panose="020B0503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rPr>
              <a:t>2018</a:t>
            </a:r>
            <a:endParaRPr lang="en-US" sz="2000" b="1" dirty="0">
              <a:solidFill>
                <a:srgbClr val="151472"/>
              </a:solidFill>
              <a:latin typeface="Agency FB" panose="020B0503020202020204" pitchFamily="34" charset="0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25" name="Rectangle 13"/>
          <p:cNvSpPr/>
          <p:nvPr/>
        </p:nvSpPr>
        <p:spPr>
          <a:xfrm>
            <a:off x="3764122" y="2719733"/>
            <a:ext cx="184731" cy="2323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endParaRPr lang="en-US" sz="76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26" name="Rectangle 14"/>
          <p:cNvSpPr/>
          <p:nvPr/>
        </p:nvSpPr>
        <p:spPr>
          <a:xfrm>
            <a:off x="2275753" y="4312751"/>
            <a:ext cx="1005785" cy="165688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endParaRPr lang="id-ID" sz="2400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27" name="Freeform 18"/>
          <p:cNvSpPr/>
          <p:nvPr/>
        </p:nvSpPr>
        <p:spPr bwMode="auto">
          <a:xfrm>
            <a:off x="4337901" y="3102657"/>
            <a:ext cx="1060508" cy="876707"/>
          </a:xfrm>
          <a:custGeom>
            <a:avLst/>
            <a:gdLst/>
            <a:ahLst/>
            <a:cxnLst>
              <a:cxn ang="0">
                <a:pos x="321" y="263"/>
              </a:cxn>
              <a:cxn ang="0">
                <a:pos x="145" y="263"/>
              </a:cxn>
              <a:cxn ang="0">
                <a:pos x="47" y="165"/>
              </a:cxn>
              <a:cxn ang="0">
                <a:pos x="47" y="98"/>
              </a:cxn>
              <a:cxn ang="0">
                <a:pos x="0" y="52"/>
              </a:cxn>
              <a:cxn ang="0">
                <a:pos x="0" y="0"/>
              </a:cxn>
              <a:cxn ang="0">
                <a:pos x="99" y="98"/>
              </a:cxn>
              <a:cxn ang="0">
                <a:pos x="99" y="165"/>
              </a:cxn>
              <a:cxn ang="0">
                <a:pos x="145" y="211"/>
              </a:cxn>
              <a:cxn ang="0">
                <a:pos x="321" y="211"/>
              </a:cxn>
              <a:cxn ang="0">
                <a:pos x="321" y="263"/>
              </a:cxn>
            </a:cxnLst>
            <a:rect l="0" t="0" r="r" b="b"/>
            <a:pathLst>
              <a:path w="321" h="263">
                <a:moveTo>
                  <a:pt x="321" y="263"/>
                </a:moveTo>
                <a:cubicBezTo>
                  <a:pt x="145" y="263"/>
                  <a:pt x="145" y="263"/>
                  <a:pt x="145" y="263"/>
                </a:cubicBezTo>
                <a:cubicBezTo>
                  <a:pt x="91" y="263"/>
                  <a:pt x="47" y="219"/>
                  <a:pt x="47" y="165"/>
                </a:cubicBezTo>
                <a:cubicBezTo>
                  <a:pt x="47" y="98"/>
                  <a:pt x="47" y="98"/>
                  <a:pt x="47" y="98"/>
                </a:cubicBezTo>
                <a:cubicBezTo>
                  <a:pt x="47" y="73"/>
                  <a:pt x="26" y="52"/>
                  <a:pt x="0" y="52"/>
                </a:cubicBezTo>
                <a:cubicBezTo>
                  <a:pt x="0" y="0"/>
                  <a:pt x="0" y="0"/>
                  <a:pt x="0" y="0"/>
                </a:cubicBezTo>
                <a:cubicBezTo>
                  <a:pt x="55" y="0"/>
                  <a:pt x="99" y="44"/>
                  <a:pt x="99" y="98"/>
                </a:cubicBezTo>
                <a:cubicBezTo>
                  <a:pt x="99" y="165"/>
                  <a:pt x="99" y="165"/>
                  <a:pt x="99" y="165"/>
                </a:cubicBezTo>
                <a:cubicBezTo>
                  <a:pt x="99" y="190"/>
                  <a:pt x="119" y="211"/>
                  <a:pt x="145" y="211"/>
                </a:cubicBezTo>
                <a:cubicBezTo>
                  <a:pt x="321" y="211"/>
                  <a:pt x="321" y="211"/>
                  <a:pt x="321" y="211"/>
                </a:cubicBezTo>
                <a:cubicBezTo>
                  <a:pt x="321" y="263"/>
                  <a:pt x="321" y="263"/>
                  <a:pt x="321" y="263"/>
                </a:cubicBezTo>
              </a:path>
            </a:pathLst>
          </a:cu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endParaRPr lang="en-US" sz="2400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28" name="Freeform 16"/>
          <p:cNvSpPr/>
          <p:nvPr/>
        </p:nvSpPr>
        <p:spPr bwMode="auto">
          <a:xfrm>
            <a:off x="8808332" y="1557616"/>
            <a:ext cx="1058462" cy="1377843"/>
          </a:xfrm>
          <a:custGeom>
            <a:avLst/>
            <a:gdLst/>
            <a:ahLst/>
            <a:cxnLst>
              <a:cxn ang="0">
                <a:pos x="0" y="417"/>
              </a:cxn>
              <a:cxn ang="0">
                <a:pos x="0" y="365"/>
              </a:cxn>
              <a:cxn ang="0">
                <a:pos x="46" y="319"/>
              </a:cxn>
              <a:cxn ang="0">
                <a:pos x="46" y="98"/>
              </a:cxn>
              <a:cxn ang="0">
                <a:pos x="145" y="0"/>
              </a:cxn>
              <a:cxn ang="0">
                <a:pos x="320" y="0"/>
              </a:cxn>
              <a:cxn ang="0">
                <a:pos x="320" y="52"/>
              </a:cxn>
              <a:cxn ang="0">
                <a:pos x="145" y="52"/>
              </a:cxn>
              <a:cxn ang="0">
                <a:pos x="98" y="98"/>
              </a:cxn>
              <a:cxn ang="0">
                <a:pos x="98" y="319"/>
              </a:cxn>
              <a:cxn ang="0">
                <a:pos x="0" y="417"/>
              </a:cxn>
            </a:cxnLst>
            <a:rect l="0" t="0" r="r" b="b"/>
            <a:pathLst>
              <a:path w="320" h="417">
                <a:moveTo>
                  <a:pt x="0" y="417"/>
                </a:moveTo>
                <a:cubicBezTo>
                  <a:pt x="0" y="365"/>
                  <a:pt x="0" y="365"/>
                  <a:pt x="0" y="365"/>
                </a:cubicBezTo>
                <a:cubicBezTo>
                  <a:pt x="26" y="365"/>
                  <a:pt x="46" y="344"/>
                  <a:pt x="46" y="319"/>
                </a:cubicBezTo>
                <a:cubicBezTo>
                  <a:pt x="46" y="98"/>
                  <a:pt x="46" y="98"/>
                  <a:pt x="46" y="98"/>
                </a:cubicBezTo>
                <a:cubicBezTo>
                  <a:pt x="46" y="44"/>
                  <a:pt x="90" y="0"/>
                  <a:pt x="145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52"/>
                  <a:pt x="320" y="52"/>
                  <a:pt x="320" y="5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19" y="52"/>
                  <a:pt x="98" y="73"/>
                  <a:pt x="98" y="98"/>
                </a:cubicBezTo>
                <a:cubicBezTo>
                  <a:pt x="98" y="319"/>
                  <a:pt x="98" y="319"/>
                  <a:pt x="98" y="319"/>
                </a:cubicBezTo>
                <a:cubicBezTo>
                  <a:pt x="98" y="373"/>
                  <a:pt x="54" y="417"/>
                  <a:pt x="0" y="417"/>
                </a:cubicBezTo>
              </a:path>
            </a:pathLst>
          </a:cu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endParaRPr lang="en-US" sz="2400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29" name="Right Arrow 17"/>
          <p:cNvSpPr/>
          <p:nvPr/>
        </p:nvSpPr>
        <p:spPr>
          <a:xfrm>
            <a:off x="9267166" y="1465645"/>
            <a:ext cx="1140767" cy="359511"/>
          </a:xfrm>
          <a:prstGeom prst="rightArrow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endParaRPr lang="id-ID" sz="2400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30" name="Content Placeholder 2"/>
          <p:cNvSpPr txBox="1"/>
          <p:nvPr/>
        </p:nvSpPr>
        <p:spPr>
          <a:xfrm>
            <a:off x="4505325" y="5567045"/>
            <a:ext cx="7482205" cy="12909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2018</a:t>
            </a:r>
            <a:r>
              <a:rPr lang="zh-CN" altLang="en-US" sz="1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年启动技术框架搭建，</a:t>
            </a:r>
            <a:r>
              <a:rPr lang="en-US" altLang="zh-CN" sz="1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2020</a:t>
            </a:r>
            <a:r>
              <a:rPr lang="zh-CN" altLang="en-US" sz="1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年推出原型机并试点，</a:t>
            </a:r>
            <a:r>
              <a:rPr lang="en-US" altLang="zh-CN" sz="1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2022</a:t>
            </a:r>
            <a:r>
              <a:rPr lang="zh-CN" altLang="en-US" sz="1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年迭代</a:t>
            </a:r>
            <a:r>
              <a:rPr lang="en-US" altLang="zh-CN" sz="1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AI</a:t>
            </a:r>
            <a:r>
              <a:rPr lang="zh-CN" altLang="en-US" sz="1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技术并规模化测试，</a:t>
            </a:r>
            <a:r>
              <a:rPr lang="en-US" altLang="zh-CN" sz="1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2024</a:t>
            </a:r>
            <a:r>
              <a:rPr lang="zh-CN" altLang="en-US" sz="1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年实现多场景适配与双模式运营，</a:t>
            </a:r>
            <a:r>
              <a:rPr lang="en-US" altLang="zh-CN" sz="1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2025</a:t>
            </a:r>
            <a:r>
              <a:rPr lang="zh-CN" altLang="en-US" sz="1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年布局新能源与大数据并拓展全国市场，完整呈现项目从研发到商业化的发展脉络</a:t>
            </a:r>
            <a:r>
              <a:rPr lang="zh-CN" altLang="en-US" sz="1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。</a:t>
            </a:r>
            <a:endParaRPr lang="zh-CN" altLang="en-US" sz="1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Group 2"/>
          <p:cNvGrpSpPr/>
          <p:nvPr/>
        </p:nvGrpSpPr>
        <p:grpSpPr>
          <a:xfrm>
            <a:off x="3519276" y="2126374"/>
            <a:ext cx="1924614" cy="749224"/>
            <a:chOff x="3379735" y="2343927"/>
            <a:chExt cx="2109071" cy="862778"/>
          </a:xfrm>
        </p:grpSpPr>
        <p:sp>
          <p:nvSpPr>
            <p:cNvPr id="46" name="Content Placeholder 2"/>
            <p:cNvSpPr txBox="1"/>
            <p:nvPr/>
          </p:nvSpPr>
          <p:spPr>
            <a:xfrm>
              <a:off x="3379735" y="2343927"/>
              <a:ext cx="1736272" cy="274163"/>
            </a:xfrm>
            <a:prstGeom prst="rect">
              <a:avLst/>
            </a:prstGeom>
          </p:spPr>
          <p:txBody>
            <a:bodyPr vert="horz" lIns="0" tIns="0" rIns="0" bIns="0" rtlCol="0" anchor="t">
              <a:spAutoFit/>
            </a:bodyPr>
            <a:lstStyle>
              <a:lvl1pPr marL="0" indent="0" algn="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100" kern="1200" cap="none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0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8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6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9BD5">
                    <a:lumMod val="75000"/>
                  </a:srgbClr>
                </a:buClr>
              </a:pPr>
              <a:r>
                <a:rPr lang="zh-CN" altLang="en-US" sz="1400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sym typeface="Arial" panose="020B0604020202020204" pitchFamily="34" charset="0"/>
                </a:rPr>
                <a:t>商业模式</a:t>
              </a:r>
              <a:endParaRPr lang="id-ID" altLang="zh-CN" sz="14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53" name="Title 13"/>
            <p:cNvSpPr txBox="1"/>
            <p:nvPr/>
          </p:nvSpPr>
          <p:spPr>
            <a:xfrm>
              <a:off x="3379735" y="2697761"/>
              <a:ext cx="2109071" cy="508944"/>
            </a:xfrm>
            <a:prstGeom prst="rect">
              <a:avLst/>
            </a:prstGeom>
          </p:spPr>
          <p:txBody>
            <a:bodyPr vert="horz" lIns="0" tIns="0" rIns="0" bIns="0" rtlCol="0" anchor="ctr">
              <a:sp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>
                <a:lnSpc>
                  <a:spcPct val="120000"/>
                </a:lnSpc>
                <a:spcBef>
                  <a:spcPts val="0"/>
                </a:spcBef>
              </a:pP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推出首款原型机，实现基础自主路径规划，在华北大田开展小范围试点，验证机械结构稳定性，农药利用率提升至</a:t>
              </a:r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60%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。</a:t>
              </a:r>
              <a:endPara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55" name="Group 47"/>
          <p:cNvGrpSpPr/>
          <p:nvPr/>
        </p:nvGrpSpPr>
        <p:grpSpPr>
          <a:xfrm>
            <a:off x="6081364" y="3601763"/>
            <a:ext cx="1924614" cy="735947"/>
            <a:chOff x="3379735" y="2359216"/>
            <a:chExt cx="2109071" cy="847489"/>
          </a:xfrm>
        </p:grpSpPr>
        <p:sp>
          <p:nvSpPr>
            <p:cNvPr id="56" name="Content Placeholder 2"/>
            <p:cNvSpPr txBox="1"/>
            <p:nvPr/>
          </p:nvSpPr>
          <p:spPr>
            <a:xfrm>
              <a:off x="3379735" y="2359216"/>
              <a:ext cx="1816029" cy="274163"/>
            </a:xfrm>
            <a:prstGeom prst="rect">
              <a:avLst/>
            </a:prstGeom>
          </p:spPr>
          <p:txBody>
            <a:bodyPr vert="horz" lIns="0" tIns="0" rIns="0" bIns="0" rtlCol="0" anchor="t">
              <a:spAutoFit/>
            </a:bodyPr>
            <a:lstStyle>
              <a:lvl1pPr marL="0" indent="0" algn="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100" kern="1200" cap="none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0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8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6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9BD5">
                    <a:lumMod val="75000"/>
                  </a:srgbClr>
                </a:buClr>
              </a:pPr>
              <a:r>
                <a:rPr lang="zh-CN" altLang="en-US" sz="1400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sym typeface="Arial" panose="020B0604020202020204" pitchFamily="34" charset="0"/>
                </a:rPr>
                <a:t>商业模式</a:t>
              </a:r>
              <a:endParaRPr lang="id-ID" altLang="zh-CN" sz="14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57" name="Title 13"/>
            <p:cNvSpPr txBox="1"/>
            <p:nvPr/>
          </p:nvSpPr>
          <p:spPr>
            <a:xfrm>
              <a:off x="3379735" y="2697760"/>
              <a:ext cx="2109071" cy="508945"/>
            </a:xfrm>
            <a:prstGeom prst="rect">
              <a:avLst/>
            </a:prstGeom>
          </p:spPr>
          <p:txBody>
            <a:bodyPr vert="horz" lIns="0" tIns="0" rIns="0" bIns="0" rtlCol="0" anchor="ctr">
              <a:sp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>
                <a:lnSpc>
                  <a:spcPct val="120000"/>
                </a:lnSpc>
                <a:spcBef>
                  <a:spcPts val="0"/>
                </a:spcBef>
              </a:pP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迭代</a:t>
              </a:r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AI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视觉识别技术，新增病虫害靶向施药功能，与</a:t>
              </a:r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3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家农业合作社达成合作，落地规模化田间测试，累计作业面积超</a:t>
              </a:r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2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万亩。</a:t>
              </a:r>
              <a:endPara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58" name="Group 50"/>
          <p:cNvGrpSpPr/>
          <p:nvPr/>
        </p:nvGrpSpPr>
        <p:grpSpPr>
          <a:xfrm>
            <a:off x="6904000" y="1615447"/>
            <a:ext cx="1924614" cy="743018"/>
            <a:chOff x="3379735" y="2351075"/>
            <a:chExt cx="2109071" cy="855632"/>
          </a:xfrm>
        </p:grpSpPr>
        <p:sp>
          <p:nvSpPr>
            <p:cNvPr id="59" name="Content Placeholder 2"/>
            <p:cNvSpPr txBox="1"/>
            <p:nvPr/>
          </p:nvSpPr>
          <p:spPr>
            <a:xfrm>
              <a:off x="3379736" y="2351075"/>
              <a:ext cx="1870455" cy="274163"/>
            </a:xfrm>
            <a:prstGeom prst="rect">
              <a:avLst/>
            </a:prstGeom>
          </p:spPr>
          <p:txBody>
            <a:bodyPr vert="horz" lIns="0" tIns="0" rIns="0" bIns="0" rtlCol="0" anchor="t">
              <a:spAutoFit/>
            </a:bodyPr>
            <a:lstStyle>
              <a:lvl1pPr marL="0" indent="0" algn="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100" kern="1200" cap="none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0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8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6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9BD5">
                    <a:lumMod val="75000"/>
                  </a:srgbClr>
                </a:buClr>
              </a:pPr>
              <a:r>
                <a:rPr lang="zh-CN" altLang="en-US" sz="1400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sym typeface="Arial" panose="020B0604020202020204" pitchFamily="34" charset="0"/>
                </a:rPr>
                <a:t>商业模式</a:t>
              </a:r>
              <a:endParaRPr lang="id-ID" altLang="zh-CN" sz="14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60" name="Title 13"/>
            <p:cNvSpPr txBox="1"/>
            <p:nvPr/>
          </p:nvSpPr>
          <p:spPr>
            <a:xfrm>
              <a:off x="3379735" y="2697762"/>
              <a:ext cx="2109071" cy="508945"/>
            </a:xfrm>
            <a:prstGeom prst="rect">
              <a:avLst/>
            </a:prstGeom>
          </p:spPr>
          <p:txBody>
            <a:bodyPr vert="horz" lIns="0" tIns="0" rIns="0" bIns="0" rtlCol="0" anchor="ctr">
              <a:sp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>
                <a:lnSpc>
                  <a:spcPct val="120000"/>
                </a:lnSpc>
                <a:spcBef>
                  <a:spcPts val="0"/>
                </a:spcBef>
              </a:pP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推出模块化机型，适配果园、大田多场景，开启</a:t>
              </a:r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“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设备销售</a:t>
              </a:r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+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植保服务</a:t>
              </a:r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”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双模式，年营收突破</a:t>
              </a:r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800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万元，市场覆盖</a:t>
              </a:r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5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省</a:t>
              </a:r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12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市。</a:t>
              </a:r>
              <a:endPara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61" name="Group 2"/>
          <p:cNvGrpSpPr/>
          <p:nvPr/>
        </p:nvGrpSpPr>
        <p:grpSpPr>
          <a:xfrm>
            <a:off x="1418600" y="3032100"/>
            <a:ext cx="1932688" cy="947270"/>
            <a:chOff x="3382717" y="2368508"/>
            <a:chExt cx="2117919" cy="1090840"/>
          </a:xfrm>
        </p:grpSpPr>
        <p:sp>
          <p:nvSpPr>
            <p:cNvPr id="62" name="Content Placeholder 2"/>
            <p:cNvSpPr txBox="1"/>
            <p:nvPr/>
          </p:nvSpPr>
          <p:spPr>
            <a:xfrm>
              <a:off x="3382717" y="2368508"/>
              <a:ext cx="1665800" cy="272833"/>
            </a:xfrm>
            <a:prstGeom prst="rect">
              <a:avLst/>
            </a:prstGeom>
          </p:spPr>
          <p:txBody>
            <a:bodyPr vert="horz" lIns="0" tIns="0" rIns="0" bIns="0" rtlCol="0" anchor="t">
              <a:spAutoFit/>
            </a:bodyPr>
            <a:lstStyle>
              <a:lvl1pPr marL="0" indent="0" algn="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100" kern="1200" cap="none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0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8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6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9BD5">
                    <a:lumMod val="75000"/>
                  </a:srgbClr>
                </a:buClr>
              </a:pPr>
              <a:r>
                <a:rPr lang="zh-CN" altLang="en-US" sz="1400" dirty="0" smtClean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sym typeface="Arial" panose="020B0604020202020204" pitchFamily="34" charset="0"/>
                </a:rPr>
                <a:t>商业模式</a:t>
              </a:r>
              <a:endParaRPr lang="id-ID" sz="14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63" name="Title 13"/>
            <p:cNvSpPr txBox="1"/>
            <p:nvPr/>
          </p:nvSpPr>
          <p:spPr>
            <a:xfrm>
              <a:off x="3391565" y="2610376"/>
              <a:ext cx="2109071" cy="848972"/>
            </a:xfrm>
            <a:prstGeom prst="rect">
              <a:avLst/>
            </a:prstGeom>
          </p:spPr>
          <p:txBody>
            <a:bodyPr vert="horz" lIns="0" tIns="0" rIns="0" bIns="0" rtlCol="0" anchor="ctr">
              <a:sp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>
                <a:lnSpc>
                  <a:spcPct val="120000"/>
                </a:lnSpc>
                <a:spcBef>
                  <a:spcPts val="0"/>
                </a:spcBef>
              </a:pP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启动技术调研，聚焦北斗导航在农业植保装备的适配性，完成打药机器人初代技术框架搭建，确定</a:t>
              </a:r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“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精准施药</a:t>
              </a:r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+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自主导航</a:t>
              </a:r>
              <a:r>
                <a:rPr lang="en-US" altLang="zh-CN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”</a:t>
              </a: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核心研发方向。</a:t>
              </a:r>
              <a:endPara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Arial" panose="020B0604020202020204" pitchFamily="34" charset="0"/>
              </a:endParaRPr>
            </a:p>
            <a:p>
              <a:pPr algn="just">
                <a:lnSpc>
                  <a:spcPct val="120000"/>
                </a:lnSpc>
                <a:spcBef>
                  <a:spcPts val="0"/>
                </a:spcBef>
              </a:pPr>
              <a:endPara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64" name="Group 50"/>
          <p:cNvGrpSpPr/>
          <p:nvPr/>
        </p:nvGrpSpPr>
        <p:grpSpPr>
          <a:xfrm>
            <a:off x="9334780" y="2195837"/>
            <a:ext cx="1924614" cy="743018"/>
            <a:chOff x="3379735" y="2351075"/>
            <a:chExt cx="2109071" cy="855632"/>
          </a:xfrm>
        </p:grpSpPr>
        <p:sp>
          <p:nvSpPr>
            <p:cNvPr id="65" name="Content Placeholder 2"/>
            <p:cNvSpPr txBox="1"/>
            <p:nvPr/>
          </p:nvSpPr>
          <p:spPr>
            <a:xfrm>
              <a:off x="3379736" y="2351075"/>
              <a:ext cx="1870455" cy="274163"/>
            </a:xfrm>
            <a:prstGeom prst="rect">
              <a:avLst/>
            </a:prstGeom>
          </p:spPr>
          <p:txBody>
            <a:bodyPr vert="horz" lIns="0" tIns="0" rIns="0" bIns="0" rtlCol="0" anchor="t">
              <a:spAutoFit/>
            </a:bodyPr>
            <a:lstStyle>
              <a:lvl1pPr marL="0" indent="0" algn="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100" kern="1200" cap="none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0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8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6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9BD5">
                    <a:lumMod val="75000"/>
                  </a:srgbClr>
                </a:buClr>
              </a:pPr>
              <a:r>
                <a:rPr lang="zh-CN" altLang="en-US" sz="1400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sym typeface="Arial" panose="020B0604020202020204" pitchFamily="34" charset="0"/>
                </a:rPr>
                <a:t>商业模式</a:t>
              </a:r>
              <a:endParaRPr lang="id-ID" altLang="zh-CN" sz="14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66" name="Title 13"/>
            <p:cNvSpPr txBox="1"/>
            <p:nvPr/>
          </p:nvSpPr>
          <p:spPr>
            <a:xfrm>
              <a:off x="3379735" y="2697762"/>
              <a:ext cx="2109071" cy="508945"/>
            </a:xfrm>
            <a:prstGeom prst="rect">
              <a:avLst/>
            </a:prstGeom>
          </p:spPr>
          <p:txBody>
            <a:bodyPr vert="horz" lIns="0" tIns="0" rIns="0" bIns="0" rtlCol="0" anchor="ctr">
              <a:sp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>
                <a:lnSpc>
                  <a:spcPct val="120000"/>
                </a:lnSpc>
                <a:spcBef>
                  <a:spcPts val="0"/>
                </a:spcBef>
              </a:pPr>
              <a:r>
                <a:rPr lang="zh-CN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Arial" panose="020B0604020202020204" pitchFamily="34" charset="0"/>
                </a:rPr>
                <a:t>布局新能源与物联网，搭载氢能源动力系统，接入农业大数据平台，实现远程操控与数据化管理，启动全国渠道加盟计划。</a:t>
              </a:r>
              <a:endPara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67" name="矩形 66"/>
          <p:cNvSpPr/>
          <p:nvPr/>
        </p:nvSpPr>
        <p:spPr>
          <a:xfrm>
            <a:off x="3154680" y="1187450"/>
            <a:ext cx="1575435" cy="8699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en-US" altLang="zh-CN" sz="4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2020</a:t>
            </a:r>
            <a:endParaRPr lang="en-US" altLang="zh-CN" sz="4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160780" y="4140200"/>
            <a:ext cx="7280910" cy="77089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en-US" altLang="zh-CN" sz="48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2022</a:t>
            </a:r>
            <a:endParaRPr lang="en-US" altLang="zh-CN" sz="48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9267190" y="3001645"/>
            <a:ext cx="141986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48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2025</a:t>
            </a:r>
            <a:endParaRPr lang="en-US" altLang="zh-CN" sz="48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4337685" y="664845"/>
            <a:ext cx="6096000" cy="840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>
            <a:spAutoFit/>
          </a:bodyPr>
          <a:p>
            <a:pPr algn="ctr"/>
            <a:r>
              <a:rPr lang="en-US" altLang="zh-CN" sz="48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sym typeface="+mn-ea"/>
              </a:rPr>
              <a:t>2024</a:t>
            </a:r>
            <a:endParaRPr kumimoji="0" lang="en-US" altLang="zh-CN" sz="4800" b="1" i="0" u="none" strike="noStrike" cap="none" spc="0" normalizeH="0" baseline="0" dirty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FillTx/>
              <a:latin typeface="Source Han Sans SC Medium" panose="020B0600000000000000" pitchFamily="34" charset="-128"/>
              <a:ea typeface="Source Han Sans SC Medium" panose="020B0600000000000000" pitchFamily="34" charset="-128"/>
              <a:sym typeface="+mn-ea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03530" y="284480"/>
            <a:ext cx="6096000" cy="7785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>
            <a:spAutoFit/>
          </a:bodyPr>
          <a:p>
            <a:pPr algn="l"/>
            <a:r>
              <a:rPr lang="zh-CN" altLang="en-US" sz="4400" dirty="0">
                <a:solidFill>
                  <a:srgbClr val="151472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  <a:sym typeface="+mn-ea"/>
              </a:rPr>
              <a:t>项目介绍</a:t>
            </a:r>
            <a:endParaRPr kumimoji="0" lang="zh-CN" altLang="en-US" sz="4400" b="0" i="0" u="none" strike="noStrike" cap="none" spc="0" normalizeH="0" baseline="0" dirty="0" smtClean="0">
              <a:ln>
                <a:noFill/>
              </a:ln>
              <a:solidFill>
                <a:srgbClr val="151472"/>
              </a:solidFill>
              <a:effectLst/>
              <a:uFillTx/>
              <a:latin typeface="方正尚酷简体" panose="03000509000000000000" pitchFamily="65" charset="-122"/>
              <a:ea typeface="方正尚酷简体" panose="03000509000000000000" pitchFamily="65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6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  <p:bldP spid="20" grpId="0" bldLvl="0" animBg="1"/>
      <p:bldP spid="21" grpId="0" bldLvl="0" animBg="1"/>
      <p:bldP spid="22" grpId="0" bldLvl="0" animBg="1"/>
      <p:bldP spid="23" grpId="0" bldLvl="0" animBg="1"/>
      <p:bldP spid="24" grpId="0"/>
      <p:bldP spid="26" grpId="0" bldLvl="0" animBg="1"/>
      <p:bldP spid="27" grpId="0" bldLvl="0" animBg="1"/>
      <p:bldP spid="28" grpId="0" bldLvl="0" animBg="1"/>
      <p:bldP spid="29" grpId="0" bldLvl="0" animBg="1"/>
      <p:bldP spid="30" grpId="0"/>
      <p:bldP spid="67" grpId="0"/>
      <p:bldP spid="68" grpId="0"/>
      <p:bldP spid="69" grpId="0"/>
      <p:bldP spid="7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5826369" y="1302657"/>
            <a:ext cx="4659086" cy="4659086"/>
          </a:xfrm>
          <a:prstGeom prst="ellipse">
            <a:avLst/>
          </a:prstGeom>
          <a:noFill/>
          <a:ln w="6350">
            <a:solidFill>
              <a:schemeClr val="accent1">
                <a:lumMod val="20000"/>
                <a:lumOff val="80000"/>
                <a:alpha val="2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6" name="弧形 5"/>
          <p:cNvSpPr/>
          <p:nvPr/>
        </p:nvSpPr>
        <p:spPr>
          <a:xfrm>
            <a:off x="6339358" y="1815646"/>
            <a:ext cx="3633108" cy="3633108"/>
          </a:xfrm>
          <a:prstGeom prst="arc">
            <a:avLst>
              <a:gd name="adj1" fmla="val 17300720"/>
              <a:gd name="adj2" fmla="val 6543140"/>
            </a:avLst>
          </a:prstGeom>
          <a:ln w="19050">
            <a:solidFill>
              <a:schemeClr val="accent1">
                <a:lumMod val="20000"/>
                <a:lumOff val="80000"/>
                <a:alpha val="7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7" name="弧形 6"/>
          <p:cNvSpPr/>
          <p:nvPr/>
        </p:nvSpPr>
        <p:spPr>
          <a:xfrm>
            <a:off x="6029569" y="1505857"/>
            <a:ext cx="4252686" cy="4252686"/>
          </a:xfrm>
          <a:prstGeom prst="arc">
            <a:avLst>
              <a:gd name="adj1" fmla="val 13881843"/>
              <a:gd name="adj2" fmla="val 2858067"/>
            </a:avLst>
          </a:prstGeom>
          <a:ln w="9525">
            <a:solidFill>
              <a:schemeClr val="accent1">
                <a:lumMod val="20000"/>
                <a:lumOff val="80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8" name="弧形 7"/>
          <p:cNvSpPr/>
          <p:nvPr/>
        </p:nvSpPr>
        <p:spPr>
          <a:xfrm>
            <a:off x="6145683" y="1621971"/>
            <a:ext cx="4020458" cy="4020458"/>
          </a:xfrm>
          <a:prstGeom prst="arc">
            <a:avLst>
              <a:gd name="adj1" fmla="val 3204197"/>
              <a:gd name="adj2" fmla="val 12515120"/>
            </a:avLst>
          </a:prstGeom>
          <a:ln w="12700">
            <a:solidFill>
              <a:schemeClr val="accent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9" name="弧形 8"/>
          <p:cNvSpPr/>
          <p:nvPr/>
        </p:nvSpPr>
        <p:spPr>
          <a:xfrm>
            <a:off x="6566598" y="2042886"/>
            <a:ext cx="3178628" cy="3178628"/>
          </a:xfrm>
          <a:prstGeom prst="arc">
            <a:avLst>
              <a:gd name="adj1" fmla="val 7154599"/>
              <a:gd name="adj2" fmla="val 18195911"/>
            </a:avLst>
          </a:prstGeom>
          <a:ln w="19050">
            <a:solidFill>
              <a:schemeClr val="accent1">
                <a:lumMod val="20000"/>
                <a:lumOff val="80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672205" y="1492250"/>
            <a:ext cx="2154555" cy="49212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r"/>
            <a:r>
              <a:rPr lang="zh-CN" altLang="en-US" sz="3200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+mn-ea"/>
              </a:rPr>
              <a:t>市场规模</a:t>
            </a:r>
            <a:endParaRPr lang="zh-CN" altLang="en-US" sz="3200" b="1" dirty="0">
              <a:solidFill>
                <a:schemeClr val="bg1"/>
              </a:solidFill>
              <a:latin typeface="迷你简菱心" panose="02010609000101010101" pitchFamily="49" charset="-122"/>
              <a:ea typeface="迷你简菱心" panose="02010609000101010101" pitchFamily="49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263317" y="2139245"/>
            <a:ext cx="3563513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 defTabSz="1188085"/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这里是副标题点击即可输入文字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968654" y="1985153"/>
            <a:ext cx="85817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540760" y="3173095"/>
            <a:ext cx="2151380" cy="49212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r"/>
            <a:r>
              <a:rPr lang="zh-CN" altLang="en-US" sz="3200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+mn-ea"/>
              </a:rPr>
              <a:t>市场份额</a:t>
            </a:r>
            <a:endParaRPr lang="zh-CN" altLang="en-US" sz="3200" b="1" dirty="0">
              <a:solidFill>
                <a:schemeClr val="bg1"/>
              </a:solidFill>
              <a:latin typeface="迷你简菱心" panose="02010609000101010101" pitchFamily="49" charset="-122"/>
              <a:ea typeface="迷你简菱心" panose="02010609000101010101" pitchFamily="49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000202" y="3797182"/>
            <a:ext cx="3594777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 defTabSz="1188085"/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这里是副标题点击即可输入文字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721724" y="3629729"/>
            <a:ext cx="85817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3810000" y="4787265"/>
            <a:ext cx="210312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r"/>
            <a:r>
              <a:rPr lang="zh-CN" altLang="en-US" sz="3200" b="1">
                <a:solidFill>
                  <a:schemeClr val="bg1"/>
                </a:solidFill>
                <a:uFillTx/>
                <a:sym typeface="+mn-ea"/>
              </a:rPr>
              <a:t>品牌竞争</a:t>
            </a:r>
            <a:endParaRPr lang="zh-CN" altLang="en-US" sz="3200" b="1">
              <a:solidFill>
                <a:schemeClr val="bg1"/>
              </a:solidFill>
              <a:uFillTx/>
            </a:endParaRPr>
          </a:p>
          <a:p>
            <a:pPr algn="r"/>
            <a:endParaRPr lang="zh-CN" altLang="en-US" sz="3200" b="1" dirty="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43721" y="5380629"/>
            <a:ext cx="4969734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 defTabSz="1188085"/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这里是副标题点击即可输入文字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4704860" y="5228707"/>
            <a:ext cx="1188000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>
            <a:spLocks noChangeAspect="1"/>
          </p:cNvSpPr>
          <p:nvPr/>
        </p:nvSpPr>
        <p:spPr>
          <a:xfrm flipH="1">
            <a:off x="6322832" y="2042886"/>
            <a:ext cx="108000" cy="107999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>
            <a:spLocks noChangeAspect="1"/>
          </p:cNvSpPr>
          <p:nvPr/>
        </p:nvSpPr>
        <p:spPr>
          <a:xfrm flipH="1">
            <a:off x="5797292" y="3640118"/>
            <a:ext cx="108000" cy="107999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>
            <a:spLocks noChangeAspect="1"/>
          </p:cNvSpPr>
          <p:nvPr/>
        </p:nvSpPr>
        <p:spPr>
          <a:xfrm flipH="1">
            <a:off x="6406396" y="5120862"/>
            <a:ext cx="108000" cy="107999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80" name="文本框 79"/>
          <p:cNvSpPr txBox="1"/>
          <p:nvPr/>
        </p:nvSpPr>
        <p:spPr>
          <a:xfrm>
            <a:off x="7026801" y="2449972"/>
            <a:ext cx="1388164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>
                <a:solidFill>
                  <a:schemeClr val="bg1"/>
                </a:solidFill>
                <a:latin typeface="云峰飞云体" panose="02000500000000000000" pitchFamily="2" charset="-122"/>
                <a:ea typeface="云峰飞云体" panose="02000500000000000000" pitchFamily="2" charset="-122"/>
              </a:rPr>
              <a:t>市</a:t>
            </a:r>
            <a:r>
              <a:rPr lang="en-US" altLang="zh-CN" sz="8800" dirty="0">
                <a:solidFill>
                  <a:schemeClr val="bg1"/>
                </a:solidFill>
                <a:latin typeface="云峰飞云体" panose="02000500000000000000" pitchFamily="2" charset="-122"/>
                <a:ea typeface="云峰飞云体" panose="02000500000000000000" pitchFamily="2" charset="-122"/>
              </a:rPr>
              <a:t>i</a:t>
            </a:r>
            <a:endParaRPr lang="en-US" altLang="zh-CN" sz="8800" dirty="0">
              <a:solidFill>
                <a:schemeClr val="bg1"/>
              </a:solidFill>
              <a:latin typeface="云峰飞云体" panose="02000500000000000000" pitchFamily="2" charset="-122"/>
              <a:ea typeface="云峰飞云体" panose="02000500000000000000" pitchFamily="2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8123088" y="2675934"/>
            <a:ext cx="1034943" cy="14452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sz="8800" dirty="0">
                <a:solidFill>
                  <a:schemeClr val="bg1"/>
                </a:solidFill>
                <a:latin typeface="云峰飞云体" panose="02000500000000000000" pitchFamily="2" charset="-122"/>
                <a:ea typeface="云峰飞云体" panose="02000500000000000000" pitchFamily="2" charset="-122"/>
              </a:rPr>
              <a:t>场</a:t>
            </a:r>
            <a:endParaRPr lang="zh-CN" altLang="en-US" sz="8800" dirty="0">
              <a:solidFill>
                <a:schemeClr val="bg1"/>
              </a:solidFill>
              <a:latin typeface="云峰飞云体" panose="02000500000000000000" pitchFamily="2" charset="-122"/>
              <a:ea typeface="云峰飞云体" panose="02000500000000000000" pitchFamily="2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7026801" y="3606147"/>
            <a:ext cx="1149179" cy="14452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sz="8800" dirty="0">
                <a:solidFill>
                  <a:schemeClr val="bg1"/>
                </a:solidFill>
                <a:latin typeface="云峰飞云体" panose="02000500000000000000" pitchFamily="2" charset="-122"/>
                <a:ea typeface="云峰飞云体" panose="02000500000000000000" pitchFamily="2" charset="-122"/>
              </a:rPr>
              <a:t>分</a:t>
            </a:r>
            <a:endParaRPr lang="zh-CN" altLang="en-US" sz="8800" dirty="0">
              <a:solidFill>
                <a:schemeClr val="bg1"/>
              </a:solidFill>
              <a:latin typeface="云峰飞云体" panose="02000500000000000000" pitchFamily="2" charset="-122"/>
              <a:ea typeface="云峰飞云体" panose="02000500000000000000" pitchFamily="2" charset="-122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8228566" y="3818848"/>
            <a:ext cx="1219101" cy="14452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sz="8800" dirty="0">
                <a:solidFill>
                  <a:schemeClr val="bg1"/>
                </a:solidFill>
                <a:latin typeface="云峰飞云体" panose="02000500000000000000" pitchFamily="2" charset="-122"/>
                <a:ea typeface="云峰飞云体" panose="02000500000000000000" pitchFamily="2" charset="-122"/>
              </a:rPr>
              <a:t>析</a:t>
            </a:r>
            <a:endParaRPr lang="zh-CN" altLang="en-US" sz="8800" dirty="0">
              <a:solidFill>
                <a:schemeClr val="bg1"/>
              </a:solidFill>
              <a:latin typeface="云峰飞云体" panose="02000500000000000000" pitchFamily="2" charset="-122"/>
              <a:ea typeface="云峰飞云体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321636" y="1171724"/>
            <a:ext cx="4036563" cy="170656"/>
            <a:chOff x="-311150" y="727472"/>
            <a:chExt cx="4036563" cy="170656"/>
          </a:xfrm>
        </p:grpSpPr>
        <p:cxnSp>
          <p:nvCxnSpPr>
            <p:cNvPr id="33" name="直接连接符 32"/>
            <p:cNvCxnSpPr/>
            <p:nvPr userDrawn="1"/>
          </p:nvCxnSpPr>
          <p:spPr>
            <a:xfrm flipH="1">
              <a:off x="-311150" y="812800"/>
              <a:ext cx="3934223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 userDrawn="1"/>
          </p:nvCxnSpPr>
          <p:spPr>
            <a:xfrm flipH="1" flipV="1">
              <a:off x="3575884" y="727472"/>
              <a:ext cx="94377" cy="17065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 userDrawn="1"/>
          </p:nvCxnSpPr>
          <p:spPr>
            <a:xfrm flipH="1" flipV="1">
              <a:off x="3631036" y="727472"/>
              <a:ext cx="94377" cy="17065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矩形 42"/>
          <p:cNvSpPr/>
          <p:nvPr/>
        </p:nvSpPr>
        <p:spPr>
          <a:xfrm rot="18900000">
            <a:off x="390677" y="429453"/>
            <a:ext cx="566057" cy="566057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4" name="矩形 43"/>
          <p:cNvSpPr/>
          <p:nvPr/>
        </p:nvSpPr>
        <p:spPr>
          <a:xfrm rot="18900000">
            <a:off x="881320" y="551068"/>
            <a:ext cx="333829" cy="333829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349827" y="371747"/>
            <a:ext cx="5676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dirty="0">
                <a:solidFill>
                  <a:srgbClr val="151472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二、市场分析</a:t>
            </a:r>
            <a:endParaRPr lang="zh-CN" altLang="en-US" dirty="0">
              <a:solidFill>
                <a:srgbClr val="151472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sp>
        <p:nvSpPr>
          <p:cNvPr id="47" name="Oval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28744" y="1751173"/>
            <a:ext cx="964157" cy="967339"/>
          </a:xfrm>
          <a:prstGeom prst="ellipse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Agency FB" panose="020B0503020202020204" pitchFamily="34" charset="0"/>
              </a:rPr>
              <a:t>01</a:t>
            </a:r>
            <a:endParaRPr lang="zh-CN" altLang="en-US" sz="28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8" name="矩形 47"/>
          <p:cNvSpPr/>
          <p:nvPr>
            <p:custDataLst>
              <p:tags r:id="rId2"/>
            </p:custDataLst>
          </p:nvPr>
        </p:nvSpPr>
        <p:spPr>
          <a:xfrm>
            <a:off x="1350014" y="1751318"/>
            <a:ext cx="3441061" cy="1209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全球植保机器人市场规模逐年攀升，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2024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年超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42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亿美元，其中打药机器人占比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35%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以上，亚太地区因农业规模化发展成为核心增长极。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49" name="矩形 48"/>
          <p:cNvSpPr/>
          <p:nvPr>
            <p:custDataLst>
              <p:tags r:id="rId3"/>
            </p:custDataLst>
          </p:nvPr>
        </p:nvSpPr>
        <p:spPr>
          <a:xfrm>
            <a:off x="1350015" y="1352552"/>
            <a:ext cx="1239394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市场规模</a:t>
            </a:r>
            <a:endParaRPr lang="zh-CN" altLang="en-US" sz="2000" dirty="0">
              <a:solidFill>
                <a:srgbClr val="151472"/>
              </a:solidFill>
              <a:latin typeface="迷你简菱心" panose="02010609000101010101" pitchFamily="49" charset="-122"/>
              <a:ea typeface="迷你简菱心" panose="02010609000101010101" pitchFamily="49" charset="-122"/>
            </a:endParaRPr>
          </a:p>
        </p:txBody>
      </p:sp>
      <p:sp>
        <p:nvSpPr>
          <p:cNvPr id="50" name="Oval 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8744" y="3207936"/>
            <a:ext cx="964157" cy="967339"/>
          </a:xfrm>
          <a:prstGeom prst="ellipse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Agency FB" panose="020B0503020202020204" pitchFamily="34" charset="0"/>
              </a:rPr>
              <a:t>02</a:t>
            </a:r>
            <a:endParaRPr lang="zh-CN" altLang="en-US" sz="28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1" name="矩形 50"/>
          <p:cNvSpPr/>
          <p:nvPr>
            <p:custDataLst>
              <p:tags r:id="rId5"/>
            </p:custDataLst>
          </p:nvPr>
        </p:nvSpPr>
        <p:spPr>
          <a:xfrm>
            <a:off x="1292864" y="3208080"/>
            <a:ext cx="3441061" cy="1209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国内打药机器人市场增速显著，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2024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年市场规模突破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18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亿元，预计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2028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年将达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56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亿元，年复合增长率超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30%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，大田种植领域需求最旺盛。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52" name="矩形 51"/>
          <p:cNvSpPr/>
          <p:nvPr>
            <p:custDataLst>
              <p:tags r:id="rId6"/>
            </p:custDataLst>
          </p:nvPr>
        </p:nvSpPr>
        <p:spPr>
          <a:xfrm>
            <a:off x="1292865" y="2857574"/>
            <a:ext cx="1239394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市场规模</a:t>
            </a:r>
            <a:endParaRPr lang="zh-CN" altLang="en-US" sz="2000" dirty="0">
              <a:solidFill>
                <a:srgbClr val="151472"/>
              </a:solidFill>
              <a:latin typeface="迷你简菱心" panose="02010609000101010101" pitchFamily="49" charset="-122"/>
              <a:ea typeface="迷你简菱心" panose="02010609000101010101" pitchFamily="49" charset="-122"/>
            </a:endParaRPr>
          </a:p>
        </p:txBody>
      </p:sp>
      <p:sp>
        <p:nvSpPr>
          <p:cNvPr id="53" name="Oval 7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28744" y="4664698"/>
            <a:ext cx="964157" cy="967339"/>
          </a:xfrm>
          <a:prstGeom prst="ellipse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anchor="ctr" anchorCtr="0" compatLnSpc="1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Agency FB" panose="020B0503020202020204" pitchFamily="34" charset="0"/>
              </a:rPr>
              <a:t>03</a:t>
            </a:r>
            <a:endParaRPr lang="zh-CN" altLang="en-US" sz="28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4" name="矩形 53"/>
          <p:cNvSpPr/>
          <p:nvPr>
            <p:custDataLst>
              <p:tags r:id="rId8"/>
            </p:custDataLst>
          </p:nvPr>
        </p:nvSpPr>
        <p:spPr>
          <a:xfrm>
            <a:off x="1350014" y="4907413"/>
            <a:ext cx="3441061" cy="1209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细分市场中，果园打药机器人增速达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35%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，大田款占市场份额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60%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，中小农户对低成本轻型机型的需求，推动入门级产品市场快速扩张。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55" name="矩形 54"/>
          <p:cNvSpPr/>
          <p:nvPr>
            <p:custDataLst>
              <p:tags r:id="rId9"/>
            </p:custDataLst>
          </p:nvPr>
        </p:nvSpPr>
        <p:spPr>
          <a:xfrm>
            <a:off x="1350015" y="4457847"/>
            <a:ext cx="1239394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市场规模</a:t>
            </a:r>
            <a:endParaRPr lang="zh-CN" altLang="en-US" sz="2000" dirty="0">
              <a:solidFill>
                <a:srgbClr val="151472"/>
              </a:solidFill>
              <a:latin typeface="迷你简菱心" panose="02010609000101010101" pitchFamily="49" charset="-122"/>
              <a:ea typeface="迷你简菱心" panose="02010609000101010101" pitchFamily="49" charset="-122"/>
            </a:endParaRPr>
          </a:p>
        </p:txBody>
      </p:sp>
      <p:pic>
        <p:nvPicPr>
          <p:cNvPr id="2" name="图片 1" descr="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1725" y="550545"/>
            <a:ext cx="5029200" cy="3002280"/>
          </a:xfrm>
          <a:prstGeom prst="rect">
            <a:avLst/>
          </a:prstGeom>
        </p:spPr>
      </p:pic>
      <p:pic>
        <p:nvPicPr>
          <p:cNvPr id="3" name="图片 2" descr="9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1090" y="3552825"/>
            <a:ext cx="5029835" cy="3002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65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650"/>
                            </p:stCondLst>
                            <p:childTnLst>
                              <p:par>
                                <p:cTn id="3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650"/>
                            </p:stCondLst>
                            <p:childTnLst>
                              <p:par>
                                <p:cTn id="4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8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800"/>
                            </p:stCondLst>
                            <p:childTnLst>
                              <p:par>
                                <p:cTn id="5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800"/>
                            </p:stCondLst>
                            <p:childTnLst>
                              <p:par>
                                <p:cTn id="5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95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bldLvl="0" animBg="1"/>
      <p:bldP spid="44" grpId="0" bldLvl="0" animBg="1"/>
      <p:bldP spid="45" grpId="0"/>
      <p:bldP spid="47" grpId="0" bldLvl="0" animBg="1"/>
      <p:bldP spid="48" grpId="0"/>
      <p:bldP spid="49" grpId="0"/>
      <p:bldP spid="50" grpId="0" bldLvl="0" animBg="1"/>
      <p:bldP spid="51" grpId="0"/>
      <p:bldP spid="52" grpId="0"/>
      <p:bldP spid="53" grpId="0" bldLvl="0" animBg="1"/>
      <p:bldP spid="54" grpId="0"/>
      <p:bldP spid="5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国家多次强调，乡村振兴势在必行"/>
          <p:cNvSpPr txBox="1"/>
          <p:nvPr/>
        </p:nvSpPr>
        <p:spPr>
          <a:xfrm>
            <a:off x="3499976" y="466199"/>
            <a:ext cx="5259070" cy="663575"/>
          </a:xfrm>
          <a:prstGeom prst="rect">
            <a:avLst/>
          </a:prstGeom>
          <a:ln w="12700">
            <a:miter lim="400000"/>
          </a:ln>
        </p:spPr>
        <p:txBody>
          <a:bodyPr wrap="none" lIns="24748" tIns="24748" rIns="24748" bIns="24748" anchor="ctr">
            <a:spAutoFit/>
          </a:bodyPr>
          <a:lstStyle>
            <a:defPPr>
              <a:defRPr lang="zh-CN"/>
            </a:defPPr>
            <a:lvl1pPr>
              <a:defRPr sz="2400" b="1">
                <a:gradFill>
                  <a:gsLst>
                    <a:gs pos="39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</a:defRPr>
            </a:lvl1pPr>
          </a:lstStyle>
          <a:p>
            <a:r>
              <a:rPr lang="en-US" sz="2800" dirty="0">
                <a:solidFill>
                  <a:schemeClr val="accent1"/>
                </a:solidFill>
                <a:sym typeface="+mn-lt"/>
              </a:rPr>
              <a:t>  </a:t>
            </a:r>
            <a:r>
              <a:rPr lang="zh-CN" altLang="en-US" sz="4000" dirty="0">
                <a:solidFill>
                  <a:schemeClr val="accent1"/>
                </a:solidFill>
                <a:sym typeface="+mn-lt"/>
              </a:rPr>
              <a:t>农产品电商</a:t>
            </a:r>
            <a:r>
              <a:rPr lang="en-US" sz="4000" dirty="0">
                <a:solidFill>
                  <a:schemeClr val="accent1"/>
                </a:solidFill>
                <a:sym typeface="+mn-lt"/>
              </a:rPr>
              <a:t> </a:t>
            </a:r>
            <a:r>
              <a:rPr sz="4000" dirty="0" err="1">
                <a:solidFill>
                  <a:schemeClr val="accent1"/>
                </a:solidFill>
                <a:sym typeface="+mn-lt"/>
              </a:rPr>
              <a:t>势在必行</a:t>
            </a:r>
            <a:endParaRPr sz="4000" dirty="0" err="1">
              <a:solidFill>
                <a:schemeClr val="accent1"/>
              </a:solidFill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35808" y="1171724"/>
            <a:ext cx="11920385" cy="170656"/>
            <a:chOff x="16836" y="1171724"/>
            <a:chExt cx="11920385" cy="170656"/>
          </a:xfrm>
        </p:grpSpPr>
        <p:grpSp>
          <p:nvGrpSpPr>
            <p:cNvPr id="2" name="组合 1"/>
            <p:cNvGrpSpPr/>
            <p:nvPr/>
          </p:nvGrpSpPr>
          <p:grpSpPr>
            <a:xfrm>
              <a:off x="16836" y="1171724"/>
              <a:ext cx="4036563" cy="170656"/>
              <a:chOff x="-311150" y="727472"/>
              <a:chExt cx="4036563" cy="170656"/>
            </a:xfrm>
          </p:grpSpPr>
          <p:cxnSp>
            <p:nvCxnSpPr>
              <p:cNvPr id="4" name="直接连接符 75"/>
              <p:cNvCxnSpPr/>
              <p:nvPr userDrawn="1"/>
            </p:nvCxnSpPr>
            <p:spPr>
              <a:xfrm flipH="1">
                <a:off x="-311150" y="812800"/>
                <a:ext cx="3934223" cy="0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直接连接符 89"/>
              <p:cNvCxnSpPr/>
              <p:nvPr userDrawn="1"/>
            </p:nvCxnSpPr>
            <p:spPr>
              <a:xfrm flipH="1" flipV="1">
                <a:off x="3575884" y="727472"/>
                <a:ext cx="94377" cy="170656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90"/>
              <p:cNvCxnSpPr/>
              <p:nvPr userDrawn="1"/>
            </p:nvCxnSpPr>
            <p:spPr>
              <a:xfrm flipH="1" flipV="1">
                <a:off x="3631036" y="727472"/>
                <a:ext cx="94377" cy="170656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/>
            <p:cNvGrpSpPr/>
            <p:nvPr/>
          </p:nvGrpSpPr>
          <p:grpSpPr>
            <a:xfrm flipH="1">
              <a:off x="7900658" y="1171724"/>
              <a:ext cx="4036563" cy="170656"/>
              <a:chOff x="-311150" y="727472"/>
              <a:chExt cx="4036563" cy="170656"/>
            </a:xfrm>
          </p:grpSpPr>
          <p:cxnSp>
            <p:nvCxnSpPr>
              <p:cNvPr id="8" name="直接连接符 94"/>
              <p:cNvCxnSpPr/>
              <p:nvPr userDrawn="1"/>
            </p:nvCxnSpPr>
            <p:spPr>
              <a:xfrm flipH="1">
                <a:off x="-311150" y="812800"/>
                <a:ext cx="3934223" cy="0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95"/>
              <p:cNvCxnSpPr/>
              <p:nvPr userDrawn="1"/>
            </p:nvCxnSpPr>
            <p:spPr>
              <a:xfrm flipH="1" flipV="1">
                <a:off x="3575884" y="727472"/>
                <a:ext cx="94377" cy="170656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96"/>
              <p:cNvCxnSpPr/>
              <p:nvPr userDrawn="1"/>
            </p:nvCxnSpPr>
            <p:spPr>
              <a:xfrm flipH="1" flipV="1">
                <a:off x="3631036" y="727472"/>
                <a:ext cx="94377" cy="170656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组合 12"/>
          <p:cNvGrpSpPr/>
          <p:nvPr/>
        </p:nvGrpSpPr>
        <p:grpSpPr>
          <a:xfrm>
            <a:off x="0" y="6355758"/>
            <a:ext cx="12192000" cy="502242"/>
            <a:chOff x="0" y="6355758"/>
            <a:chExt cx="12192000" cy="502242"/>
          </a:xfrm>
        </p:grpSpPr>
        <p:sp>
          <p:nvSpPr>
            <p:cNvPr id="14" name="任意多边形 54"/>
            <p:cNvSpPr/>
            <p:nvPr userDrawn="1"/>
          </p:nvSpPr>
          <p:spPr>
            <a:xfrm>
              <a:off x="0" y="6457950"/>
              <a:ext cx="12192000" cy="400050"/>
            </a:xfrm>
            <a:custGeom>
              <a:avLst/>
              <a:gdLst>
                <a:gd name="connsiteX0" fmla="*/ 12192000 w 12192000"/>
                <a:gd name="connsiteY0" fmla="*/ 0 h 329410"/>
                <a:gd name="connsiteX1" fmla="*/ 12192000 w 12192000"/>
                <a:gd name="connsiteY1" fmla="*/ 329410 h 329410"/>
                <a:gd name="connsiteX2" fmla="*/ 0 w 12192000"/>
                <a:gd name="connsiteY2" fmla="*/ 329410 h 329410"/>
                <a:gd name="connsiteX3" fmla="*/ 0 w 12192000"/>
                <a:gd name="connsiteY3" fmla="*/ 29375 h 329410"/>
                <a:gd name="connsiteX4" fmla="*/ 577089 w 12192000"/>
                <a:gd name="connsiteY4" fmla="*/ 49593 h 329410"/>
                <a:gd name="connsiteX5" fmla="*/ 5704114 w 12192000"/>
                <a:gd name="connsiteY5" fmla="*/ 124873 h 329410"/>
                <a:gd name="connsiteX6" fmla="*/ 11982536 w 12192000"/>
                <a:gd name="connsiteY6" fmla="*/ 9255 h 32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29410">
                  <a:moveTo>
                    <a:pt x="12192000" y="0"/>
                  </a:moveTo>
                  <a:lnTo>
                    <a:pt x="12192000" y="329410"/>
                  </a:lnTo>
                  <a:lnTo>
                    <a:pt x="0" y="329410"/>
                  </a:lnTo>
                  <a:lnTo>
                    <a:pt x="0" y="29375"/>
                  </a:lnTo>
                  <a:lnTo>
                    <a:pt x="577089" y="49593"/>
                  </a:lnTo>
                  <a:cubicBezTo>
                    <a:pt x="2152931" y="98068"/>
                    <a:pt x="3885480" y="124873"/>
                    <a:pt x="5704114" y="124873"/>
                  </a:cubicBezTo>
                  <a:cubicBezTo>
                    <a:pt x="7977407" y="124873"/>
                    <a:pt x="10116192" y="82990"/>
                    <a:pt x="11982536" y="92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任意多边形 55"/>
            <p:cNvSpPr/>
            <p:nvPr userDrawn="1"/>
          </p:nvSpPr>
          <p:spPr>
            <a:xfrm flipH="1">
              <a:off x="0" y="6355758"/>
              <a:ext cx="12192000" cy="502242"/>
            </a:xfrm>
            <a:custGeom>
              <a:avLst/>
              <a:gdLst>
                <a:gd name="connsiteX0" fmla="*/ 12192000 w 12192000"/>
                <a:gd name="connsiteY0" fmla="*/ 0 h 329410"/>
                <a:gd name="connsiteX1" fmla="*/ 12192000 w 12192000"/>
                <a:gd name="connsiteY1" fmla="*/ 329410 h 329410"/>
                <a:gd name="connsiteX2" fmla="*/ 0 w 12192000"/>
                <a:gd name="connsiteY2" fmla="*/ 329410 h 329410"/>
                <a:gd name="connsiteX3" fmla="*/ 0 w 12192000"/>
                <a:gd name="connsiteY3" fmla="*/ 29375 h 329410"/>
                <a:gd name="connsiteX4" fmla="*/ 577089 w 12192000"/>
                <a:gd name="connsiteY4" fmla="*/ 49593 h 329410"/>
                <a:gd name="connsiteX5" fmla="*/ 5704114 w 12192000"/>
                <a:gd name="connsiteY5" fmla="*/ 124873 h 329410"/>
                <a:gd name="connsiteX6" fmla="*/ 11982536 w 12192000"/>
                <a:gd name="connsiteY6" fmla="*/ 9255 h 32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29410">
                  <a:moveTo>
                    <a:pt x="12192000" y="0"/>
                  </a:moveTo>
                  <a:lnTo>
                    <a:pt x="12192000" y="329410"/>
                  </a:lnTo>
                  <a:lnTo>
                    <a:pt x="0" y="329410"/>
                  </a:lnTo>
                  <a:lnTo>
                    <a:pt x="0" y="29375"/>
                  </a:lnTo>
                  <a:lnTo>
                    <a:pt x="577089" y="49593"/>
                  </a:lnTo>
                  <a:cubicBezTo>
                    <a:pt x="2152931" y="98068"/>
                    <a:pt x="3885480" y="124873"/>
                    <a:pt x="5704114" y="124873"/>
                  </a:cubicBezTo>
                  <a:cubicBezTo>
                    <a:pt x="7977407" y="124873"/>
                    <a:pt x="10116192" y="82990"/>
                    <a:pt x="11982536" y="9255"/>
                  </a:cubicBezTo>
                  <a:close/>
                </a:path>
              </a:pathLst>
            </a:custGeom>
            <a:solidFill>
              <a:schemeClr val="accent2"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39" name="Group 42"/>
          <p:cNvGrpSpPr/>
          <p:nvPr>
            <p:custDataLst>
              <p:tags r:id="rId1"/>
            </p:custDataLst>
          </p:nvPr>
        </p:nvGrpSpPr>
        <p:grpSpPr bwMode="auto">
          <a:xfrm>
            <a:off x="6312853" y="1976439"/>
            <a:ext cx="2346325" cy="4623434"/>
            <a:chOff x="6329875" y="2307112"/>
            <a:chExt cx="2346374" cy="4623266"/>
          </a:xfrm>
        </p:grpSpPr>
        <p:sp>
          <p:nvSpPr>
            <p:cNvPr id="40" name="Arrow: Pentagon 23"/>
            <p:cNvSpPr/>
            <p:nvPr>
              <p:custDataLst>
                <p:tags r:id="rId2"/>
              </p:custDataLst>
            </p:nvPr>
          </p:nvSpPr>
          <p:spPr>
            <a:xfrm rot="5400000">
              <a:off x="6876022" y="1760964"/>
              <a:ext cx="1254079" cy="2346374"/>
            </a:xfrm>
            <a:prstGeom prst="homePlate">
              <a:avLst/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 eaLnBrk="1" hangingPunct="1"/>
              <a:endPara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endParaRPr>
            </a:p>
          </p:txBody>
        </p:sp>
        <p:sp>
          <p:nvSpPr>
            <p:cNvPr id="41" name="Isosceles Triangle 24"/>
            <p:cNvSpPr/>
            <p:nvPr>
              <p:custDataLst>
                <p:tags r:id="rId3"/>
              </p:custDataLst>
            </p:nvPr>
          </p:nvSpPr>
          <p:spPr>
            <a:xfrm rot="10800000">
              <a:off x="6602931" y="3940589"/>
              <a:ext cx="1832013" cy="265103"/>
            </a:xfrm>
            <a:prstGeom prst="triangle">
              <a:avLst/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 eaLnBrk="1" hangingPunct="1"/>
              <a:endPara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endParaRPr>
            </a:p>
          </p:txBody>
        </p:sp>
        <p:sp>
          <p:nvSpPr>
            <p:cNvPr id="42" name="TextBox 25"/>
            <p:cNvSpPr txBox="1"/>
            <p:nvPr>
              <p:custDataLst>
                <p:tags r:id="rId4"/>
              </p:custDataLst>
            </p:nvPr>
          </p:nvSpPr>
          <p:spPr>
            <a:xfrm>
              <a:off x="6329875" y="4602553"/>
              <a:ext cx="2346374" cy="232782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聚焦本土丘陵山地果园，主打履带式打药机器人适配复杂地形。通过自主研发导航模块降低进口依赖，产品价格比国际品牌低</a:t>
              </a:r>
              <a:r>
                <a:rPr lang="en-US" altLang="zh-CN" sz="1400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30%-40%</a:t>
              </a:r>
              <a:r>
                <a:rPr lang="zh-CN" altLang="en-US" sz="1400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，在南方丘陵果园市场市占率超</a:t>
              </a:r>
              <a:r>
                <a:rPr lang="en-US" altLang="zh-CN" sz="1400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35%</a:t>
              </a:r>
              <a:r>
                <a:rPr lang="zh-CN" altLang="en-US" sz="1400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，靠高性价比和本地化适配突围。</a:t>
              </a:r>
              <a:endParaRPr lang="zh-CN" altLang="en-US" sz="14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  <p:sp>
          <p:nvSpPr>
            <p:cNvPr id="43" name="TextBox 26"/>
            <p:cNvSpPr txBox="1"/>
            <p:nvPr>
              <p:custDataLst>
                <p:tags r:id="rId5"/>
              </p:custDataLst>
            </p:nvPr>
          </p:nvSpPr>
          <p:spPr>
            <a:xfrm>
              <a:off x="6329875" y="4205692"/>
              <a:ext cx="2346374" cy="39876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cs typeface="+mn-ea"/>
                  <a:sym typeface="+mn-lt"/>
                </a:rPr>
                <a:t>博田自动化</a:t>
              </a:r>
              <a:endParaRPr lang="zh-CN" altLang="en-US" sz="20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cs typeface="+mn-ea"/>
                <a:sym typeface="+mn-lt"/>
              </a:endParaRPr>
            </a:p>
          </p:txBody>
        </p:sp>
        <p:sp>
          <p:nvSpPr>
            <p:cNvPr id="44" name="Freeform 217"/>
            <p:cNvSpPr/>
            <p:nvPr>
              <p:custDataLst>
                <p:tags r:id="rId6"/>
              </p:custDataLst>
            </p:nvPr>
          </p:nvSpPr>
          <p:spPr bwMode="auto">
            <a:xfrm>
              <a:off x="7201859" y="2542390"/>
              <a:ext cx="602408" cy="568684"/>
            </a:xfrm>
            <a:custGeom>
              <a:avLst/>
              <a:gdLst>
                <a:gd name="T0" fmla="*/ 877444514 w 194"/>
                <a:gd name="T1" fmla="*/ 77257120 h 183"/>
                <a:gd name="T2" fmla="*/ 993150323 w 194"/>
                <a:gd name="T3" fmla="*/ 77257120 h 183"/>
                <a:gd name="T4" fmla="*/ 1137784137 w 194"/>
                <a:gd name="T5" fmla="*/ 463533396 h 183"/>
                <a:gd name="T6" fmla="*/ 1359557226 w 194"/>
                <a:gd name="T7" fmla="*/ 618044528 h 183"/>
                <a:gd name="T8" fmla="*/ 1764530662 w 194"/>
                <a:gd name="T9" fmla="*/ 637358031 h 183"/>
                <a:gd name="T10" fmla="*/ 1793455561 w 194"/>
                <a:gd name="T11" fmla="*/ 753242157 h 183"/>
                <a:gd name="T12" fmla="*/ 1484904668 w 194"/>
                <a:gd name="T13" fmla="*/ 1004323912 h 183"/>
                <a:gd name="T14" fmla="*/ 1398123759 w 194"/>
                <a:gd name="T15" fmla="*/ 1265060865 h 183"/>
                <a:gd name="T16" fmla="*/ 1504191040 w 194"/>
                <a:gd name="T17" fmla="*/ 1651337141 h 183"/>
                <a:gd name="T18" fmla="*/ 1407768497 w 194"/>
                <a:gd name="T19" fmla="*/ 1718935956 h 183"/>
                <a:gd name="T20" fmla="*/ 1070289599 w 194"/>
                <a:gd name="T21" fmla="*/ 1496826009 h 183"/>
                <a:gd name="T22" fmla="*/ 800305238 w 194"/>
                <a:gd name="T23" fmla="*/ 1496826009 h 183"/>
                <a:gd name="T24" fmla="*/ 462826340 w 194"/>
                <a:gd name="T25" fmla="*/ 1718935956 h 183"/>
                <a:gd name="T26" fmla="*/ 366403798 w 194"/>
                <a:gd name="T27" fmla="*/ 1651337141 h 183"/>
                <a:gd name="T28" fmla="*/ 472471079 w 194"/>
                <a:gd name="T29" fmla="*/ 1265060865 h 183"/>
                <a:gd name="T30" fmla="*/ 395331803 w 194"/>
                <a:gd name="T31" fmla="*/ 1004323912 h 183"/>
                <a:gd name="T32" fmla="*/ 77139276 w 194"/>
                <a:gd name="T33" fmla="*/ 753242157 h 183"/>
                <a:gd name="T34" fmla="*/ 106064176 w 194"/>
                <a:gd name="T35" fmla="*/ 637358031 h 183"/>
                <a:gd name="T36" fmla="*/ 511037611 w 194"/>
                <a:gd name="T37" fmla="*/ 618044528 h 183"/>
                <a:gd name="T38" fmla="*/ 732810701 w 194"/>
                <a:gd name="T39" fmla="*/ 463533396 h 183"/>
                <a:gd name="T40" fmla="*/ 877444514 w 194"/>
                <a:gd name="T41" fmla="*/ 77257120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94" h="183">
                  <a:moveTo>
                    <a:pt x="91" y="8"/>
                  </a:moveTo>
                  <a:cubicBezTo>
                    <a:pt x="94" y="0"/>
                    <a:pt x="100" y="0"/>
                    <a:pt x="103" y="8"/>
                  </a:cubicBezTo>
                  <a:cubicBezTo>
                    <a:pt x="118" y="48"/>
                    <a:pt x="118" y="48"/>
                    <a:pt x="118" y="48"/>
                  </a:cubicBezTo>
                  <a:cubicBezTo>
                    <a:pt x="121" y="56"/>
                    <a:pt x="132" y="64"/>
                    <a:pt x="141" y="64"/>
                  </a:cubicBezTo>
                  <a:cubicBezTo>
                    <a:pt x="183" y="66"/>
                    <a:pt x="183" y="66"/>
                    <a:pt x="183" y="66"/>
                  </a:cubicBezTo>
                  <a:cubicBezTo>
                    <a:pt x="192" y="67"/>
                    <a:pt x="194" y="72"/>
                    <a:pt x="186" y="78"/>
                  </a:cubicBezTo>
                  <a:cubicBezTo>
                    <a:pt x="154" y="104"/>
                    <a:pt x="154" y="104"/>
                    <a:pt x="154" y="104"/>
                  </a:cubicBezTo>
                  <a:cubicBezTo>
                    <a:pt x="146" y="110"/>
                    <a:pt x="142" y="122"/>
                    <a:pt x="145" y="131"/>
                  </a:cubicBezTo>
                  <a:cubicBezTo>
                    <a:pt x="156" y="171"/>
                    <a:pt x="156" y="171"/>
                    <a:pt x="156" y="171"/>
                  </a:cubicBezTo>
                  <a:cubicBezTo>
                    <a:pt x="159" y="180"/>
                    <a:pt x="154" y="183"/>
                    <a:pt x="146" y="178"/>
                  </a:cubicBezTo>
                  <a:cubicBezTo>
                    <a:pt x="111" y="155"/>
                    <a:pt x="111" y="155"/>
                    <a:pt x="111" y="155"/>
                  </a:cubicBezTo>
                  <a:cubicBezTo>
                    <a:pt x="104" y="150"/>
                    <a:pt x="91" y="150"/>
                    <a:pt x="83" y="155"/>
                  </a:cubicBezTo>
                  <a:cubicBezTo>
                    <a:pt x="48" y="178"/>
                    <a:pt x="48" y="178"/>
                    <a:pt x="48" y="178"/>
                  </a:cubicBezTo>
                  <a:cubicBezTo>
                    <a:pt x="40" y="183"/>
                    <a:pt x="36" y="180"/>
                    <a:pt x="38" y="171"/>
                  </a:cubicBezTo>
                  <a:cubicBezTo>
                    <a:pt x="49" y="131"/>
                    <a:pt x="49" y="131"/>
                    <a:pt x="49" y="131"/>
                  </a:cubicBezTo>
                  <a:cubicBezTo>
                    <a:pt x="52" y="122"/>
                    <a:pt x="48" y="110"/>
                    <a:pt x="41" y="104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0" y="72"/>
                    <a:pt x="2" y="67"/>
                    <a:pt x="11" y="66"/>
                  </a:cubicBezTo>
                  <a:cubicBezTo>
                    <a:pt x="53" y="64"/>
                    <a:pt x="53" y="64"/>
                    <a:pt x="53" y="64"/>
                  </a:cubicBezTo>
                  <a:cubicBezTo>
                    <a:pt x="63" y="64"/>
                    <a:pt x="73" y="56"/>
                    <a:pt x="76" y="48"/>
                  </a:cubicBezTo>
                  <a:lnTo>
                    <a:pt x="9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cs typeface="+mn-ea"/>
                <a:sym typeface="+mn-lt"/>
              </a:endParaRPr>
            </a:p>
          </p:txBody>
        </p:sp>
      </p:grpSp>
      <p:grpSp>
        <p:nvGrpSpPr>
          <p:cNvPr id="45" name="Group 41"/>
          <p:cNvGrpSpPr/>
          <p:nvPr>
            <p:custDataLst>
              <p:tags r:id="rId7"/>
            </p:custDataLst>
          </p:nvPr>
        </p:nvGrpSpPr>
        <p:grpSpPr bwMode="auto">
          <a:xfrm>
            <a:off x="3499803" y="1976439"/>
            <a:ext cx="2346325" cy="4551043"/>
            <a:chOff x="3515752" y="2307110"/>
            <a:chExt cx="2346374" cy="4550878"/>
          </a:xfrm>
        </p:grpSpPr>
        <p:sp>
          <p:nvSpPr>
            <p:cNvPr id="46" name="Arrow: Pentagon 19"/>
            <p:cNvSpPr/>
            <p:nvPr>
              <p:custDataLst>
                <p:tags r:id="rId8"/>
              </p:custDataLst>
            </p:nvPr>
          </p:nvSpPr>
          <p:spPr>
            <a:xfrm rot="5400000">
              <a:off x="4061899" y="1760962"/>
              <a:ext cx="1254079" cy="2346374"/>
            </a:xfrm>
            <a:prstGeom prst="homePlate">
              <a:avLst/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 eaLnBrk="1" hangingPunct="1"/>
              <a:endPara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endParaRPr>
            </a:p>
          </p:txBody>
        </p:sp>
        <p:sp>
          <p:nvSpPr>
            <p:cNvPr id="47" name="Isosceles Triangle 20"/>
            <p:cNvSpPr/>
            <p:nvPr>
              <p:custDataLst>
                <p:tags r:id="rId9"/>
              </p:custDataLst>
            </p:nvPr>
          </p:nvSpPr>
          <p:spPr>
            <a:xfrm rot="10800000">
              <a:off x="3788808" y="3940587"/>
              <a:ext cx="1832013" cy="265103"/>
            </a:xfrm>
            <a:prstGeom prst="triangle">
              <a:avLst/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 eaLnBrk="1" hangingPunct="1"/>
              <a:endPara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endParaRPr>
            </a:p>
          </p:txBody>
        </p:sp>
        <p:sp>
          <p:nvSpPr>
            <p:cNvPr id="48" name="TextBox 21"/>
            <p:cNvSpPr txBox="1"/>
            <p:nvPr>
              <p:custDataLst>
                <p:tags r:id="rId10"/>
              </p:custDataLst>
            </p:nvPr>
          </p:nvSpPr>
          <p:spPr>
            <a:xfrm>
              <a:off x="3515752" y="4530163"/>
              <a:ext cx="2346374" cy="232782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全球市占率</a:t>
              </a:r>
              <a:r>
                <a:rPr lang="en-US" altLang="zh-CN" sz="1400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17.1%</a:t>
              </a:r>
              <a:r>
                <a:rPr lang="zh-CN" altLang="en-US" sz="1400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位居第二，通过技术优化实现产品降价，</a:t>
              </a:r>
              <a:r>
                <a:rPr lang="en-US" altLang="zh-CN" sz="1400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2024</a:t>
              </a:r>
              <a:r>
                <a:rPr lang="zh-CN" altLang="en-US" sz="1400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年机型均价降至</a:t>
              </a:r>
              <a:r>
                <a:rPr lang="en-US" altLang="zh-CN" sz="1400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3.75</a:t>
              </a:r>
              <a:r>
                <a:rPr lang="zh-CN" altLang="en-US" sz="1400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万元。近年海外业务增速显著，海外收入占比最高达</a:t>
              </a:r>
              <a:r>
                <a:rPr lang="en-US" altLang="zh-CN" sz="1400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34.8%</a:t>
              </a:r>
              <a:r>
                <a:rPr lang="zh-CN" altLang="en-US" sz="1400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，还凭借适配大田作业的精准导航与变量施药技术，稳居行业头部。</a:t>
              </a:r>
              <a:endParaRPr lang="zh-CN" altLang="en-US" sz="14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  <p:sp>
          <p:nvSpPr>
            <p:cNvPr id="49" name="TextBox 22"/>
            <p:cNvSpPr txBox="1"/>
            <p:nvPr>
              <p:custDataLst>
                <p:tags r:id="rId11"/>
              </p:custDataLst>
            </p:nvPr>
          </p:nvSpPr>
          <p:spPr>
            <a:xfrm>
              <a:off x="3515752" y="4205690"/>
              <a:ext cx="2346374" cy="39876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cs typeface="+mn-ea"/>
                  <a:sym typeface="+mn-lt"/>
                </a:rPr>
                <a:t>极飞科技</a:t>
              </a:r>
              <a:endParaRPr lang="zh-CN" altLang="en-US" sz="20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cs typeface="+mn-ea"/>
                <a:sym typeface="+mn-lt"/>
              </a:endParaRPr>
            </a:p>
          </p:txBody>
        </p:sp>
        <p:sp>
          <p:nvSpPr>
            <p:cNvPr id="50" name="Freeform 234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4379592" y="2501688"/>
              <a:ext cx="618690" cy="609386"/>
            </a:xfrm>
            <a:custGeom>
              <a:avLst/>
              <a:gdLst>
                <a:gd name="T0" fmla="*/ 918257211 w 199"/>
                <a:gd name="T1" fmla="*/ 550993763 h 196"/>
                <a:gd name="T2" fmla="*/ 918257211 w 199"/>
                <a:gd name="T3" fmla="*/ 0 h 196"/>
                <a:gd name="T4" fmla="*/ 1913838236 w 199"/>
                <a:gd name="T5" fmla="*/ 1005325226 h 196"/>
                <a:gd name="T6" fmla="*/ 1846177178 w 199"/>
                <a:gd name="T7" fmla="*/ 985989657 h 196"/>
                <a:gd name="T8" fmla="*/ 1797847851 w 199"/>
                <a:gd name="T9" fmla="*/ 1043990146 h 196"/>
                <a:gd name="T10" fmla="*/ 1739852659 w 199"/>
                <a:gd name="T11" fmla="*/ 1005325226 h 196"/>
                <a:gd name="T12" fmla="*/ 1807513716 w 199"/>
                <a:gd name="T13" fmla="*/ 937658507 h 196"/>
                <a:gd name="T14" fmla="*/ 1691523332 w 199"/>
                <a:gd name="T15" fmla="*/ 956990967 h 196"/>
                <a:gd name="T16" fmla="*/ 1353218044 w 199"/>
                <a:gd name="T17" fmla="*/ 1672316858 h 196"/>
                <a:gd name="T18" fmla="*/ 1353218044 w 199"/>
                <a:gd name="T19" fmla="*/ 1846315216 h 196"/>
                <a:gd name="T20" fmla="*/ 1159900736 w 199"/>
                <a:gd name="T21" fmla="*/ 1894649474 h 196"/>
                <a:gd name="T22" fmla="*/ 1121237275 w 199"/>
                <a:gd name="T23" fmla="*/ 1759316037 h 196"/>
                <a:gd name="T24" fmla="*/ 695942307 w 199"/>
                <a:gd name="T25" fmla="*/ 1759316037 h 196"/>
                <a:gd name="T26" fmla="*/ 657278846 w 199"/>
                <a:gd name="T27" fmla="*/ 1894649474 h 196"/>
                <a:gd name="T28" fmla="*/ 473627403 w 199"/>
                <a:gd name="T29" fmla="*/ 1846315216 h 196"/>
                <a:gd name="T30" fmla="*/ 473627403 w 199"/>
                <a:gd name="T31" fmla="*/ 1662650628 h 196"/>
                <a:gd name="T32" fmla="*/ 77326923 w 199"/>
                <a:gd name="T33" fmla="*/ 1478986040 h 196"/>
                <a:gd name="T34" fmla="*/ 0 w 199"/>
                <a:gd name="T35" fmla="*/ 1053656376 h 196"/>
                <a:gd name="T36" fmla="*/ 154653846 w 199"/>
                <a:gd name="T37" fmla="*/ 966657197 h 196"/>
                <a:gd name="T38" fmla="*/ 183651442 w 199"/>
                <a:gd name="T39" fmla="*/ 570329332 h 196"/>
                <a:gd name="T40" fmla="*/ 579951923 w 199"/>
                <a:gd name="T41" fmla="*/ 473663923 h 196"/>
                <a:gd name="T42" fmla="*/ 599283653 w 199"/>
                <a:gd name="T43" fmla="*/ 589661792 h 196"/>
                <a:gd name="T44" fmla="*/ 628281249 w 199"/>
                <a:gd name="T45" fmla="*/ 657328511 h 196"/>
                <a:gd name="T46" fmla="*/ 918257211 w 199"/>
                <a:gd name="T47" fmla="*/ 666994741 h 196"/>
                <a:gd name="T48" fmla="*/ 1227561794 w 199"/>
                <a:gd name="T49" fmla="*/ 657328511 h 196"/>
                <a:gd name="T50" fmla="*/ 1275891121 w 199"/>
                <a:gd name="T51" fmla="*/ 647662281 h 196"/>
                <a:gd name="T52" fmla="*/ 1179232467 w 199"/>
                <a:gd name="T53" fmla="*/ 560663102 h 196"/>
                <a:gd name="T54" fmla="*/ 1681857467 w 199"/>
                <a:gd name="T55" fmla="*/ 918326047 h 196"/>
                <a:gd name="T56" fmla="*/ 1846177178 w 199"/>
                <a:gd name="T57" fmla="*/ 927992277 h 196"/>
                <a:gd name="T58" fmla="*/ 1913838236 w 199"/>
                <a:gd name="T59" fmla="*/ 976323427 h 196"/>
                <a:gd name="T60" fmla="*/ 521956730 w 199"/>
                <a:gd name="T61" fmla="*/ 966657197 h 196"/>
                <a:gd name="T62" fmla="*/ 347971154 w 199"/>
                <a:gd name="T63" fmla="*/ 966657197 h 196"/>
                <a:gd name="T64" fmla="*/ 521956730 w 199"/>
                <a:gd name="T65" fmla="*/ 966657197 h 196"/>
                <a:gd name="T66" fmla="*/ 1788181986 w 199"/>
                <a:gd name="T67" fmla="*/ 976323427 h 196"/>
                <a:gd name="T68" fmla="*/ 1768850255 w 199"/>
                <a:gd name="T69" fmla="*/ 995658996 h 196"/>
                <a:gd name="T70" fmla="*/ 1807513716 w 199"/>
                <a:gd name="T71" fmla="*/ 1005325226 h 19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99" h="196">
                  <a:moveTo>
                    <a:pt x="123" y="29"/>
                  </a:moveTo>
                  <a:cubicBezTo>
                    <a:pt x="123" y="44"/>
                    <a:pt x="110" y="57"/>
                    <a:pt x="95" y="57"/>
                  </a:cubicBezTo>
                  <a:cubicBezTo>
                    <a:pt x="79" y="57"/>
                    <a:pt x="67" y="44"/>
                    <a:pt x="67" y="29"/>
                  </a:cubicBezTo>
                  <a:cubicBezTo>
                    <a:pt x="67" y="13"/>
                    <a:pt x="79" y="0"/>
                    <a:pt x="95" y="0"/>
                  </a:cubicBezTo>
                  <a:cubicBezTo>
                    <a:pt x="110" y="0"/>
                    <a:pt x="123" y="13"/>
                    <a:pt x="123" y="29"/>
                  </a:cubicBezTo>
                  <a:close/>
                  <a:moveTo>
                    <a:pt x="198" y="104"/>
                  </a:moveTo>
                  <a:cubicBezTo>
                    <a:pt x="197" y="105"/>
                    <a:pt x="196" y="105"/>
                    <a:pt x="195" y="104"/>
                  </a:cubicBezTo>
                  <a:cubicBezTo>
                    <a:pt x="195" y="104"/>
                    <a:pt x="193" y="103"/>
                    <a:pt x="191" y="102"/>
                  </a:cubicBezTo>
                  <a:cubicBezTo>
                    <a:pt x="191" y="104"/>
                    <a:pt x="190" y="105"/>
                    <a:pt x="190" y="106"/>
                  </a:cubicBezTo>
                  <a:cubicBezTo>
                    <a:pt x="189" y="108"/>
                    <a:pt x="187" y="108"/>
                    <a:pt x="186" y="108"/>
                  </a:cubicBezTo>
                  <a:cubicBezTo>
                    <a:pt x="185" y="108"/>
                    <a:pt x="185" y="108"/>
                    <a:pt x="185" y="108"/>
                  </a:cubicBezTo>
                  <a:cubicBezTo>
                    <a:pt x="182" y="108"/>
                    <a:pt x="180" y="106"/>
                    <a:pt x="180" y="104"/>
                  </a:cubicBezTo>
                  <a:cubicBezTo>
                    <a:pt x="179" y="102"/>
                    <a:pt x="180" y="100"/>
                    <a:pt x="181" y="98"/>
                  </a:cubicBezTo>
                  <a:cubicBezTo>
                    <a:pt x="183" y="97"/>
                    <a:pt x="185" y="97"/>
                    <a:pt x="187" y="97"/>
                  </a:cubicBezTo>
                  <a:cubicBezTo>
                    <a:pt x="187" y="96"/>
                    <a:pt x="186" y="96"/>
                    <a:pt x="185" y="96"/>
                  </a:cubicBezTo>
                  <a:cubicBezTo>
                    <a:pt x="182" y="95"/>
                    <a:pt x="178" y="97"/>
                    <a:pt x="175" y="99"/>
                  </a:cubicBezTo>
                  <a:cubicBezTo>
                    <a:pt x="176" y="103"/>
                    <a:pt x="177" y="108"/>
                    <a:pt x="177" y="113"/>
                  </a:cubicBezTo>
                  <a:cubicBezTo>
                    <a:pt x="177" y="138"/>
                    <a:pt x="162" y="160"/>
                    <a:pt x="140" y="173"/>
                  </a:cubicBezTo>
                  <a:cubicBezTo>
                    <a:pt x="140" y="173"/>
                    <a:pt x="140" y="173"/>
                    <a:pt x="140" y="173"/>
                  </a:cubicBezTo>
                  <a:cubicBezTo>
                    <a:pt x="140" y="191"/>
                    <a:pt x="140" y="191"/>
                    <a:pt x="140" y="191"/>
                  </a:cubicBezTo>
                  <a:cubicBezTo>
                    <a:pt x="140" y="194"/>
                    <a:pt x="138" y="196"/>
                    <a:pt x="136" y="196"/>
                  </a:cubicBezTo>
                  <a:cubicBezTo>
                    <a:pt x="120" y="196"/>
                    <a:pt x="120" y="196"/>
                    <a:pt x="120" y="196"/>
                  </a:cubicBezTo>
                  <a:cubicBezTo>
                    <a:pt x="118" y="196"/>
                    <a:pt x="116" y="194"/>
                    <a:pt x="116" y="191"/>
                  </a:cubicBezTo>
                  <a:cubicBezTo>
                    <a:pt x="116" y="182"/>
                    <a:pt x="116" y="182"/>
                    <a:pt x="116" y="182"/>
                  </a:cubicBezTo>
                  <a:cubicBezTo>
                    <a:pt x="110" y="184"/>
                    <a:pt x="103" y="185"/>
                    <a:pt x="96" y="185"/>
                  </a:cubicBezTo>
                  <a:cubicBezTo>
                    <a:pt x="87" y="185"/>
                    <a:pt x="80" y="184"/>
                    <a:pt x="72" y="182"/>
                  </a:cubicBezTo>
                  <a:cubicBezTo>
                    <a:pt x="72" y="191"/>
                    <a:pt x="72" y="191"/>
                    <a:pt x="72" y="191"/>
                  </a:cubicBezTo>
                  <a:cubicBezTo>
                    <a:pt x="72" y="193"/>
                    <a:pt x="71" y="196"/>
                    <a:pt x="68" y="196"/>
                  </a:cubicBezTo>
                  <a:cubicBezTo>
                    <a:pt x="53" y="196"/>
                    <a:pt x="53" y="196"/>
                    <a:pt x="53" y="196"/>
                  </a:cubicBezTo>
                  <a:cubicBezTo>
                    <a:pt x="51" y="196"/>
                    <a:pt x="49" y="193"/>
                    <a:pt x="49" y="191"/>
                  </a:cubicBezTo>
                  <a:cubicBezTo>
                    <a:pt x="49" y="173"/>
                    <a:pt x="49" y="173"/>
                    <a:pt x="49" y="173"/>
                  </a:cubicBezTo>
                  <a:cubicBezTo>
                    <a:pt x="49" y="173"/>
                    <a:pt x="49" y="172"/>
                    <a:pt x="49" y="172"/>
                  </a:cubicBezTo>
                  <a:cubicBezTo>
                    <a:pt x="41" y="167"/>
                    <a:pt x="34" y="160"/>
                    <a:pt x="28" y="153"/>
                  </a:cubicBezTo>
                  <a:cubicBezTo>
                    <a:pt x="8" y="153"/>
                    <a:pt x="8" y="153"/>
                    <a:pt x="8" y="153"/>
                  </a:cubicBezTo>
                  <a:cubicBezTo>
                    <a:pt x="4" y="153"/>
                    <a:pt x="0" y="149"/>
                    <a:pt x="0" y="144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04"/>
                    <a:pt x="4" y="100"/>
                    <a:pt x="8" y="100"/>
                  </a:cubicBezTo>
                  <a:cubicBezTo>
                    <a:pt x="16" y="100"/>
                    <a:pt x="16" y="100"/>
                    <a:pt x="16" y="100"/>
                  </a:cubicBezTo>
                  <a:cubicBezTo>
                    <a:pt x="18" y="90"/>
                    <a:pt x="23" y="81"/>
                    <a:pt x="29" y="73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25" y="55"/>
                    <a:pt x="33" y="56"/>
                    <a:pt x="41" y="61"/>
                  </a:cubicBezTo>
                  <a:cubicBezTo>
                    <a:pt x="47" y="56"/>
                    <a:pt x="53" y="52"/>
                    <a:pt x="60" y="49"/>
                  </a:cubicBezTo>
                  <a:cubicBezTo>
                    <a:pt x="62" y="52"/>
                    <a:pt x="65" y="55"/>
                    <a:pt x="68" y="58"/>
                  </a:cubicBezTo>
                  <a:cubicBezTo>
                    <a:pt x="66" y="59"/>
                    <a:pt x="64" y="60"/>
                    <a:pt x="62" y="61"/>
                  </a:cubicBezTo>
                  <a:cubicBezTo>
                    <a:pt x="60" y="62"/>
                    <a:pt x="59" y="64"/>
                    <a:pt x="60" y="66"/>
                  </a:cubicBezTo>
                  <a:cubicBezTo>
                    <a:pt x="61" y="68"/>
                    <a:pt x="63" y="69"/>
                    <a:pt x="65" y="68"/>
                  </a:cubicBezTo>
                  <a:cubicBezTo>
                    <a:pt x="69" y="66"/>
                    <a:pt x="72" y="65"/>
                    <a:pt x="76" y="64"/>
                  </a:cubicBezTo>
                  <a:cubicBezTo>
                    <a:pt x="81" y="67"/>
                    <a:pt x="88" y="69"/>
                    <a:pt x="95" y="69"/>
                  </a:cubicBezTo>
                  <a:cubicBezTo>
                    <a:pt x="102" y="69"/>
                    <a:pt x="109" y="67"/>
                    <a:pt x="114" y="63"/>
                  </a:cubicBezTo>
                  <a:cubicBezTo>
                    <a:pt x="119" y="65"/>
                    <a:pt x="123" y="66"/>
                    <a:pt x="127" y="68"/>
                  </a:cubicBezTo>
                  <a:cubicBezTo>
                    <a:pt x="128" y="69"/>
                    <a:pt x="128" y="69"/>
                    <a:pt x="129" y="69"/>
                  </a:cubicBezTo>
                  <a:cubicBezTo>
                    <a:pt x="130" y="69"/>
                    <a:pt x="132" y="68"/>
                    <a:pt x="132" y="67"/>
                  </a:cubicBezTo>
                  <a:cubicBezTo>
                    <a:pt x="134" y="65"/>
                    <a:pt x="133" y="63"/>
                    <a:pt x="131" y="61"/>
                  </a:cubicBezTo>
                  <a:cubicBezTo>
                    <a:pt x="128" y="60"/>
                    <a:pt x="125" y="59"/>
                    <a:pt x="122" y="58"/>
                  </a:cubicBezTo>
                  <a:cubicBezTo>
                    <a:pt x="125" y="55"/>
                    <a:pt x="128" y="52"/>
                    <a:pt x="129" y="48"/>
                  </a:cubicBezTo>
                  <a:cubicBezTo>
                    <a:pt x="151" y="57"/>
                    <a:pt x="167" y="74"/>
                    <a:pt x="174" y="95"/>
                  </a:cubicBezTo>
                  <a:cubicBezTo>
                    <a:pt x="177" y="93"/>
                    <a:pt x="181" y="91"/>
                    <a:pt x="186" y="92"/>
                  </a:cubicBezTo>
                  <a:cubicBezTo>
                    <a:pt x="188" y="92"/>
                    <a:pt x="190" y="94"/>
                    <a:pt x="191" y="96"/>
                  </a:cubicBezTo>
                  <a:cubicBezTo>
                    <a:pt x="191" y="97"/>
                    <a:pt x="192" y="98"/>
                    <a:pt x="192" y="98"/>
                  </a:cubicBezTo>
                  <a:cubicBezTo>
                    <a:pt x="195" y="99"/>
                    <a:pt x="197" y="101"/>
                    <a:pt x="198" y="101"/>
                  </a:cubicBezTo>
                  <a:cubicBezTo>
                    <a:pt x="199" y="102"/>
                    <a:pt x="199" y="104"/>
                    <a:pt x="198" y="104"/>
                  </a:cubicBezTo>
                  <a:close/>
                  <a:moveTo>
                    <a:pt x="54" y="100"/>
                  </a:moveTo>
                  <a:cubicBezTo>
                    <a:pt x="54" y="95"/>
                    <a:pt x="50" y="91"/>
                    <a:pt x="45" y="91"/>
                  </a:cubicBezTo>
                  <a:cubicBezTo>
                    <a:pt x="40" y="91"/>
                    <a:pt x="36" y="95"/>
                    <a:pt x="36" y="100"/>
                  </a:cubicBezTo>
                  <a:cubicBezTo>
                    <a:pt x="36" y="105"/>
                    <a:pt x="40" y="109"/>
                    <a:pt x="45" y="109"/>
                  </a:cubicBezTo>
                  <a:cubicBezTo>
                    <a:pt x="50" y="109"/>
                    <a:pt x="54" y="105"/>
                    <a:pt x="54" y="100"/>
                  </a:cubicBezTo>
                  <a:close/>
                  <a:moveTo>
                    <a:pt x="188" y="101"/>
                  </a:moveTo>
                  <a:cubicBezTo>
                    <a:pt x="187" y="101"/>
                    <a:pt x="186" y="101"/>
                    <a:pt x="185" y="101"/>
                  </a:cubicBezTo>
                  <a:cubicBezTo>
                    <a:pt x="184" y="101"/>
                    <a:pt x="184" y="101"/>
                    <a:pt x="184" y="101"/>
                  </a:cubicBezTo>
                  <a:cubicBezTo>
                    <a:pt x="183" y="102"/>
                    <a:pt x="183" y="102"/>
                    <a:pt x="183" y="103"/>
                  </a:cubicBezTo>
                  <a:cubicBezTo>
                    <a:pt x="184" y="104"/>
                    <a:pt x="185" y="104"/>
                    <a:pt x="186" y="104"/>
                  </a:cubicBezTo>
                  <a:cubicBezTo>
                    <a:pt x="186" y="104"/>
                    <a:pt x="186" y="104"/>
                    <a:pt x="187" y="104"/>
                  </a:cubicBezTo>
                  <a:cubicBezTo>
                    <a:pt x="187" y="103"/>
                    <a:pt x="187" y="102"/>
                    <a:pt x="188" y="1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cs typeface="+mn-ea"/>
                <a:sym typeface="+mn-lt"/>
              </a:endParaRPr>
            </a:p>
          </p:txBody>
        </p:sp>
      </p:grpSp>
      <p:grpSp>
        <p:nvGrpSpPr>
          <p:cNvPr id="51" name="Group 43"/>
          <p:cNvGrpSpPr/>
          <p:nvPr>
            <p:custDataLst>
              <p:tags r:id="rId13"/>
            </p:custDataLst>
          </p:nvPr>
        </p:nvGrpSpPr>
        <p:grpSpPr bwMode="auto">
          <a:xfrm>
            <a:off x="9126220" y="1976439"/>
            <a:ext cx="2347595" cy="4625339"/>
            <a:chOff x="9142731" y="2307113"/>
            <a:chExt cx="2347644" cy="4625171"/>
          </a:xfrm>
        </p:grpSpPr>
        <p:sp>
          <p:nvSpPr>
            <p:cNvPr id="52" name="Arrow: Pentagon 27"/>
            <p:cNvSpPr/>
            <p:nvPr>
              <p:custDataLst>
                <p:tags r:id="rId14"/>
              </p:custDataLst>
            </p:nvPr>
          </p:nvSpPr>
          <p:spPr>
            <a:xfrm rot="5400000">
              <a:off x="9690148" y="1760965"/>
              <a:ext cx="1254079" cy="2346374"/>
            </a:xfrm>
            <a:prstGeom prst="homePlate">
              <a:avLst/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 eaLnBrk="1" hangingPunct="1"/>
              <a:endPara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endParaRPr>
            </a:p>
          </p:txBody>
        </p:sp>
        <p:sp>
          <p:nvSpPr>
            <p:cNvPr id="53" name="Isosceles Triangle 28"/>
            <p:cNvSpPr/>
            <p:nvPr>
              <p:custDataLst>
                <p:tags r:id="rId15"/>
              </p:custDataLst>
            </p:nvPr>
          </p:nvSpPr>
          <p:spPr>
            <a:xfrm rot="10800000">
              <a:off x="9417057" y="3940590"/>
              <a:ext cx="1832013" cy="265103"/>
            </a:xfrm>
            <a:prstGeom prst="triangle">
              <a:avLst/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 eaLnBrk="1" hangingPunct="1"/>
              <a:endPara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endParaRPr>
            </a:p>
          </p:txBody>
        </p:sp>
        <p:sp>
          <p:nvSpPr>
            <p:cNvPr id="54" name="TextBox 29"/>
            <p:cNvSpPr txBox="1"/>
            <p:nvPr>
              <p:custDataLst>
                <p:tags r:id="rId16"/>
              </p:custDataLst>
            </p:nvPr>
          </p:nvSpPr>
          <p:spPr>
            <a:xfrm>
              <a:off x="9142731" y="4604459"/>
              <a:ext cx="2346374" cy="232782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以高口碑立足市场，其打药设备搭载独创风压式离心喷头，雾化细密且穿透力强。同时提供整机方案与云服务，产品适配高精度低用量场景，凭借差异化喷洒技术和完善的配套服务，收获中小种植户青睐。</a:t>
              </a:r>
              <a:endParaRPr lang="zh-CN" altLang="en-US" sz="14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  <p:sp>
          <p:nvSpPr>
            <p:cNvPr id="55" name="TextBox 30"/>
            <p:cNvSpPr txBox="1"/>
            <p:nvPr>
              <p:custDataLst>
                <p:tags r:id="rId17"/>
              </p:custDataLst>
            </p:nvPr>
          </p:nvSpPr>
          <p:spPr>
            <a:xfrm>
              <a:off x="9142731" y="4205693"/>
              <a:ext cx="2346374" cy="39876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cs typeface="+mn-ea"/>
                  <a:sym typeface="+mn-lt"/>
                </a:rPr>
                <a:t>拓</a:t>
              </a:r>
              <a:r>
                <a:rPr lang="zh-CN" altLang="en-US" sz="2000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cs typeface="+mn-ea"/>
                  <a:sym typeface="+mn-lt"/>
                </a:rPr>
                <a:t>攻机器人</a:t>
              </a:r>
              <a:endParaRPr lang="zh-CN" altLang="en-US" sz="20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cs typeface="+mn-ea"/>
                <a:sym typeface="+mn-lt"/>
              </a:endParaRPr>
            </a:p>
          </p:txBody>
        </p:sp>
        <p:sp>
          <p:nvSpPr>
            <p:cNvPr id="56" name="Freeform 7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10038945" y="2558402"/>
              <a:ext cx="556484" cy="552672"/>
            </a:xfrm>
            <a:custGeom>
              <a:avLst/>
              <a:gdLst>
                <a:gd name="T0" fmla="*/ 1083659843 w 192"/>
                <a:gd name="T1" fmla="*/ 207145496 h 192"/>
                <a:gd name="T2" fmla="*/ 1083659843 w 192"/>
                <a:gd name="T3" fmla="*/ 91144824 h 192"/>
                <a:gd name="T4" fmla="*/ 991254515 w 192"/>
                <a:gd name="T5" fmla="*/ 0 h 192"/>
                <a:gd name="T6" fmla="*/ 621633205 w 192"/>
                <a:gd name="T7" fmla="*/ 0 h 192"/>
                <a:gd name="T8" fmla="*/ 520828447 w 192"/>
                <a:gd name="T9" fmla="*/ 91144824 h 192"/>
                <a:gd name="T10" fmla="*/ 520828447 w 192"/>
                <a:gd name="T11" fmla="*/ 207145496 h 192"/>
                <a:gd name="T12" fmla="*/ 0 w 192"/>
                <a:gd name="T13" fmla="*/ 207145496 h 192"/>
                <a:gd name="T14" fmla="*/ 0 w 192"/>
                <a:gd name="T15" fmla="*/ 571719035 h 192"/>
                <a:gd name="T16" fmla="*/ 1612887720 w 192"/>
                <a:gd name="T17" fmla="*/ 571719035 h 192"/>
                <a:gd name="T18" fmla="*/ 1612887720 w 192"/>
                <a:gd name="T19" fmla="*/ 207145496 h 192"/>
                <a:gd name="T20" fmla="*/ 1083659843 w 192"/>
                <a:gd name="T21" fmla="*/ 207145496 h 192"/>
                <a:gd name="T22" fmla="*/ 949251567 w 192"/>
                <a:gd name="T23" fmla="*/ 207145496 h 192"/>
                <a:gd name="T24" fmla="*/ 655236723 w 192"/>
                <a:gd name="T25" fmla="*/ 207145496 h 192"/>
                <a:gd name="T26" fmla="*/ 655236723 w 192"/>
                <a:gd name="T27" fmla="*/ 132572196 h 192"/>
                <a:gd name="T28" fmla="*/ 949251567 w 192"/>
                <a:gd name="T29" fmla="*/ 132572196 h 192"/>
                <a:gd name="T30" fmla="*/ 949251567 w 192"/>
                <a:gd name="T31" fmla="*/ 207145496 h 192"/>
                <a:gd name="T32" fmla="*/ 151207137 w 192"/>
                <a:gd name="T33" fmla="*/ 687719706 h 192"/>
                <a:gd name="T34" fmla="*/ 151207137 w 192"/>
                <a:gd name="T35" fmla="*/ 1499724407 h 192"/>
                <a:gd name="T36" fmla="*/ 252014793 w 192"/>
                <a:gd name="T37" fmla="*/ 1590866352 h 192"/>
                <a:gd name="T38" fmla="*/ 1360872927 w 192"/>
                <a:gd name="T39" fmla="*/ 1590866352 h 192"/>
                <a:gd name="T40" fmla="*/ 1461680583 w 192"/>
                <a:gd name="T41" fmla="*/ 1499724407 h 192"/>
                <a:gd name="T42" fmla="*/ 1461680583 w 192"/>
                <a:gd name="T43" fmla="*/ 687719706 h 192"/>
                <a:gd name="T44" fmla="*/ 159609466 w 192"/>
                <a:gd name="T45" fmla="*/ 687719706 h 192"/>
                <a:gd name="T46" fmla="*/ 151207137 w 192"/>
                <a:gd name="T47" fmla="*/ 687719706 h 192"/>
                <a:gd name="T48" fmla="*/ 1117260463 w 192"/>
                <a:gd name="T49" fmla="*/ 853434951 h 192"/>
                <a:gd name="T50" fmla="*/ 1192864031 w 192"/>
                <a:gd name="T51" fmla="*/ 778861652 h 192"/>
                <a:gd name="T52" fmla="*/ 1268467599 w 192"/>
                <a:gd name="T53" fmla="*/ 853434951 h 192"/>
                <a:gd name="T54" fmla="*/ 1268467599 w 192"/>
                <a:gd name="T55" fmla="*/ 1334009162 h 192"/>
                <a:gd name="T56" fmla="*/ 1192864031 w 192"/>
                <a:gd name="T57" fmla="*/ 1408579583 h 192"/>
                <a:gd name="T58" fmla="*/ 1117260463 w 192"/>
                <a:gd name="T59" fmla="*/ 1334009162 h 192"/>
                <a:gd name="T60" fmla="*/ 1117260463 w 192"/>
                <a:gd name="T61" fmla="*/ 853434951 h 192"/>
                <a:gd name="T62" fmla="*/ 730840292 w 192"/>
                <a:gd name="T63" fmla="*/ 853434951 h 192"/>
                <a:gd name="T64" fmla="*/ 806443860 w 192"/>
                <a:gd name="T65" fmla="*/ 778861652 h 192"/>
                <a:gd name="T66" fmla="*/ 882047428 w 192"/>
                <a:gd name="T67" fmla="*/ 853434951 h 192"/>
                <a:gd name="T68" fmla="*/ 882047428 w 192"/>
                <a:gd name="T69" fmla="*/ 1334009162 h 192"/>
                <a:gd name="T70" fmla="*/ 806443860 w 192"/>
                <a:gd name="T71" fmla="*/ 1408579583 h 192"/>
                <a:gd name="T72" fmla="*/ 730840292 w 192"/>
                <a:gd name="T73" fmla="*/ 1334009162 h 192"/>
                <a:gd name="T74" fmla="*/ 730840292 w 192"/>
                <a:gd name="T75" fmla="*/ 853434951 h 192"/>
                <a:gd name="T76" fmla="*/ 344420121 w 192"/>
                <a:gd name="T77" fmla="*/ 853434951 h 192"/>
                <a:gd name="T78" fmla="*/ 420023689 w 192"/>
                <a:gd name="T79" fmla="*/ 778861652 h 192"/>
                <a:gd name="T80" fmla="*/ 495627258 w 192"/>
                <a:gd name="T81" fmla="*/ 853434951 h 192"/>
                <a:gd name="T82" fmla="*/ 495627258 w 192"/>
                <a:gd name="T83" fmla="*/ 1334009162 h 192"/>
                <a:gd name="T84" fmla="*/ 420023689 w 192"/>
                <a:gd name="T85" fmla="*/ 1408579583 h 192"/>
                <a:gd name="T86" fmla="*/ 344420121 w 192"/>
                <a:gd name="T87" fmla="*/ 1334009162 h 192"/>
                <a:gd name="T88" fmla="*/ 344420121 w 192"/>
                <a:gd name="T89" fmla="*/ 853434951 h 19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92" h="192">
                  <a:moveTo>
                    <a:pt x="129" y="25"/>
                  </a:moveTo>
                  <a:cubicBezTo>
                    <a:pt x="129" y="11"/>
                    <a:pt x="129" y="11"/>
                    <a:pt x="129" y="11"/>
                  </a:cubicBezTo>
                  <a:cubicBezTo>
                    <a:pt x="129" y="5"/>
                    <a:pt x="124" y="0"/>
                    <a:pt x="118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68" y="0"/>
                    <a:pt x="62" y="5"/>
                    <a:pt x="62" y="11"/>
                  </a:cubicBezTo>
                  <a:cubicBezTo>
                    <a:pt x="62" y="25"/>
                    <a:pt x="62" y="25"/>
                    <a:pt x="62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192" y="69"/>
                    <a:pt x="192" y="69"/>
                    <a:pt x="192" y="69"/>
                  </a:cubicBezTo>
                  <a:cubicBezTo>
                    <a:pt x="192" y="25"/>
                    <a:pt x="192" y="25"/>
                    <a:pt x="192" y="25"/>
                  </a:cubicBezTo>
                  <a:lnTo>
                    <a:pt x="129" y="25"/>
                  </a:lnTo>
                  <a:close/>
                  <a:moveTo>
                    <a:pt x="113" y="25"/>
                  </a:moveTo>
                  <a:cubicBezTo>
                    <a:pt x="78" y="25"/>
                    <a:pt x="78" y="25"/>
                    <a:pt x="78" y="25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113" y="16"/>
                    <a:pt x="113" y="16"/>
                    <a:pt x="113" y="16"/>
                  </a:cubicBezTo>
                  <a:lnTo>
                    <a:pt x="113" y="25"/>
                  </a:lnTo>
                  <a:close/>
                  <a:moveTo>
                    <a:pt x="18" y="83"/>
                  </a:moveTo>
                  <a:cubicBezTo>
                    <a:pt x="18" y="181"/>
                    <a:pt x="18" y="181"/>
                    <a:pt x="18" y="181"/>
                  </a:cubicBezTo>
                  <a:cubicBezTo>
                    <a:pt x="18" y="187"/>
                    <a:pt x="23" y="192"/>
                    <a:pt x="30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69" y="192"/>
                    <a:pt x="174" y="187"/>
                    <a:pt x="174" y="181"/>
                  </a:cubicBezTo>
                  <a:cubicBezTo>
                    <a:pt x="174" y="83"/>
                    <a:pt x="174" y="83"/>
                    <a:pt x="174" y="83"/>
                  </a:cubicBezTo>
                  <a:cubicBezTo>
                    <a:pt x="19" y="83"/>
                    <a:pt x="19" y="83"/>
                    <a:pt x="19" y="83"/>
                  </a:cubicBezTo>
                  <a:cubicBezTo>
                    <a:pt x="19" y="83"/>
                    <a:pt x="18" y="83"/>
                    <a:pt x="18" y="83"/>
                  </a:cubicBezTo>
                  <a:close/>
                  <a:moveTo>
                    <a:pt x="133" y="103"/>
                  </a:moveTo>
                  <a:cubicBezTo>
                    <a:pt x="133" y="98"/>
                    <a:pt x="137" y="94"/>
                    <a:pt x="142" y="94"/>
                  </a:cubicBezTo>
                  <a:cubicBezTo>
                    <a:pt x="147" y="94"/>
                    <a:pt x="151" y="98"/>
                    <a:pt x="151" y="103"/>
                  </a:cubicBezTo>
                  <a:cubicBezTo>
                    <a:pt x="151" y="161"/>
                    <a:pt x="151" y="161"/>
                    <a:pt x="151" y="161"/>
                  </a:cubicBezTo>
                  <a:cubicBezTo>
                    <a:pt x="151" y="166"/>
                    <a:pt x="147" y="170"/>
                    <a:pt x="142" y="170"/>
                  </a:cubicBezTo>
                  <a:cubicBezTo>
                    <a:pt x="137" y="170"/>
                    <a:pt x="133" y="166"/>
                    <a:pt x="133" y="161"/>
                  </a:cubicBezTo>
                  <a:lnTo>
                    <a:pt x="133" y="103"/>
                  </a:lnTo>
                  <a:close/>
                  <a:moveTo>
                    <a:pt x="87" y="103"/>
                  </a:moveTo>
                  <a:cubicBezTo>
                    <a:pt x="87" y="98"/>
                    <a:pt x="91" y="94"/>
                    <a:pt x="96" y="94"/>
                  </a:cubicBezTo>
                  <a:cubicBezTo>
                    <a:pt x="101" y="94"/>
                    <a:pt x="105" y="98"/>
                    <a:pt x="105" y="103"/>
                  </a:cubicBezTo>
                  <a:cubicBezTo>
                    <a:pt x="105" y="161"/>
                    <a:pt x="105" y="161"/>
                    <a:pt x="105" y="161"/>
                  </a:cubicBezTo>
                  <a:cubicBezTo>
                    <a:pt x="105" y="166"/>
                    <a:pt x="101" y="170"/>
                    <a:pt x="96" y="170"/>
                  </a:cubicBezTo>
                  <a:cubicBezTo>
                    <a:pt x="91" y="170"/>
                    <a:pt x="87" y="166"/>
                    <a:pt x="87" y="161"/>
                  </a:cubicBezTo>
                  <a:lnTo>
                    <a:pt x="87" y="103"/>
                  </a:lnTo>
                  <a:close/>
                  <a:moveTo>
                    <a:pt x="41" y="103"/>
                  </a:moveTo>
                  <a:cubicBezTo>
                    <a:pt x="41" y="98"/>
                    <a:pt x="45" y="94"/>
                    <a:pt x="50" y="94"/>
                  </a:cubicBezTo>
                  <a:cubicBezTo>
                    <a:pt x="55" y="94"/>
                    <a:pt x="59" y="98"/>
                    <a:pt x="59" y="103"/>
                  </a:cubicBezTo>
                  <a:cubicBezTo>
                    <a:pt x="59" y="161"/>
                    <a:pt x="59" y="161"/>
                    <a:pt x="59" y="161"/>
                  </a:cubicBezTo>
                  <a:cubicBezTo>
                    <a:pt x="59" y="166"/>
                    <a:pt x="55" y="170"/>
                    <a:pt x="50" y="170"/>
                  </a:cubicBezTo>
                  <a:cubicBezTo>
                    <a:pt x="45" y="170"/>
                    <a:pt x="41" y="166"/>
                    <a:pt x="41" y="161"/>
                  </a:cubicBezTo>
                  <a:lnTo>
                    <a:pt x="41" y="1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cs typeface="+mn-ea"/>
                <a:sym typeface="+mn-lt"/>
              </a:endParaRPr>
            </a:p>
          </p:txBody>
        </p:sp>
      </p:grpSp>
      <p:grpSp>
        <p:nvGrpSpPr>
          <p:cNvPr id="75" name="Group 40"/>
          <p:cNvGrpSpPr/>
          <p:nvPr>
            <p:custDataLst>
              <p:tags r:id="rId19"/>
            </p:custDataLst>
          </p:nvPr>
        </p:nvGrpSpPr>
        <p:grpSpPr bwMode="auto">
          <a:xfrm>
            <a:off x="685166" y="1976438"/>
            <a:ext cx="2348229" cy="4551045"/>
            <a:chOff x="701627" y="2307105"/>
            <a:chExt cx="2348278" cy="4550885"/>
          </a:xfrm>
        </p:grpSpPr>
        <p:sp>
          <p:nvSpPr>
            <p:cNvPr id="76" name="Arrow: Pentagon 15"/>
            <p:cNvSpPr/>
            <p:nvPr>
              <p:custDataLst>
                <p:tags r:id="rId20"/>
              </p:custDataLst>
            </p:nvPr>
          </p:nvSpPr>
          <p:spPr>
            <a:xfrm rot="5400000">
              <a:off x="1247773" y="1760958"/>
              <a:ext cx="1254081" cy="2346374"/>
            </a:xfrm>
            <a:prstGeom prst="homePlate">
              <a:avLst/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 eaLnBrk="1" hangingPunct="1"/>
              <a:endPara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endParaRPr>
            </a:p>
          </p:txBody>
        </p:sp>
        <p:sp>
          <p:nvSpPr>
            <p:cNvPr id="80" name="Isosceles Triangle 16"/>
            <p:cNvSpPr/>
            <p:nvPr>
              <p:custDataLst>
                <p:tags r:id="rId21"/>
              </p:custDataLst>
            </p:nvPr>
          </p:nvSpPr>
          <p:spPr>
            <a:xfrm rot="10800000">
              <a:off x="974682" y="3940584"/>
              <a:ext cx="1832013" cy="265104"/>
            </a:xfrm>
            <a:prstGeom prst="triangle">
              <a:avLst/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 eaLnBrk="1" hangingPunct="1"/>
              <a:endPara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endParaRPr>
            </a:p>
          </p:txBody>
        </p:sp>
        <p:sp>
          <p:nvSpPr>
            <p:cNvPr id="82" name="TextBox 17"/>
            <p:cNvSpPr txBox="1"/>
            <p:nvPr>
              <p:custDataLst>
                <p:tags r:id="rId22"/>
              </p:custDataLst>
            </p:nvPr>
          </p:nvSpPr>
          <p:spPr>
            <a:xfrm>
              <a:off x="703531" y="4530162"/>
              <a:ext cx="2346374" cy="232782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1400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2024</a:t>
              </a:r>
              <a:r>
                <a:rPr lang="zh-CN" altLang="en-US" sz="1400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年以</a:t>
              </a:r>
              <a:r>
                <a:rPr lang="en-US" altLang="zh-CN" sz="1400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59%</a:t>
              </a:r>
              <a:r>
                <a:rPr lang="zh-CN" altLang="en-US" sz="1400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的全球农业无人机市占率领跑，靠价格战巩固优势，新款机型定价下探至</a:t>
              </a:r>
              <a:r>
                <a:rPr lang="en-US" altLang="zh-CN" sz="1400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3</a:t>
              </a:r>
              <a:r>
                <a:rPr lang="zh-CN" altLang="en-US" sz="1400" dirty="0"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万元级。其新品搭载三重融合避障技术，攻克果园复杂场景作业难题，同时布局百余个国家，按作物相似性拓展海外市场。</a:t>
              </a:r>
              <a:endParaRPr lang="zh-CN" altLang="en-US" sz="14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  <p:sp>
          <p:nvSpPr>
            <p:cNvPr id="83" name="TextBox 18"/>
            <p:cNvSpPr txBox="1"/>
            <p:nvPr>
              <p:custDataLst>
                <p:tags r:id="rId23"/>
              </p:custDataLst>
            </p:nvPr>
          </p:nvSpPr>
          <p:spPr>
            <a:xfrm>
              <a:off x="703531" y="4205688"/>
              <a:ext cx="2346374" cy="39876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cs typeface="+mn-ea"/>
                  <a:sym typeface="+mn-lt"/>
                </a:rPr>
                <a:t>大疆农业</a:t>
              </a:r>
              <a:endParaRPr lang="zh-CN" altLang="en-US" sz="20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cs typeface="+mn-ea"/>
                <a:sym typeface="+mn-lt"/>
              </a:endParaRPr>
            </a:p>
          </p:txBody>
        </p:sp>
        <p:sp>
          <p:nvSpPr>
            <p:cNvPr id="84" name="Freeform 23"/>
            <p:cNvSpPr>
              <a:spLocks noEditPoints="1"/>
            </p:cNvSpPr>
            <p:nvPr>
              <p:custDataLst>
                <p:tags r:id="rId24"/>
              </p:custDataLst>
            </p:nvPr>
          </p:nvSpPr>
          <p:spPr bwMode="auto">
            <a:xfrm>
              <a:off x="1554129" y="2559555"/>
              <a:ext cx="641368" cy="671496"/>
            </a:xfrm>
            <a:custGeom>
              <a:avLst/>
              <a:gdLst>
                <a:gd name="T0" fmla="*/ 985121614 w 196"/>
                <a:gd name="T1" fmla="*/ 1200690263 h 206"/>
                <a:gd name="T2" fmla="*/ 107079005 w 196"/>
                <a:gd name="T3" fmla="*/ 499400702 h 206"/>
                <a:gd name="T4" fmla="*/ 781673795 w 196"/>
                <a:gd name="T5" fmla="*/ 499400702 h 206"/>
                <a:gd name="T6" fmla="*/ 1006538724 w 196"/>
                <a:gd name="T7" fmla="*/ 722539475 h 206"/>
                <a:gd name="T8" fmla="*/ 1006538724 w 196"/>
                <a:gd name="T9" fmla="*/ 1147560586 h 206"/>
                <a:gd name="T10" fmla="*/ 995831805 w 196"/>
                <a:gd name="T11" fmla="*/ 1200690263 h 206"/>
                <a:gd name="T12" fmla="*/ 985121614 w 196"/>
                <a:gd name="T13" fmla="*/ 1200690263 h 206"/>
                <a:gd name="T14" fmla="*/ 2098739344 w 196"/>
                <a:gd name="T15" fmla="*/ 616283382 h 206"/>
                <a:gd name="T16" fmla="*/ 1905998443 w 196"/>
                <a:gd name="T17" fmla="*/ 669409799 h 206"/>
                <a:gd name="T18" fmla="*/ 1895291524 w 196"/>
                <a:gd name="T19" fmla="*/ 754415977 h 206"/>
                <a:gd name="T20" fmla="*/ 0 w 196"/>
                <a:gd name="T21" fmla="*/ 1391949274 h 206"/>
                <a:gd name="T22" fmla="*/ 471146969 w 196"/>
                <a:gd name="T23" fmla="*/ 1190063676 h 206"/>
                <a:gd name="T24" fmla="*/ 985121614 w 196"/>
                <a:gd name="T25" fmla="*/ 1328196270 h 206"/>
                <a:gd name="T26" fmla="*/ 995831805 w 196"/>
                <a:gd name="T27" fmla="*/ 1328196270 h 206"/>
                <a:gd name="T28" fmla="*/ 1092200620 w 196"/>
                <a:gd name="T29" fmla="*/ 1328196270 h 206"/>
                <a:gd name="T30" fmla="*/ 1124324649 w 196"/>
                <a:gd name="T31" fmla="*/ 1232566765 h 206"/>
                <a:gd name="T32" fmla="*/ 1135031567 w 196"/>
                <a:gd name="T33" fmla="*/ 1147560586 h 206"/>
                <a:gd name="T34" fmla="*/ 1135031567 w 196"/>
                <a:gd name="T35" fmla="*/ 722539475 h 206"/>
                <a:gd name="T36" fmla="*/ 781673795 w 196"/>
                <a:gd name="T37" fmla="*/ 371894695 h 206"/>
                <a:gd name="T38" fmla="*/ 728132656 w 196"/>
                <a:gd name="T39" fmla="*/ 371894695 h 206"/>
                <a:gd name="T40" fmla="*/ 1295651712 w 196"/>
                <a:gd name="T41" fmla="*/ 0 h 206"/>
                <a:gd name="T42" fmla="*/ 1852457304 w 196"/>
                <a:gd name="T43" fmla="*/ 350644780 h 206"/>
                <a:gd name="T44" fmla="*/ 2045201477 w 196"/>
                <a:gd name="T45" fmla="*/ 350644780 h 206"/>
                <a:gd name="T46" fmla="*/ 1948829391 w 196"/>
                <a:gd name="T47" fmla="*/ 499400702 h 206"/>
                <a:gd name="T48" fmla="*/ 2098739344 w 196"/>
                <a:gd name="T49" fmla="*/ 616283382 h 206"/>
                <a:gd name="T50" fmla="*/ 1723964461 w 196"/>
                <a:gd name="T51" fmla="*/ 488777375 h 206"/>
                <a:gd name="T52" fmla="*/ 1499099531 w 196"/>
                <a:gd name="T53" fmla="*/ 255015275 h 206"/>
                <a:gd name="T54" fmla="*/ 1263527683 w 196"/>
                <a:gd name="T55" fmla="*/ 488777375 h 206"/>
                <a:gd name="T56" fmla="*/ 1499099531 w 196"/>
                <a:gd name="T57" fmla="*/ 711912888 h 206"/>
                <a:gd name="T58" fmla="*/ 1723964461 w 196"/>
                <a:gd name="T59" fmla="*/ 488777375 h 206"/>
                <a:gd name="T60" fmla="*/ 1499099531 w 196"/>
                <a:gd name="T61" fmla="*/ 393147869 h 206"/>
                <a:gd name="T62" fmla="*/ 1402727445 w 196"/>
                <a:gd name="T63" fmla="*/ 488777375 h 206"/>
                <a:gd name="T64" fmla="*/ 1499099531 w 196"/>
                <a:gd name="T65" fmla="*/ 584406880 h 206"/>
                <a:gd name="T66" fmla="*/ 1595471618 w 196"/>
                <a:gd name="T67" fmla="*/ 488777375 h 206"/>
                <a:gd name="T68" fmla="*/ 1499099531 w 196"/>
                <a:gd name="T69" fmla="*/ 393147869 h 20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96" h="206">
                  <a:moveTo>
                    <a:pt x="92" y="113"/>
                  </a:moveTo>
                  <a:cubicBezTo>
                    <a:pt x="52" y="113"/>
                    <a:pt x="18" y="85"/>
                    <a:pt x="10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84" y="47"/>
                    <a:pt x="94" y="56"/>
                    <a:pt x="94" y="68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94" y="110"/>
                    <a:pt x="93" y="111"/>
                    <a:pt x="93" y="113"/>
                  </a:cubicBezTo>
                  <a:cubicBezTo>
                    <a:pt x="93" y="113"/>
                    <a:pt x="92" y="113"/>
                    <a:pt x="92" y="113"/>
                  </a:cubicBezTo>
                  <a:close/>
                  <a:moveTo>
                    <a:pt x="196" y="58"/>
                  </a:moveTo>
                  <a:cubicBezTo>
                    <a:pt x="178" y="63"/>
                    <a:pt x="178" y="63"/>
                    <a:pt x="178" y="63"/>
                  </a:cubicBezTo>
                  <a:cubicBezTo>
                    <a:pt x="178" y="66"/>
                    <a:pt x="178" y="69"/>
                    <a:pt x="177" y="71"/>
                  </a:cubicBezTo>
                  <a:cubicBezTo>
                    <a:pt x="149" y="206"/>
                    <a:pt x="0" y="131"/>
                    <a:pt x="0" y="131"/>
                  </a:cubicBezTo>
                  <a:cubicBezTo>
                    <a:pt x="21" y="130"/>
                    <a:pt x="35" y="122"/>
                    <a:pt x="44" y="112"/>
                  </a:cubicBezTo>
                  <a:cubicBezTo>
                    <a:pt x="58" y="121"/>
                    <a:pt x="75" y="125"/>
                    <a:pt x="92" y="125"/>
                  </a:cubicBezTo>
                  <a:cubicBezTo>
                    <a:pt x="92" y="125"/>
                    <a:pt x="93" y="125"/>
                    <a:pt x="93" y="125"/>
                  </a:cubicBezTo>
                  <a:cubicBezTo>
                    <a:pt x="102" y="125"/>
                    <a:pt x="102" y="125"/>
                    <a:pt x="102" y="125"/>
                  </a:cubicBezTo>
                  <a:cubicBezTo>
                    <a:pt x="105" y="116"/>
                    <a:pt x="105" y="116"/>
                    <a:pt x="105" y="116"/>
                  </a:cubicBezTo>
                  <a:cubicBezTo>
                    <a:pt x="105" y="114"/>
                    <a:pt x="106" y="111"/>
                    <a:pt x="106" y="108"/>
                  </a:cubicBezTo>
                  <a:cubicBezTo>
                    <a:pt x="106" y="68"/>
                    <a:pt x="106" y="68"/>
                    <a:pt x="106" y="68"/>
                  </a:cubicBezTo>
                  <a:cubicBezTo>
                    <a:pt x="106" y="50"/>
                    <a:pt x="91" y="35"/>
                    <a:pt x="73" y="35"/>
                  </a:cubicBezTo>
                  <a:cubicBezTo>
                    <a:pt x="68" y="35"/>
                    <a:pt x="68" y="35"/>
                    <a:pt x="68" y="35"/>
                  </a:cubicBezTo>
                  <a:cubicBezTo>
                    <a:pt x="77" y="14"/>
                    <a:pt x="97" y="0"/>
                    <a:pt x="121" y="0"/>
                  </a:cubicBezTo>
                  <a:cubicBezTo>
                    <a:pt x="144" y="0"/>
                    <a:pt x="164" y="14"/>
                    <a:pt x="173" y="33"/>
                  </a:cubicBezTo>
                  <a:cubicBezTo>
                    <a:pt x="191" y="33"/>
                    <a:pt x="191" y="33"/>
                    <a:pt x="191" y="33"/>
                  </a:cubicBezTo>
                  <a:cubicBezTo>
                    <a:pt x="182" y="47"/>
                    <a:pt x="182" y="47"/>
                    <a:pt x="182" y="47"/>
                  </a:cubicBezTo>
                  <a:lnTo>
                    <a:pt x="196" y="58"/>
                  </a:lnTo>
                  <a:close/>
                  <a:moveTo>
                    <a:pt x="161" y="46"/>
                  </a:moveTo>
                  <a:cubicBezTo>
                    <a:pt x="161" y="34"/>
                    <a:pt x="152" y="24"/>
                    <a:pt x="140" y="24"/>
                  </a:cubicBezTo>
                  <a:cubicBezTo>
                    <a:pt x="128" y="24"/>
                    <a:pt x="118" y="34"/>
                    <a:pt x="118" y="46"/>
                  </a:cubicBezTo>
                  <a:cubicBezTo>
                    <a:pt x="118" y="58"/>
                    <a:pt x="128" y="67"/>
                    <a:pt x="140" y="67"/>
                  </a:cubicBezTo>
                  <a:cubicBezTo>
                    <a:pt x="152" y="67"/>
                    <a:pt x="161" y="58"/>
                    <a:pt x="161" y="46"/>
                  </a:cubicBezTo>
                  <a:close/>
                  <a:moveTo>
                    <a:pt x="140" y="37"/>
                  </a:moveTo>
                  <a:cubicBezTo>
                    <a:pt x="135" y="37"/>
                    <a:pt x="131" y="41"/>
                    <a:pt x="131" y="46"/>
                  </a:cubicBezTo>
                  <a:cubicBezTo>
                    <a:pt x="131" y="50"/>
                    <a:pt x="135" y="55"/>
                    <a:pt x="140" y="55"/>
                  </a:cubicBezTo>
                  <a:cubicBezTo>
                    <a:pt x="145" y="55"/>
                    <a:pt x="149" y="50"/>
                    <a:pt x="149" y="46"/>
                  </a:cubicBezTo>
                  <a:cubicBezTo>
                    <a:pt x="149" y="41"/>
                    <a:pt x="145" y="37"/>
                    <a:pt x="140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cs typeface="+mn-ea"/>
                <a:sym typeface="+mn-lt"/>
              </a:endParaRPr>
            </a:p>
          </p:txBody>
        </p:sp>
      </p:grpSp>
      <p:sp>
        <p:nvSpPr>
          <p:cNvPr id="85" name="文本框 84"/>
          <p:cNvSpPr txBox="1"/>
          <p:nvPr/>
        </p:nvSpPr>
        <p:spPr>
          <a:xfrm>
            <a:off x="812165" y="1280795"/>
            <a:ext cx="45434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>
                <a:solidFill>
                  <a:schemeClr val="tx1"/>
                </a:solidFill>
                <a:uFillTx/>
              </a:rPr>
              <a:t>品牌竞争</a:t>
            </a:r>
            <a:endParaRPr lang="zh-CN" altLang="en-US" sz="3600" b="1">
              <a:solidFill>
                <a:schemeClr val="tx1"/>
              </a:solidFill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14081746" y="4505334"/>
            <a:ext cx="1547450" cy="1450272"/>
            <a:chOff x="8966631" y="1504210"/>
            <a:chExt cx="1908583" cy="1788726"/>
          </a:xfrm>
        </p:grpSpPr>
        <p:pic>
          <p:nvPicPr>
            <p:cNvPr id="52" name="截屏2023-06-27 10.11.15.png" descr="C:\Users\21549\Desktop\鑫运达.png鑫运达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9820368" y="1745144"/>
              <a:ext cx="1054846" cy="149049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>
              <a:outerShdw blurRad="254000" dist="127000" dir="2700000" rotWithShape="0">
                <a:schemeClr val="accent1">
                  <a:alpha val="20000"/>
                </a:schemeClr>
              </a:outerShdw>
            </a:effectLst>
          </p:spPr>
        </p:pic>
        <p:pic>
          <p:nvPicPr>
            <p:cNvPr id="53" name="3731687770473_.pic.jpg" descr="C:\Users\Penssy\Desktop\物流合作协议(电子商务)(1)_01.jpg物流合作协议(电子商务)(1)_01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8966631" y="1504210"/>
              <a:ext cx="1196259" cy="1788726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>
              <a:outerShdw blurRad="254000" dist="127000" dir="2700000" rotWithShape="0">
                <a:schemeClr val="accent1">
                  <a:alpha val="20000"/>
                </a:schemeClr>
              </a:outerShdw>
            </a:effectLst>
          </p:spPr>
        </p:pic>
      </p:grpSp>
      <p:grpSp>
        <p:nvGrpSpPr>
          <p:cNvPr id="54" name="组合 53"/>
          <p:cNvGrpSpPr/>
          <p:nvPr/>
        </p:nvGrpSpPr>
        <p:grpSpPr>
          <a:xfrm>
            <a:off x="0" y="6355758"/>
            <a:ext cx="12192000" cy="502242"/>
            <a:chOff x="0" y="6355758"/>
            <a:chExt cx="12192000" cy="502242"/>
          </a:xfrm>
        </p:grpSpPr>
        <p:sp>
          <p:nvSpPr>
            <p:cNvPr id="55" name="任意多边形 54"/>
            <p:cNvSpPr/>
            <p:nvPr userDrawn="1"/>
          </p:nvSpPr>
          <p:spPr>
            <a:xfrm>
              <a:off x="0" y="6457950"/>
              <a:ext cx="12192000" cy="400050"/>
            </a:xfrm>
            <a:custGeom>
              <a:avLst/>
              <a:gdLst>
                <a:gd name="connsiteX0" fmla="*/ 12192000 w 12192000"/>
                <a:gd name="connsiteY0" fmla="*/ 0 h 329410"/>
                <a:gd name="connsiteX1" fmla="*/ 12192000 w 12192000"/>
                <a:gd name="connsiteY1" fmla="*/ 329410 h 329410"/>
                <a:gd name="connsiteX2" fmla="*/ 0 w 12192000"/>
                <a:gd name="connsiteY2" fmla="*/ 329410 h 329410"/>
                <a:gd name="connsiteX3" fmla="*/ 0 w 12192000"/>
                <a:gd name="connsiteY3" fmla="*/ 29375 h 329410"/>
                <a:gd name="connsiteX4" fmla="*/ 577089 w 12192000"/>
                <a:gd name="connsiteY4" fmla="*/ 49593 h 329410"/>
                <a:gd name="connsiteX5" fmla="*/ 5704114 w 12192000"/>
                <a:gd name="connsiteY5" fmla="*/ 124873 h 329410"/>
                <a:gd name="connsiteX6" fmla="*/ 11982536 w 12192000"/>
                <a:gd name="connsiteY6" fmla="*/ 9255 h 32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29410">
                  <a:moveTo>
                    <a:pt x="12192000" y="0"/>
                  </a:moveTo>
                  <a:lnTo>
                    <a:pt x="12192000" y="329410"/>
                  </a:lnTo>
                  <a:lnTo>
                    <a:pt x="0" y="329410"/>
                  </a:lnTo>
                  <a:lnTo>
                    <a:pt x="0" y="29375"/>
                  </a:lnTo>
                  <a:lnTo>
                    <a:pt x="577089" y="49593"/>
                  </a:lnTo>
                  <a:cubicBezTo>
                    <a:pt x="2152931" y="98068"/>
                    <a:pt x="3885480" y="124873"/>
                    <a:pt x="5704114" y="124873"/>
                  </a:cubicBezTo>
                  <a:cubicBezTo>
                    <a:pt x="7977407" y="124873"/>
                    <a:pt x="10116192" y="82990"/>
                    <a:pt x="11982536" y="92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56" name="任意多边形 55"/>
            <p:cNvSpPr/>
            <p:nvPr userDrawn="1"/>
          </p:nvSpPr>
          <p:spPr>
            <a:xfrm flipH="1">
              <a:off x="0" y="6355758"/>
              <a:ext cx="12192000" cy="502242"/>
            </a:xfrm>
            <a:custGeom>
              <a:avLst/>
              <a:gdLst>
                <a:gd name="connsiteX0" fmla="*/ 12192000 w 12192000"/>
                <a:gd name="connsiteY0" fmla="*/ 0 h 329410"/>
                <a:gd name="connsiteX1" fmla="*/ 12192000 w 12192000"/>
                <a:gd name="connsiteY1" fmla="*/ 329410 h 329410"/>
                <a:gd name="connsiteX2" fmla="*/ 0 w 12192000"/>
                <a:gd name="connsiteY2" fmla="*/ 329410 h 329410"/>
                <a:gd name="connsiteX3" fmla="*/ 0 w 12192000"/>
                <a:gd name="connsiteY3" fmla="*/ 29375 h 329410"/>
                <a:gd name="connsiteX4" fmla="*/ 577089 w 12192000"/>
                <a:gd name="connsiteY4" fmla="*/ 49593 h 329410"/>
                <a:gd name="connsiteX5" fmla="*/ 5704114 w 12192000"/>
                <a:gd name="connsiteY5" fmla="*/ 124873 h 329410"/>
                <a:gd name="connsiteX6" fmla="*/ 11982536 w 12192000"/>
                <a:gd name="connsiteY6" fmla="*/ 9255 h 32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29410">
                  <a:moveTo>
                    <a:pt x="12192000" y="0"/>
                  </a:moveTo>
                  <a:lnTo>
                    <a:pt x="12192000" y="329410"/>
                  </a:lnTo>
                  <a:lnTo>
                    <a:pt x="0" y="329410"/>
                  </a:lnTo>
                  <a:lnTo>
                    <a:pt x="0" y="29375"/>
                  </a:lnTo>
                  <a:lnTo>
                    <a:pt x="577089" y="49593"/>
                  </a:lnTo>
                  <a:cubicBezTo>
                    <a:pt x="2152931" y="98068"/>
                    <a:pt x="3885480" y="124873"/>
                    <a:pt x="5704114" y="124873"/>
                  </a:cubicBezTo>
                  <a:cubicBezTo>
                    <a:pt x="7977407" y="124873"/>
                    <a:pt x="10116192" y="82990"/>
                    <a:pt x="11982536" y="9255"/>
                  </a:cubicBezTo>
                  <a:close/>
                </a:path>
              </a:pathLst>
            </a:custGeom>
            <a:solidFill>
              <a:schemeClr val="accent2"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6" name="Freeform 6"/>
          <p:cNvSpPr/>
          <p:nvPr/>
        </p:nvSpPr>
        <p:spPr bwMode="auto">
          <a:xfrm flipH="1">
            <a:off x="5477306" y="4505138"/>
            <a:ext cx="892957" cy="192556"/>
          </a:xfrm>
          <a:custGeom>
            <a:avLst/>
            <a:gdLst>
              <a:gd name="T0" fmla="*/ 2147483647 w 23"/>
              <a:gd name="T1" fmla="*/ 0 h 5"/>
              <a:gd name="T2" fmla="*/ 2147483647 w 23"/>
              <a:gd name="T3" fmla="*/ 0 h 5"/>
              <a:gd name="T4" fmla="*/ 0 w 23"/>
              <a:gd name="T5" fmla="*/ 2147483647 h 5"/>
              <a:gd name="T6" fmla="*/ 2147483647 w 23"/>
              <a:gd name="T7" fmla="*/ 2147483647 h 5"/>
              <a:gd name="T8" fmla="*/ 2147483647 w 23"/>
              <a:gd name="T9" fmla="*/ 2147483647 h 5"/>
              <a:gd name="T10" fmla="*/ 2147483647 w 23"/>
              <a:gd name="T11" fmla="*/ 2147483647 h 5"/>
              <a:gd name="T12" fmla="*/ 2147483647 w 23"/>
              <a:gd name="T13" fmla="*/ 0 h 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"/>
              <a:gd name="T22" fmla="*/ 0 h 5"/>
              <a:gd name="T23" fmla="*/ 23 w 23"/>
              <a:gd name="T24" fmla="*/ 5 h 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" h="5">
                <a:moveTo>
                  <a:pt x="20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4"/>
                  <a:pt x="1" y="5"/>
                  <a:pt x="3" y="5"/>
                </a:cubicBezTo>
                <a:cubicBezTo>
                  <a:pt x="20" y="5"/>
                  <a:pt x="20" y="5"/>
                  <a:pt x="20" y="5"/>
                </a:cubicBezTo>
                <a:cubicBezTo>
                  <a:pt x="22" y="5"/>
                  <a:pt x="23" y="4"/>
                  <a:pt x="23" y="2"/>
                </a:cubicBezTo>
                <a:cubicBezTo>
                  <a:pt x="23" y="1"/>
                  <a:pt x="22" y="0"/>
                  <a:pt x="20" y="0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7" name="Freeform 24"/>
          <p:cNvSpPr/>
          <p:nvPr/>
        </p:nvSpPr>
        <p:spPr>
          <a:xfrm flipH="1">
            <a:off x="5242428" y="4109443"/>
            <a:ext cx="1362713" cy="395695"/>
          </a:xfrm>
          <a:custGeom>
            <a:avLst/>
            <a:gdLst>
              <a:gd name="connsiteX0" fmla="*/ 0 w 2645228"/>
              <a:gd name="connsiteY0" fmla="*/ 0 h 496975"/>
              <a:gd name="connsiteX1" fmla="*/ 2645228 w 2645228"/>
              <a:gd name="connsiteY1" fmla="*/ 0 h 496975"/>
              <a:gd name="connsiteX2" fmla="*/ 2645228 w 2645228"/>
              <a:gd name="connsiteY2" fmla="*/ 56095 h 496975"/>
              <a:gd name="connsiteX3" fmla="*/ 2204348 w 2645228"/>
              <a:gd name="connsiteY3" fmla="*/ 496975 h 496975"/>
              <a:gd name="connsiteX4" fmla="*/ 440880 w 2645228"/>
              <a:gd name="connsiteY4" fmla="*/ 496975 h 496975"/>
              <a:gd name="connsiteX5" fmla="*/ 0 w 2645228"/>
              <a:gd name="connsiteY5" fmla="*/ 56095 h 496975"/>
              <a:gd name="connsiteX6" fmla="*/ 0 w 2645228"/>
              <a:gd name="connsiteY6" fmla="*/ 0 h 496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5228" h="496975">
                <a:moveTo>
                  <a:pt x="0" y="0"/>
                </a:moveTo>
                <a:lnTo>
                  <a:pt x="2645228" y="0"/>
                </a:lnTo>
                <a:lnTo>
                  <a:pt x="2645228" y="56095"/>
                </a:lnTo>
                <a:cubicBezTo>
                  <a:pt x="2645228" y="299586"/>
                  <a:pt x="2447839" y="496975"/>
                  <a:pt x="2204348" y="496975"/>
                </a:cubicBezTo>
                <a:lnTo>
                  <a:pt x="440880" y="496975"/>
                </a:lnTo>
                <a:cubicBezTo>
                  <a:pt x="197389" y="496975"/>
                  <a:pt x="0" y="299586"/>
                  <a:pt x="0" y="56095"/>
                </a:cubicBezTo>
                <a:lnTo>
                  <a:pt x="0" y="0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7" tIns="60953" rIns="121907" bIns="60953" anchor="ctr"/>
          <a:lstStyle/>
          <a:p>
            <a:pPr algn="ctr" eaLnBrk="1" hangingPunct="1">
              <a:defRPr/>
            </a:pPr>
            <a:endParaRPr lang="id-ID" sz="1335" dirty="0"/>
          </a:p>
        </p:txBody>
      </p:sp>
      <p:sp>
        <p:nvSpPr>
          <p:cNvPr id="18" name="Freeform 25"/>
          <p:cNvSpPr/>
          <p:nvPr/>
        </p:nvSpPr>
        <p:spPr>
          <a:xfrm flipH="1">
            <a:off x="5621195" y="4778103"/>
            <a:ext cx="607296" cy="129077"/>
          </a:xfrm>
          <a:custGeom>
            <a:avLst/>
            <a:gdLst>
              <a:gd name="connsiteX0" fmla="*/ 0 w 694404"/>
              <a:gd name="connsiteY0" fmla="*/ 0 h 288475"/>
              <a:gd name="connsiteX1" fmla="*/ 694404 w 694404"/>
              <a:gd name="connsiteY1" fmla="*/ 0 h 288475"/>
              <a:gd name="connsiteX2" fmla="*/ 693800 w 694404"/>
              <a:gd name="connsiteY2" fmla="*/ 5989 h 288475"/>
              <a:gd name="connsiteX3" fmla="*/ 347202 w 694404"/>
              <a:gd name="connsiteY3" fmla="*/ 288475 h 288475"/>
              <a:gd name="connsiteX4" fmla="*/ 604 w 694404"/>
              <a:gd name="connsiteY4" fmla="*/ 5989 h 288475"/>
              <a:gd name="connsiteX5" fmla="*/ 0 w 694404"/>
              <a:gd name="connsiteY5" fmla="*/ 0 h 28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4404" h="288475">
                <a:moveTo>
                  <a:pt x="0" y="0"/>
                </a:moveTo>
                <a:lnTo>
                  <a:pt x="694404" y="0"/>
                </a:lnTo>
                <a:lnTo>
                  <a:pt x="693800" y="5989"/>
                </a:lnTo>
                <a:cubicBezTo>
                  <a:pt x="660811" y="167204"/>
                  <a:pt x="518169" y="288475"/>
                  <a:pt x="347202" y="288475"/>
                </a:cubicBezTo>
                <a:cubicBezTo>
                  <a:pt x="176235" y="288475"/>
                  <a:pt x="33593" y="167204"/>
                  <a:pt x="604" y="5989"/>
                </a:cubicBezTo>
                <a:lnTo>
                  <a:pt x="0" y="0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7" tIns="60953" rIns="121907" bIns="60953" anchor="ctr"/>
          <a:lstStyle/>
          <a:p>
            <a:pPr algn="ctr" eaLnBrk="1" hangingPunct="1">
              <a:defRPr/>
            </a:pPr>
            <a:endParaRPr lang="id-ID" sz="1335" dirty="0"/>
          </a:p>
        </p:txBody>
      </p:sp>
      <p:sp>
        <p:nvSpPr>
          <p:cNvPr id="22" name="Freeform 5"/>
          <p:cNvSpPr/>
          <p:nvPr>
            <p:custDataLst>
              <p:tags r:id="rId3"/>
            </p:custDataLst>
          </p:nvPr>
        </p:nvSpPr>
        <p:spPr bwMode="auto">
          <a:xfrm>
            <a:off x="5815868" y="3341330"/>
            <a:ext cx="177745" cy="524772"/>
          </a:xfrm>
          <a:custGeom>
            <a:avLst/>
            <a:gdLst>
              <a:gd name="T0" fmla="*/ 77 w 112"/>
              <a:gd name="T1" fmla="*/ 270 h 331"/>
              <a:gd name="T2" fmla="*/ 44 w 112"/>
              <a:gd name="T3" fmla="*/ 331 h 331"/>
              <a:gd name="T4" fmla="*/ 15 w 112"/>
              <a:gd name="T5" fmla="*/ 328 h 331"/>
              <a:gd name="T6" fmla="*/ 0 w 112"/>
              <a:gd name="T7" fmla="*/ 261 h 331"/>
              <a:gd name="T8" fmla="*/ 35 w 112"/>
              <a:gd name="T9" fmla="*/ 0 h 331"/>
              <a:gd name="T10" fmla="*/ 112 w 112"/>
              <a:gd name="T11" fmla="*/ 11 h 331"/>
              <a:gd name="T12" fmla="*/ 77 w 112"/>
              <a:gd name="T13" fmla="*/ 270 h 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2" h="331">
                <a:moveTo>
                  <a:pt x="77" y="270"/>
                </a:moveTo>
                <a:lnTo>
                  <a:pt x="44" y="331"/>
                </a:lnTo>
                <a:lnTo>
                  <a:pt x="15" y="328"/>
                </a:lnTo>
                <a:lnTo>
                  <a:pt x="0" y="261"/>
                </a:lnTo>
                <a:lnTo>
                  <a:pt x="35" y="0"/>
                </a:lnTo>
                <a:lnTo>
                  <a:pt x="112" y="11"/>
                </a:lnTo>
                <a:lnTo>
                  <a:pt x="77" y="270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pPr eaLnBrk="1" hangingPunct="1">
              <a:defRPr/>
            </a:pPr>
            <a:endParaRPr lang="id-ID" sz="1335" dirty="0"/>
          </a:p>
        </p:txBody>
      </p:sp>
      <p:sp>
        <p:nvSpPr>
          <p:cNvPr id="23" name="Freeform 6"/>
          <p:cNvSpPr/>
          <p:nvPr>
            <p:custDataLst>
              <p:tags r:id="rId4"/>
            </p:custDataLst>
          </p:nvPr>
        </p:nvSpPr>
        <p:spPr bwMode="auto">
          <a:xfrm>
            <a:off x="5866652" y="3248226"/>
            <a:ext cx="139657" cy="160817"/>
          </a:xfrm>
          <a:custGeom>
            <a:avLst/>
            <a:gdLst>
              <a:gd name="T0" fmla="*/ 2147483647 w 64"/>
              <a:gd name="T1" fmla="*/ 2147483647 h 74"/>
              <a:gd name="T2" fmla="*/ 2147483647 w 64"/>
              <a:gd name="T3" fmla="*/ 2147483647 h 74"/>
              <a:gd name="T4" fmla="*/ 2147483647 w 64"/>
              <a:gd name="T5" fmla="*/ 2147483647 h 74"/>
              <a:gd name="T6" fmla="*/ 2147483647 w 64"/>
              <a:gd name="T7" fmla="*/ 2147483647 h 74"/>
              <a:gd name="T8" fmla="*/ 2147483647 w 64"/>
              <a:gd name="T9" fmla="*/ 2147483647 h 74"/>
              <a:gd name="T10" fmla="*/ 2147483647 w 64"/>
              <a:gd name="T11" fmla="*/ 2147483647 h 74"/>
              <a:gd name="T12" fmla="*/ 2147483647 w 64"/>
              <a:gd name="T13" fmla="*/ 2147483647 h 74"/>
              <a:gd name="T14" fmla="*/ 2147483647 w 64"/>
              <a:gd name="T15" fmla="*/ 2147483647 h 74"/>
              <a:gd name="T16" fmla="*/ 2147483647 w 64"/>
              <a:gd name="T17" fmla="*/ 2147483647 h 7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64"/>
              <a:gd name="T28" fmla="*/ 0 h 74"/>
              <a:gd name="T29" fmla="*/ 64 w 64"/>
              <a:gd name="T30" fmla="*/ 74 h 7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64" h="74">
                <a:moveTo>
                  <a:pt x="58" y="48"/>
                </a:moveTo>
                <a:cubicBezTo>
                  <a:pt x="56" y="63"/>
                  <a:pt x="42" y="74"/>
                  <a:pt x="27" y="72"/>
                </a:cubicBezTo>
                <a:cubicBezTo>
                  <a:pt x="26" y="72"/>
                  <a:pt x="26" y="72"/>
                  <a:pt x="26" y="72"/>
                </a:cubicBezTo>
                <a:cubicBezTo>
                  <a:pt x="11" y="70"/>
                  <a:pt x="0" y="56"/>
                  <a:pt x="2" y="41"/>
                </a:cubicBezTo>
                <a:cubicBezTo>
                  <a:pt x="6" y="15"/>
                  <a:pt x="6" y="15"/>
                  <a:pt x="6" y="15"/>
                </a:cubicBezTo>
                <a:cubicBezTo>
                  <a:pt x="8" y="0"/>
                  <a:pt x="20" y="5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51" y="9"/>
                  <a:pt x="64" y="7"/>
                  <a:pt x="62" y="22"/>
                </a:cubicBezTo>
                <a:lnTo>
                  <a:pt x="58" y="48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24" name="Freeform 7"/>
          <p:cNvSpPr/>
          <p:nvPr>
            <p:custDataLst>
              <p:tags r:id="rId5"/>
            </p:custDataLst>
          </p:nvPr>
        </p:nvSpPr>
        <p:spPr bwMode="auto">
          <a:xfrm>
            <a:off x="5849724" y="3305358"/>
            <a:ext cx="152353" cy="148121"/>
          </a:xfrm>
          <a:custGeom>
            <a:avLst/>
            <a:gdLst>
              <a:gd name="T0" fmla="*/ 2147483647 w 96"/>
              <a:gd name="T1" fmla="*/ 2147483647 h 93"/>
              <a:gd name="T2" fmla="*/ 0 w 96"/>
              <a:gd name="T3" fmla="*/ 2147483647 h 93"/>
              <a:gd name="T4" fmla="*/ 2147483647 w 96"/>
              <a:gd name="T5" fmla="*/ 0 h 93"/>
              <a:gd name="T6" fmla="*/ 2147483647 w 96"/>
              <a:gd name="T7" fmla="*/ 2147483647 h 93"/>
              <a:gd name="T8" fmla="*/ 2147483647 w 96"/>
              <a:gd name="T9" fmla="*/ 2147483647 h 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6"/>
              <a:gd name="T16" fmla="*/ 0 h 93"/>
              <a:gd name="T17" fmla="*/ 96 w 96"/>
              <a:gd name="T18" fmla="*/ 93 h 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6" h="93">
                <a:moveTo>
                  <a:pt x="85" y="93"/>
                </a:moveTo>
                <a:lnTo>
                  <a:pt x="0" y="81"/>
                </a:lnTo>
                <a:lnTo>
                  <a:pt x="11" y="0"/>
                </a:lnTo>
                <a:lnTo>
                  <a:pt x="96" y="12"/>
                </a:lnTo>
                <a:lnTo>
                  <a:pt x="85" y="93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25" name="Freeform 8"/>
          <p:cNvSpPr/>
          <p:nvPr>
            <p:custDataLst>
              <p:tags r:id="rId6"/>
            </p:custDataLst>
          </p:nvPr>
        </p:nvSpPr>
        <p:spPr bwMode="auto">
          <a:xfrm>
            <a:off x="5839144" y="3847056"/>
            <a:ext cx="46552" cy="76176"/>
          </a:xfrm>
          <a:custGeom>
            <a:avLst/>
            <a:gdLst>
              <a:gd name="T0" fmla="*/ 0 w 21"/>
              <a:gd name="T1" fmla="*/ 2147483647 h 35"/>
              <a:gd name="T2" fmla="*/ 2147483647 w 21"/>
              <a:gd name="T3" fmla="*/ 2147483647 h 35"/>
              <a:gd name="T4" fmla="*/ 2147483647 w 21"/>
              <a:gd name="T5" fmla="*/ 2147483647 h 35"/>
              <a:gd name="T6" fmla="*/ 0 w 21"/>
              <a:gd name="T7" fmla="*/ 2147483647 h 35"/>
              <a:gd name="T8" fmla="*/ 0 60000 65536"/>
              <a:gd name="T9" fmla="*/ 0 60000 65536"/>
              <a:gd name="T10" fmla="*/ 0 60000 65536"/>
              <a:gd name="T11" fmla="*/ 0 60000 65536"/>
              <a:gd name="T12" fmla="*/ 0 w 21"/>
              <a:gd name="T13" fmla="*/ 0 h 35"/>
              <a:gd name="T14" fmla="*/ 21 w 21"/>
              <a:gd name="T15" fmla="*/ 35 h 3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" h="35">
                <a:moveTo>
                  <a:pt x="0" y="5"/>
                </a:moveTo>
                <a:cubicBezTo>
                  <a:pt x="0" y="5"/>
                  <a:pt x="3" y="22"/>
                  <a:pt x="5" y="26"/>
                </a:cubicBezTo>
                <a:cubicBezTo>
                  <a:pt x="6" y="31"/>
                  <a:pt x="9" y="35"/>
                  <a:pt x="21" y="9"/>
                </a:cubicBezTo>
                <a:cubicBezTo>
                  <a:pt x="21" y="9"/>
                  <a:pt x="13" y="0"/>
                  <a:pt x="0" y="5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26" name="Freeform 9"/>
          <p:cNvSpPr/>
          <p:nvPr>
            <p:custDataLst>
              <p:tags r:id="rId7"/>
            </p:custDataLst>
          </p:nvPr>
        </p:nvSpPr>
        <p:spPr bwMode="auto">
          <a:xfrm>
            <a:off x="5999961" y="3339214"/>
            <a:ext cx="175628" cy="524772"/>
          </a:xfrm>
          <a:custGeom>
            <a:avLst/>
            <a:gdLst>
              <a:gd name="T0" fmla="*/ 75 w 111"/>
              <a:gd name="T1" fmla="*/ 269 h 331"/>
              <a:gd name="T2" fmla="*/ 44 w 111"/>
              <a:gd name="T3" fmla="*/ 331 h 331"/>
              <a:gd name="T4" fmla="*/ 15 w 111"/>
              <a:gd name="T5" fmla="*/ 326 h 331"/>
              <a:gd name="T6" fmla="*/ 0 w 111"/>
              <a:gd name="T7" fmla="*/ 259 h 331"/>
              <a:gd name="T8" fmla="*/ 34 w 111"/>
              <a:gd name="T9" fmla="*/ 0 h 331"/>
              <a:gd name="T10" fmla="*/ 111 w 111"/>
              <a:gd name="T11" fmla="*/ 9 h 331"/>
              <a:gd name="T12" fmla="*/ 75 w 111"/>
              <a:gd name="T13" fmla="*/ 269 h 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1" h="331">
                <a:moveTo>
                  <a:pt x="75" y="269"/>
                </a:moveTo>
                <a:lnTo>
                  <a:pt x="44" y="331"/>
                </a:lnTo>
                <a:lnTo>
                  <a:pt x="15" y="326"/>
                </a:lnTo>
                <a:lnTo>
                  <a:pt x="0" y="259"/>
                </a:lnTo>
                <a:lnTo>
                  <a:pt x="34" y="0"/>
                </a:lnTo>
                <a:lnTo>
                  <a:pt x="111" y="9"/>
                </a:lnTo>
                <a:lnTo>
                  <a:pt x="75" y="269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pPr eaLnBrk="1" hangingPunct="1">
              <a:defRPr/>
            </a:pPr>
            <a:endParaRPr lang="id-ID" sz="1335" dirty="0"/>
          </a:p>
        </p:txBody>
      </p:sp>
      <p:sp>
        <p:nvSpPr>
          <p:cNvPr id="27" name="Freeform 10"/>
          <p:cNvSpPr/>
          <p:nvPr>
            <p:custDataLst>
              <p:tags r:id="rId8"/>
            </p:custDataLst>
          </p:nvPr>
        </p:nvSpPr>
        <p:spPr bwMode="auto">
          <a:xfrm>
            <a:off x="6048629" y="3241877"/>
            <a:ext cx="139657" cy="162933"/>
          </a:xfrm>
          <a:custGeom>
            <a:avLst/>
            <a:gdLst>
              <a:gd name="T0" fmla="*/ 2147483647 w 64"/>
              <a:gd name="T1" fmla="*/ 2147483647 h 74"/>
              <a:gd name="T2" fmla="*/ 2147483647 w 64"/>
              <a:gd name="T3" fmla="*/ 2147483647 h 74"/>
              <a:gd name="T4" fmla="*/ 2147483647 w 64"/>
              <a:gd name="T5" fmla="*/ 2147483647 h 74"/>
              <a:gd name="T6" fmla="*/ 2147483647 w 64"/>
              <a:gd name="T7" fmla="*/ 2147483647 h 74"/>
              <a:gd name="T8" fmla="*/ 2147483647 w 64"/>
              <a:gd name="T9" fmla="*/ 2147483647 h 74"/>
              <a:gd name="T10" fmla="*/ 2147483647 w 64"/>
              <a:gd name="T11" fmla="*/ 2147483647 h 74"/>
              <a:gd name="T12" fmla="*/ 2147483647 w 64"/>
              <a:gd name="T13" fmla="*/ 2147483647 h 74"/>
              <a:gd name="T14" fmla="*/ 2147483647 w 64"/>
              <a:gd name="T15" fmla="*/ 2147483647 h 74"/>
              <a:gd name="T16" fmla="*/ 2147483647 w 64"/>
              <a:gd name="T17" fmla="*/ 2147483647 h 7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64"/>
              <a:gd name="T28" fmla="*/ 0 h 74"/>
              <a:gd name="T29" fmla="*/ 64 w 64"/>
              <a:gd name="T30" fmla="*/ 74 h 7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64" h="74">
                <a:moveTo>
                  <a:pt x="58" y="48"/>
                </a:moveTo>
                <a:cubicBezTo>
                  <a:pt x="56" y="64"/>
                  <a:pt x="42" y="74"/>
                  <a:pt x="27" y="72"/>
                </a:cubicBezTo>
                <a:cubicBezTo>
                  <a:pt x="26" y="72"/>
                  <a:pt x="26" y="72"/>
                  <a:pt x="26" y="72"/>
                </a:cubicBezTo>
                <a:cubicBezTo>
                  <a:pt x="11" y="70"/>
                  <a:pt x="0" y="56"/>
                  <a:pt x="2" y="41"/>
                </a:cubicBezTo>
                <a:cubicBezTo>
                  <a:pt x="6" y="15"/>
                  <a:pt x="6" y="15"/>
                  <a:pt x="6" y="15"/>
                </a:cubicBezTo>
                <a:cubicBezTo>
                  <a:pt x="8" y="0"/>
                  <a:pt x="20" y="5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51" y="9"/>
                  <a:pt x="64" y="7"/>
                  <a:pt x="61" y="23"/>
                </a:cubicBezTo>
                <a:lnTo>
                  <a:pt x="58" y="48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28" name="Freeform 11"/>
          <p:cNvSpPr/>
          <p:nvPr>
            <p:custDataLst>
              <p:tags r:id="rId9"/>
            </p:custDataLst>
          </p:nvPr>
        </p:nvSpPr>
        <p:spPr bwMode="auto">
          <a:xfrm>
            <a:off x="6033817" y="3305357"/>
            <a:ext cx="152353" cy="146005"/>
          </a:xfrm>
          <a:custGeom>
            <a:avLst/>
            <a:gdLst>
              <a:gd name="T0" fmla="*/ 2147483647 w 96"/>
              <a:gd name="T1" fmla="*/ 2147483647 h 92"/>
              <a:gd name="T2" fmla="*/ 0 w 96"/>
              <a:gd name="T3" fmla="*/ 2147483647 h 92"/>
              <a:gd name="T4" fmla="*/ 2147483647 w 96"/>
              <a:gd name="T5" fmla="*/ 0 h 92"/>
              <a:gd name="T6" fmla="*/ 2147483647 w 96"/>
              <a:gd name="T7" fmla="*/ 2147483647 h 92"/>
              <a:gd name="T8" fmla="*/ 2147483647 w 96"/>
              <a:gd name="T9" fmla="*/ 2147483647 h 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6"/>
              <a:gd name="T16" fmla="*/ 0 h 92"/>
              <a:gd name="T17" fmla="*/ 96 w 96"/>
              <a:gd name="T18" fmla="*/ 92 h 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6" h="92">
                <a:moveTo>
                  <a:pt x="85" y="92"/>
                </a:moveTo>
                <a:lnTo>
                  <a:pt x="0" y="81"/>
                </a:lnTo>
                <a:lnTo>
                  <a:pt x="11" y="0"/>
                </a:lnTo>
                <a:lnTo>
                  <a:pt x="96" y="11"/>
                </a:lnTo>
                <a:lnTo>
                  <a:pt x="85" y="92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29" name="Freeform 12"/>
          <p:cNvSpPr/>
          <p:nvPr>
            <p:custDataLst>
              <p:tags r:id="rId10"/>
            </p:custDataLst>
          </p:nvPr>
        </p:nvSpPr>
        <p:spPr bwMode="auto">
          <a:xfrm>
            <a:off x="6023236" y="3842824"/>
            <a:ext cx="46552" cy="76176"/>
          </a:xfrm>
          <a:custGeom>
            <a:avLst/>
            <a:gdLst>
              <a:gd name="T0" fmla="*/ 0 w 21"/>
              <a:gd name="T1" fmla="*/ 2147483647 h 35"/>
              <a:gd name="T2" fmla="*/ 2147483647 w 21"/>
              <a:gd name="T3" fmla="*/ 2147483647 h 35"/>
              <a:gd name="T4" fmla="*/ 2147483647 w 21"/>
              <a:gd name="T5" fmla="*/ 2147483647 h 35"/>
              <a:gd name="T6" fmla="*/ 0 w 21"/>
              <a:gd name="T7" fmla="*/ 2147483647 h 35"/>
              <a:gd name="T8" fmla="*/ 0 60000 65536"/>
              <a:gd name="T9" fmla="*/ 0 60000 65536"/>
              <a:gd name="T10" fmla="*/ 0 60000 65536"/>
              <a:gd name="T11" fmla="*/ 0 60000 65536"/>
              <a:gd name="T12" fmla="*/ 0 w 21"/>
              <a:gd name="T13" fmla="*/ 0 h 35"/>
              <a:gd name="T14" fmla="*/ 21 w 21"/>
              <a:gd name="T15" fmla="*/ 35 h 3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" h="35">
                <a:moveTo>
                  <a:pt x="0" y="6"/>
                </a:moveTo>
                <a:cubicBezTo>
                  <a:pt x="0" y="6"/>
                  <a:pt x="3" y="22"/>
                  <a:pt x="5" y="27"/>
                </a:cubicBezTo>
                <a:cubicBezTo>
                  <a:pt x="6" y="31"/>
                  <a:pt x="9" y="35"/>
                  <a:pt x="21" y="10"/>
                </a:cubicBezTo>
                <a:cubicBezTo>
                  <a:pt x="21" y="10"/>
                  <a:pt x="13" y="0"/>
                  <a:pt x="0" y="6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30" name="Freeform 13"/>
          <p:cNvSpPr/>
          <p:nvPr>
            <p:custDataLst>
              <p:tags r:id="rId11"/>
            </p:custDataLst>
          </p:nvPr>
        </p:nvSpPr>
        <p:spPr bwMode="auto">
          <a:xfrm>
            <a:off x="6158662" y="3343446"/>
            <a:ext cx="42320" cy="266617"/>
          </a:xfrm>
          <a:custGeom>
            <a:avLst/>
            <a:gdLst>
              <a:gd name="T0" fmla="*/ 2147483647 w 19"/>
              <a:gd name="T1" fmla="*/ 0 h 122"/>
              <a:gd name="T2" fmla="*/ 2147483647 w 19"/>
              <a:gd name="T3" fmla="*/ 2147483647 h 122"/>
              <a:gd name="T4" fmla="*/ 2147483647 w 19"/>
              <a:gd name="T5" fmla="*/ 2147483647 h 122"/>
              <a:gd name="T6" fmla="*/ 0 w 19"/>
              <a:gd name="T7" fmla="*/ 2147483647 h 122"/>
              <a:gd name="T8" fmla="*/ 2147483647 w 19"/>
              <a:gd name="T9" fmla="*/ 2147483647 h 122"/>
              <a:gd name="T10" fmla="*/ 2147483647 w 19"/>
              <a:gd name="T11" fmla="*/ 2147483647 h 122"/>
              <a:gd name="T12" fmla="*/ 2147483647 w 19"/>
              <a:gd name="T13" fmla="*/ 0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"/>
              <a:gd name="T22" fmla="*/ 0 h 122"/>
              <a:gd name="T23" fmla="*/ 19 w 19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" h="122">
                <a:moveTo>
                  <a:pt x="4" y="0"/>
                </a:moveTo>
                <a:cubicBezTo>
                  <a:pt x="4" y="0"/>
                  <a:pt x="18" y="10"/>
                  <a:pt x="19" y="16"/>
                </a:cubicBezTo>
                <a:cubicBezTo>
                  <a:pt x="19" y="21"/>
                  <a:pt x="7" y="115"/>
                  <a:pt x="7" y="115"/>
                </a:cubicBezTo>
                <a:cubicBezTo>
                  <a:pt x="7" y="115"/>
                  <a:pt x="8" y="122"/>
                  <a:pt x="0" y="121"/>
                </a:cubicBezTo>
                <a:cubicBezTo>
                  <a:pt x="10" y="43"/>
                  <a:pt x="10" y="43"/>
                  <a:pt x="10" y="43"/>
                </a:cubicBezTo>
                <a:cubicBezTo>
                  <a:pt x="5" y="34"/>
                  <a:pt x="5" y="34"/>
                  <a:pt x="5" y="34"/>
                </a:cubicBezTo>
                <a:cubicBezTo>
                  <a:pt x="4" y="0"/>
                  <a:pt x="4" y="0"/>
                  <a:pt x="4" y="0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grpSp>
        <p:nvGrpSpPr>
          <p:cNvPr id="31" name="Group 123"/>
          <p:cNvGrpSpPr/>
          <p:nvPr>
            <p:custDataLst>
              <p:tags r:id="rId12"/>
            </p:custDataLst>
          </p:nvPr>
        </p:nvGrpSpPr>
        <p:grpSpPr>
          <a:xfrm>
            <a:off x="4924943" y="3220282"/>
            <a:ext cx="817099" cy="620552"/>
            <a:chOff x="7170738" y="4168775"/>
            <a:chExt cx="817563" cy="620713"/>
          </a:xfrm>
          <a:solidFill>
            <a:srgbClr val="151472"/>
          </a:solidFill>
        </p:grpSpPr>
        <p:sp>
          <p:nvSpPr>
            <p:cNvPr id="32" name="Freeform 14"/>
            <p:cNvSpPr/>
            <p:nvPr>
              <p:custDataLst>
                <p:tags r:id="rId13"/>
              </p:custDataLst>
            </p:nvPr>
          </p:nvSpPr>
          <p:spPr bwMode="auto">
            <a:xfrm>
              <a:off x="7170738" y="4168775"/>
              <a:ext cx="785813" cy="354013"/>
            </a:xfrm>
            <a:custGeom>
              <a:avLst/>
              <a:gdLst>
                <a:gd name="T0" fmla="*/ 246 w 495"/>
                <a:gd name="T1" fmla="*/ 223 h 223"/>
                <a:gd name="T2" fmla="*/ 0 w 495"/>
                <a:gd name="T3" fmla="*/ 111 h 223"/>
                <a:gd name="T4" fmla="*/ 252 w 495"/>
                <a:gd name="T5" fmla="*/ 0 h 223"/>
                <a:gd name="T6" fmla="*/ 495 w 495"/>
                <a:gd name="T7" fmla="*/ 109 h 223"/>
                <a:gd name="T8" fmla="*/ 246 w 495"/>
                <a:gd name="T9" fmla="*/ 22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5" h="223">
                  <a:moveTo>
                    <a:pt x="246" y="223"/>
                  </a:moveTo>
                  <a:lnTo>
                    <a:pt x="0" y="111"/>
                  </a:lnTo>
                  <a:lnTo>
                    <a:pt x="252" y="0"/>
                  </a:lnTo>
                  <a:lnTo>
                    <a:pt x="495" y="109"/>
                  </a:lnTo>
                  <a:lnTo>
                    <a:pt x="246" y="2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388" tIns="45693" rIns="91388" bIns="45693"/>
            <a:lstStyle/>
            <a:p>
              <a:pPr eaLnBrk="1" hangingPunct="1">
                <a:defRPr/>
              </a:pPr>
              <a:endParaRPr lang="id-ID" sz="1335" dirty="0"/>
            </a:p>
          </p:txBody>
        </p:sp>
        <p:sp>
          <p:nvSpPr>
            <p:cNvPr id="33" name="Rectangle 15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7924800" y="4335463"/>
              <a:ext cx="23813" cy="257175"/>
            </a:xfrm>
            <a:prstGeom prst="rect">
              <a:avLst/>
            </a:prstGeom>
            <a:grpFill/>
            <a:ln>
              <a:noFill/>
            </a:ln>
          </p:spPr>
          <p:txBody>
            <a:bodyPr lIns="91388" tIns="45693" rIns="91388" bIns="45693"/>
            <a:lstStyle/>
            <a:p>
              <a:pPr eaLnBrk="1" hangingPunct="1">
                <a:defRPr/>
              </a:pPr>
              <a:endParaRPr lang="id-ID" sz="1335" dirty="0"/>
            </a:p>
          </p:txBody>
        </p:sp>
        <p:sp>
          <p:nvSpPr>
            <p:cNvPr id="34" name="Oval 16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897813" y="4564063"/>
              <a:ext cx="76200" cy="77788"/>
            </a:xfrm>
            <a:prstGeom prst="ellipse">
              <a:avLst/>
            </a:prstGeom>
            <a:grpFill/>
            <a:ln>
              <a:noFill/>
            </a:ln>
          </p:spPr>
          <p:txBody>
            <a:bodyPr lIns="91388" tIns="45693" rIns="91388" bIns="45693"/>
            <a:lstStyle/>
            <a:p>
              <a:pPr eaLnBrk="1" hangingPunct="1">
                <a:defRPr/>
              </a:pPr>
              <a:endParaRPr lang="id-ID" sz="1335" dirty="0"/>
            </a:p>
          </p:txBody>
        </p:sp>
        <p:sp>
          <p:nvSpPr>
            <p:cNvPr id="35" name="Freeform 17"/>
            <p:cNvSpPr/>
            <p:nvPr>
              <p:custDataLst>
                <p:tags r:id="rId16"/>
              </p:custDataLst>
            </p:nvPr>
          </p:nvSpPr>
          <p:spPr bwMode="auto">
            <a:xfrm>
              <a:off x="7888288" y="4605338"/>
              <a:ext cx="55563" cy="171450"/>
            </a:xfrm>
            <a:custGeom>
              <a:avLst/>
              <a:gdLst>
                <a:gd name="T0" fmla="*/ 14 w 26"/>
                <a:gd name="T1" fmla="*/ 4 h 79"/>
                <a:gd name="T2" fmla="*/ 6 w 26"/>
                <a:gd name="T3" fmla="*/ 79 h 79"/>
                <a:gd name="T4" fmla="*/ 26 w 26"/>
                <a:gd name="T5" fmla="*/ 79 h 79"/>
                <a:gd name="T6" fmla="*/ 26 w 26"/>
                <a:gd name="T7" fmla="*/ 0 h 79"/>
                <a:gd name="T8" fmla="*/ 14 w 26"/>
                <a:gd name="T9" fmla="*/ 4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79">
                  <a:moveTo>
                    <a:pt x="14" y="4"/>
                  </a:moveTo>
                  <a:cubicBezTo>
                    <a:pt x="14" y="4"/>
                    <a:pt x="0" y="34"/>
                    <a:pt x="6" y="79"/>
                  </a:cubicBezTo>
                  <a:cubicBezTo>
                    <a:pt x="26" y="79"/>
                    <a:pt x="26" y="79"/>
                    <a:pt x="26" y="79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14" y="7"/>
                    <a:pt x="14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91388" tIns="45693" rIns="91388" bIns="45693"/>
            <a:lstStyle/>
            <a:p>
              <a:pPr eaLnBrk="1" hangingPunct="1">
                <a:defRPr/>
              </a:pPr>
              <a:endParaRPr lang="id-ID" sz="1335" dirty="0"/>
            </a:p>
          </p:txBody>
        </p:sp>
        <p:sp>
          <p:nvSpPr>
            <p:cNvPr id="64" name="Freeform 18"/>
            <p:cNvSpPr/>
            <p:nvPr>
              <p:custDataLst>
                <p:tags r:id="rId17"/>
              </p:custDataLst>
            </p:nvPr>
          </p:nvSpPr>
          <p:spPr bwMode="auto">
            <a:xfrm>
              <a:off x="7932738" y="4605338"/>
              <a:ext cx="55563" cy="171450"/>
            </a:xfrm>
            <a:custGeom>
              <a:avLst/>
              <a:gdLst>
                <a:gd name="T0" fmla="*/ 11 w 25"/>
                <a:gd name="T1" fmla="*/ 4 h 79"/>
                <a:gd name="T2" fmla="*/ 20 w 25"/>
                <a:gd name="T3" fmla="*/ 79 h 79"/>
                <a:gd name="T4" fmla="*/ 0 w 25"/>
                <a:gd name="T5" fmla="*/ 79 h 79"/>
                <a:gd name="T6" fmla="*/ 0 w 25"/>
                <a:gd name="T7" fmla="*/ 0 h 79"/>
                <a:gd name="T8" fmla="*/ 11 w 25"/>
                <a:gd name="T9" fmla="*/ 4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9">
                  <a:moveTo>
                    <a:pt x="11" y="4"/>
                  </a:moveTo>
                  <a:cubicBezTo>
                    <a:pt x="11" y="4"/>
                    <a:pt x="25" y="34"/>
                    <a:pt x="2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1" y="7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91388" tIns="45693" rIns="91388" bIns="45693"/>
            <a:lstStyle/>
            <a:p>
              <a:pPr eaLnBrk="1" hangingPunct="1">
                <a:defRPr/>
              </a:pPr>
              <a:endParaRPr lang="id-ID" sz="1335" dirty="0"/>
            </a:p>
          </p:txBody>
        </p:sp>
        <p:sp>
          <p:nvSpPr>
            <p:cNvPr id="65" name="Freeform 19"/>
            <p:cNvSpPr/>
            <p:nvPr>
              <p:custDataLst>
                <p:tags r:id="rId18"/>
              </p:custDataLst>
            </p:nvPr>
          </p:nvSpPr>
          <p:spPr bwMode="auto">
            <a:xfrm>
              <a:off x="7327900" y="4449763"/>
              <a:ext cx="455613" cy="339725"/>
            </a:xfrm>
            <a:custGeom>
              <a:avLst/>
              <a:gdLst>
                <a:gd name="T0" fmla="*/ 209 w 209"/>
                <a:gd name="T1" fmla="*/ 0 h 156"/>
                <a:gd name="T2" fmla="*/ 104 w 209"/>
                <a:gd name="T3" fmla="*/ 49 h 156"/>
                <a:gd name="T4" fmla="*/ 0 w 209"/>
                <a:gd name="T5" fmla="*/ 0 h 156"/>
                <a:gd name="T6" fmla="*/ 0 w 209"/>
                <a:gd name="T7" fmla="*/ 120 h 156"/>
                <a:gd name="T8" fmla="*/ 102 w 209"/>
                <a:gd name="T9" fmla="*/ 156 h 156"/>
                <a:gd name="T10" fmla="*/ 102 w 209"/>
                <a:gd name="T11" fmla="*/ 156 h 156"/>
                <a:gd name="T12" fmla="*/ 104 w 209"/>
                <a:gd name="T13" fmla="*/ 156 h 156"/>
                <a:gd name="T14" fmla="*/ 107 w 209"/>
                <a:gd name="T15" fmla="*/ 156 h 156"/>
                <a:gd name="T16" fmla="*/ 107 w 209"/>
                <a:gd name="T17" fmla="*/ 156 h 156"/>
                <a:gd name="T18" fmla="*/ 209 w 209"/>
                <a:gd name="T19" fmla="*/ 120 h 156"/>
                <a:gd name="T20" fmla="*/ 209 w 209"/>
                <a:gd name="T2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9" h="156">
                  <a:moveTo>
                    <a:pt x="209" y="0"/>
                  </a:moveTo>
                  <a:cubicBezTo>
                    <a:pt x="209" y="1"/>
                    <a:pt x="121" y="41"/>
                    <a:pt x="104" y="49"/>
                  </a:cubicBezTo>
                  <a:cubicBezTo>
                    <a:pt x="87" y="41"/>
                    <a:pt x="0" y="1"/>
                    <a:pt x="0" y="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28" y="150"/>
                    <a:pt x="84" y="155"/>
                    <a:pt x="102" y="156"/>
                  </a:cubicBezTo>
                  <a:cubicBezTo>
                    <a:pt x="102" y="156"/>
                    <a:pt x="102" y="156"/>
                    <a:pt x="102" y="156"/>
                  </a:cubicBezTo>
                  <a:cubicBezTo>
                    <a:pt x="102" y="156"/>
                    <a:pt x="103" y="156"/>
                    <a:pt x="104" y="156"/>
                  </a:cubicBezTo>
                  <a:cubicBezTo>
                    <a:pt x="106" y="156"/>
                    <a:pt x="107" y="156"/>
                    <a:pt x="107" y="156"/>
                  </a:cubicBezTo>
                  <a:cubicBezTo>
                    <a:pt x="107" y="156"/>
                    <a:pt x="107" y="156"/>
                    <a:pt x="107" y="156"/>
                  </a:cubicBezTo>
                  <a:cubicBezTo>
                    <a:pt x="125" y="155"/>
                    <a:pt x="181" y="150"/>
                    <a:pt x="209" y="120"/>
                  </a:cubicBezTo>
                  <a:lnTo>
                    <a:pt x="20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388" tIns="45693" rIns="91388" bIns="45693"/>
            <a:lstStyle/>
            <a:p>
              <a:pPr eaLnBrk="1" hangingPunct="1">
                <a:defRPr/>
              </a:pPr>
              <a:endParaRPr lang="id-ID" sz="1335" dirty="0"/>
            </a:p>
          </p:txBody>
        </p:sp>
      </p:grpSp>
      <p:sp>
        <p:nvSpPr>
          <p:cNvPr id="66" name="Freeform 20"/>
          <p:cNvSpPr>
            <a:spLocks noEditPoints="1"/>
          </p:cNvSpPr>
          <p:nvPr>
            <p:custDataLst>
              <p:tags r:id="rId19"/>
            </p:custDataLst>
          </p:nvPr>
        </p:nvSpPr>
        <p:spPr bwMode="auto">
          <a:xfrm>
            <a:off x="4260598" y="1102588"/>
            <a:ext cx="476103" cy="501495"/>
          </a:xfrm>
          <a:custGeom>
            <a:avLst/>
            <a:gdLst>
              <a:gd name="T0" fmla="*/ 2147483647 w 219"/>
              <a:gd name="T1" fmla="*/ 2147483647 h 231"/>
              <a:gd name="T2" fmla="*/ 2147483647 w 219"/>
              <a:gd name="T3" fmla="*/ 2147483647 h 231"/>
              <a:gd name="T4" fmla="*/ 2147483647 w 219"/>
              <a:gd name="T5" fmla="*/ 2147483647 h 231"/>
              <a:gd name="T6" fmla="*/ 2147483647 w 219"/>
              <a:gd name="T7" fmla="*/ 2147483647 h 231"/>
              <a:gd name="T8" fmla="*/ 2147483647 w 219"/>
              <a:gd name="T9" fmla="*/ 2147483647 h 231"/>
              <a:gd name="T10" fmla="*/ 2147483647 w 219"/>
              <a:gd name="T11" fmla="*/ 2147483647 h 231"/>
              <a:gd name="T12" fmla="*/ 2147483647 w 219"/>
              <a:gd name="T13" fmla="*/ 2147483647 h 231"/>
              <a:gd name="T14" fmla="*/ 2147483647 w 219"/>
              <a:gd name="T15" fmla="*/ 2147483647 h 231"/>
              <a:gd name="T16" fmla="*/ 2147483647 w 219"/>
              <a:gd name="T17" fmla="*/ 2147483647 h 231"/>
              <a:gd name="T18" fmla="*/ 2147483647 w 219"/>
              <a:gd name="T19" fmla="*/ 2147483647 h 231"/>
              <a:gd name="T20" fmla="*/ 2147483647 w 219"/>
              <a:gd name="T21" fmla="*/ 2147483647 h 231"/>
              <a:gd name="T22" fmla="*/ 2147483647 w 219"/>
              <a:gd name="T23" fmla="*/ 2147483647 h 231"/>
              <a:gd name="T24" fmla="*/ 2147483647 w 219"/>
              <a:gd name="T25" fmla="*/ 2147483647 h 231"/>
              <a:gd name="T26" fmla="*/ 2147483647 w 219"/>
              <a:gd name="T27" fmla="*/ 2147483647 h 231"/>
              <a:gd name="T28" fmla="*/ 2147483647 w 219"/>
              <a:gd name="T29" fmla="*/ 2147483647 h 231"/>
              <a:gd name="T30" fmla="*/ 2147483647 w 219"/>
              <a:gd name="T31" fmla="*/ 2147483647 h 231"/>
              <a:gd name="T32" fmla="*/ 2147483647 w 219"/>
              <a:gd name="T33" fmla="*/ 2147483647 h 231"/>
              <a:gd name="T34" fmla="*/ 2147483647 w 219"/>
              <a:gd name="T35" fmla="*/ 2147483647 h 231"/>
              <a:gd name="T36" fmla="*/ 2147483647 w 219"/>
              <a:gd name="T37" fmla="*/ 2147483647 h 231"/>
              <a:gd name="T38" fmla="*/ 2147483647 w 219"/>
              <a:gd name="T39" fmla="*/ 0 h 231"/>
              <a:gd name="T40" fmla="*/ 2147483647 w 219"/>
              <a:gd name="T41" fmla="*/ 2147483647 h 231"/>
              <a:gd name="T42" fmla="*/ 2147483647 w 219"/>
              <a:gd name="T43" fmla="*/ 2147483647 h 231"/>
              <a:gd name="T44" fmla="*/ 2147483647 w 219"/>
              <a:gd name="T45" fmla="*/ 2147483647 h 231"/>
              <a:gd name="T46" fmla="*/ 2147483647 w 219"/>
              <a:gd name="T47" fmla="*/ 2147483647 h 231"/>
              <a:gd name="T48" fmla="*/ 2147483647 w 219"/>
              <a:gd name="T49" fmla="*/ 2147483647 h 231"/>
              <a:gd name="T50" fmla="*/ 2147483647 w 219"/>
              <a:gd name="T51" fmla="*/ 2147483647 h 231"/>
              <a:gd name="T52" fmla="*/ 2147483647 w 219"/>
              <a:gd name="T53" fmla="*/ 2147483647 h 231"/>
              <a:gd name="T54" fmla="*/ 2147483647 w 219"/>
              <a:gd name="T55" fmla="*/ 2147483647 h 231"/>
              <a:gd name="T56" fmla="*/ 2147483647 w 219"/>
              <a:gd name="T57" fmla="*/ 2147483647 h 231"/>
              <a:gd name="T58" fmla="*/ 2147483647 w 219"/>
              <a:gd name="T59" fmla="*/ 2147483647 h 231"/>
              <a:gd name="T60" fmla="*/ 2147483647 w 219"/>
              <a:gd name="T61" fmla="*/ 2147483647 h 231"/>
              <a:gd name="T62" fmla="*/ 2147483647 w 219"/>
              <a:gd name="T63" fmla="*/ 2147483647 h 231"/>
              <a:gd name="T64" fmla="*/ 2147483647 w 219"/>
              <a:gd name="T65" fmla="*/ 2147483647 h 231"/>
              <a:gd name="T66" fmla="*/ 2147483647 w 219"/>
              <a:gd name="T67" fmla="*/ 2147483647 h 231"/>
              <a:gd name="T68" fmla="*/ 2147483647 w 219"/>
              <a:gd name="T69" fmla="*/ 2147483647 h 231"/>
              <a:gd name="T70" fmla="*/ 2147483647 w 219"/>
              <a:gd name="T71" fmla="*/ 2147483647 h 231"/>
              <a:gd name="T72" fmla="*/ 2147483647 w 219"/>
              <a:gd name="T73" fmla="*/ 2147483647 h 231"/>
              <a:gd name="T74" fmla="*/ 2147483647 w 219"/>
              <a:gd name="T75" fmla="*/ 2147483647 h 231"/>
              <a:gd name="T76" fmla="*/ 2147483647 w 219"/>
              <a:gd name="T77" fmla="*/ 2147483647 h 231"/>
              <a:gd name="T78" fmla="*/ 2147483647 w 219"/>
              <a:gd name="T79" fmla="*/ 2147483647 h 231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219"/>
              <a:gd name="T121" fmla="*/ 0 h 231"/>
              <a:gd name="T122" fmla="*/ 219 w 219"/>
              <a:gd name="T123" fmla="*/ 231 h 231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219" h="231">
                <a:moveTo>
                  <a:pt x="168" y="224"/>
                </a:moveTo>
                <a:cubicBezTo>
                  <a:pt x="179" y="221"/>
                  <a:pt x="189" y="217"/>
                  <a:pt x="197" y="212"/>
                </a:cubicBezTo>
                <a:cubicBezTo>
                  <a:pt x="219" y="196"/>
                  <a:pt x="191" y="157"/>
                  <a:pt x="168" y="132"/>
                </a:cubicBezTo>
                <a:cubicBezTo>
                  <a:pt x="168" y="150"/>
                  <a:pt x="168" y="150"/>
                  <a:pt x="168" y="150"/>
                </a:cubicBezTo>
                <a:cubicBezTo>
                  <a:pt x="180" y="162"/>
                  <a:pt x="193" y="177"/>
                  <a:pt x="192" y="190"/>
                </a:cubicBezTo>
                <a:cubicBezTo>
                  <a:pt x="192" y="201"/>
                  <a:pt x="180" y="207"/>
                  <a:pt x="168" y="209"/>
                </a:cubicBezTo>
                <a:cubicBezTo>
                  <a:pt x="168" y="224"/>
                  <a:pt x="168" y="224"/>
                  <a:pt x="168" y="224"/>
                </a:cubicBezTo>
                <a:close/>
                <a:moveTo>
                  <a:pt x="168" y="203"/>
                </a:moveTo>
                <a:cubicBezTo>
                  <a:pt x="168" y="157"/>
                  <a:pt x="168" y="157"/>
                  <a:pt x="168" y="157"/>
                </a:cubicBezTo>
                <a:cubicBezTo>
                  <a:pt x="175" y="167"/>
                  <a:pt x="182" y="179"/>
                  <a:pt x="181" y="187"/>
                </a:cubicBezTo>
                <a:cubicBezTo>
                  <a:pt x="180" y="194"/>
                  <a:pt x="175" y="199"/>
                  <a:pt x="168" y="203"/>
                </a:cubicBezTo>
                <a:close/>
                <a:moveTo>
                  <a:pt x="146" y="112"/>
                </a:moveTo>
                <a:cubicBezTo>
                  <a:pt x="146" y="112"/>
                  <a:pt x="141" y="109"/>
                  <a:pt x="141" y="98"/>
                </a:cubicBezTo>
                <a:cubicBezTo>
                  <a:pt x="141" y="90"/>
                  <a:pt x="141" y="56"/>
                  <a:pt x="141" y="44"/>
                </a:cubicBezTo>
                <a:cubicBezTo>
                  <a:pt x="144" y="43"/>
                  <a:pt x="146" y="40"/>
                  <a:pt x="146" y="37"/>
                </a:cubicBezTo>
                <a:cubicBezTo>
                  <a:pt x="148" y="37"/>
                  <a:pt x="148" y="37"/>
                  <a:pt x="148" y="37"/>
                </a:cubicBezTo>
                <a:cubicBezTo>
                  <a:pt x="148" y="14"/>
                  <a:pt x="148" y="14"/>
                  <a:pt x="148" y="14"/>
                </a:cubicBezTo>
                <a:cubicBezTo>
                  <a:pt x="146" y="14"/>
                  <a:pt x="146" y="14"/>
                  <a:pt x="146" y="14"/>
                </a:cubicBezTo>
                <a:cubicBezTo>
                  <a:pt x="146" y="14"/>
                  <a:pt x="146" y="13"/>
                  <a:pt x="146" y="13"/>
                </a:cubicBezTo>
                <a:cubicBezTo>
                  <a:pt x="146" y="6"/>
                  <a:pt x="132" y="0"/>
                  <a:pt x="114" y="0"/>
                </a:cubicBezTo>
                <a:cubicBezTo>
                  <a:pt x="95" y="0"/>
                  <a:pt x="81" y="6"/>
                  <a:pt x="81" y="13"/>
                </a:cubicBezTo>
                <a:cubicBezTo>
                  <a:pt x="81" y="13"/>
                  <a:pt x="81" y="14"/>
                  <a:pt x="81" y="14"/>
                </a:cubicBezTo>
                <a:cubicBezTo>
                  <a:pt x="80" y="14"/>
                  <a:pt x="80" y="14"/>
                  <a:pt x="80" y="14"/>
                </a:cubicBezTo>
                <a:cubicBezTo>
                  <a:pt x="80" y="37"/>
                  <a:pt x="80" y="37"/>
                  <a:pt x="80" y="37"/>
                </a:cubicBezTo>
                <a:cubicBezTo>
                  <a:pt x="81" y="37"/>
                  <a:pt x="81" y="37"/>
                  <a:pt x="81" y="37"/>
                </a:cubicBezTo>
                <a:cubicBezTo>
                  <a:pt x="81" y="40"/>
                  <a:pt x="84" y="43"/>
                  <a:pt x="90" y="45"/>
                </a:cubicBezTo>
                <a:cubicBezTo>
                  <a:pt x="90" y="56"/>
                  <a:pt x="90" y="90"/>
                  <a:pt x="90" y="98"/>
                </a:cubicBezTo>
                <a:cubicBezTo>
                  <a:pt x="90" y="109"/>
                  <a:pt x="83" y="112"/>
                  <a:pt x="83" y="112"/>
                </a:cubicBezTo>
                <a:cubicBezTo>
                  <a:pt x="71" y="119"/>
                  <a:pt x="0" y="190"/>
                  <a:pt x="31" y="212"/>
                </a:cubicBezTo>
                <a:cubicBezTo>
                  <a:pt x="58" y="231"/>
                  <a:pt x="105" y="230"/>
                  <a:pt x="114" y="230"/>
                </a:cubicBezTo>
                <a:cubicBezTo>
                  <a:pt x="121" y="230"/>
                  <a:pt x="145" y="230"/>
                  <a:pt x="168" y="224"/>
                </a:cubicBezTo>
                <a:cubicBezTo>
                  <a:pt x="168" y="209"/>
                  <a:pt x="168" y="209"/>
                  <a:pt x="168" y="209"/>
                </a:cubicBezTo>
                <a:cubicBezTo>
                  <a:pt x="156" y="212"/>
                  <a:pt x="144" y="212"/>
                  <a:pt x="144" y="212"/>
                </a:cubicBezTo>
                <a:cubicBezTo>
                  <a:pt x="144" y="212"/>
                  <a:pt x="144" y="212"/>
                  <a:pt x="144" y="212"/>
                </a:cubicBezTo>
                <a:cubicBezTo>
                  <a:pt x="144" y="212"/>
                  <a:pt x="158" y="210"/>
                  <a:pt x="168" y="203"/>
                </a:cubicBezTo>
                <a:cubicBezTo>
                  <a:pt x="168" y="157"/>
                  <a:pt x="168" y="157"/>
                  <a:pt x="168" y="157"/>
                </a:cubicBezTo>
                <a:cubicBezTo>
                  <a:pt x="159" y="144"/>
                  <a:pt x="149" y="134"/>
                  <a:pt x="149" y="134"/>
                </a:cubicBezTo>
                <a:cubicBezTo>
                  <a:pt x="149" y="134"/>
                  <a:pt x="158" y="141"/>
                  <a:pt x="168" y="150"/>
                </a:cubicBezTo>
                <a:cubicBezTo>
                  <a:pt x="168" y="132"/>
                  <a:pt x="168" y="132"/>
                  <a:pt x="168" y="132"/>
                </a:cubicBezTo>
                <a:cubicBezTo>
                  <a:pt x="159" y="122"/>
                  <a:pt x="150" y="114"/>
                  <a:pt x="146" y="112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67" name="Oval 21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7307658" y="984091"/>
            <a:ext cx="141772" cy="141772"/>
          </a:xfrm>
          <a:prstGeom prst="ellipse">
            <a:avLst/>
          </a:pr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pPr eaLnBrk="1" hangingPunct="1">
              <a:defRPr/>
            </a:pPr>
            <a:endParaRPr lang="id-ID" sz="1335" dirty="0"/>
          </a:p>
        </p:txBody>
      </p:sp>
      <p:sp>
        <p:nvSpPr>
          <p:cNvPr id="68" name="Freeform 22"/>
          <p:cNvSpPr/>
          <p:nvPr>
            <p:custDataLst>
              <p:tags r:id="rId21"/>
            </p:custDataLst>
          </p:nvPr>
        </p:nvSpPr>
        <p:spPr bwMode="auto">
          <a:xfrm>
            <a:off x="7358442" y="1089891"/>
            <a:ext cx="222181" cy="463407"/>
          </a:xfrm>
          <a:custGeom>
            <a:avLst/>
            <a:gdLst>
              <a:gd name="T0" fmla="*/ 0 w 102"/>
              <a:gd name="T1" fmla="*/ 6 h 213"/>
              <a:gd name="T2" fmla="*/ 68 w 102"/>
              <a:gd name="T3" fmla="*/ 184 h 213"/>
              <a:gd name="T4" fmla="*/ 99 w 102"/>
              <a:gd name="T5" fmla="*/ 213 h 213"/>
              <a:gd name="T6" fmla="*/ 23 w 102"/>
              <a:gd name="T7" fmla="*/ 0 h 213"/>
              <a:gd name="T8" fmla="*/ 0 w 102"/>
              <a:gd name="T9" fmla="*/ 6 h 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2" h="213">
                <a:moveTo>
                  <a:pt x="0" y="6"/>
                </a:moveTo>
                <a:cubicBezTo>
                  <a:pt x="0" y="7"/>
                  <a:pt x="68" y="184"/>
                  <a:pt x="68" y="184"/>
                </a:cubicBezTo>
                <a:cubicBezTo>
                  <a:pt x="68" y="184"/>
                  <a:pt x="96" y="213"/>
                  <a:pt x="99" y="213"/>
                </a:cubicBezTo>
                <a:cubicBezTo>
                  <a:pt x="102" y="213"/>
                  <a:pt x="23" y="0"/>
                  <a:pt x="23" y="0"/>
                </a:cubicBezTo>
                <a:lnTo>
                  <a:pt x="0" y="6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pPr eaLnBrk="1" hangingPunct="1">
              <a:defRPr/>
            </a:pPr>
            <a:endParaRPr lang="id-ID" sz="1335" dirty="0"/>
          </a:p>
        </p:txBody>
      </p:sp>
      <p:sp>
        <p:nvSpPr>
          <p:cNvPr id="69" name="Freeform 23"/>
          <p:cNvSpPr/>
          <p:nvPr>
            <p:custDataLst>
              <p:tags r:id="rId22"/>
            </p:custDataLst>
          </p:nvPr>
        </p:nvSpPr>
        <p:spPr bwMode="auto">
          <a:xfrm>
            <a:off x="7163769" y="1089892"/>
            <a:ext cx="236993" cy="457059"/>
          </a:xfrm>
          <a:custGeom>
            <a:avLst/>
            <a:gdLst>
              <a:gd name="T0" fmla="*/ 149 w 150"/>
              <a:gd name="T1" fmla="*/ 14 h 288"/>
              <a:gd name="T2" fmla="*/ 40 w 150"/>
              <a:gd name="T3" fmla="*/ 248 h 288"/>
              <a:gd name="T4" fmla="*/ 0 w 150"/>
              <a:gd name="T5" fmla="*/ 288 h 288"/>
              <a:gd name="T6" fmla="*/ 11 w 150"/>
              <a:gd name="T7" fmla="*/ 233 h 288"/>
              <a:gd name="T8" fmla="*/ 117 w 150"/>
              <a:gd name="T9" fmla="*/ 0 h 288"/>
              <a:gd name="T10" fmla="*/ 150 w 150"/>
              <a:gd name="T11" fmla="*/ 11 h 288"/>
              <a:gd name="T12" fmla="*/ 149 w 150"/>
              <a:gd name="T13" fmla="*/ 14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0" h="288">
                <a:moveTo>
                  <a:pt x="149" y="14"/>
                </a:moveTo>
                <a:lnTo>
                  <a:pt x="40" y="248"/>
                </a:lnTo>
                <a:lnTo>
                  <a:pt x="0" y="288"/>
                </a:lnTo>
                <a:lnTo>
                  <a:pt x="11" y="233"/>
                </a:lnTo>
                <a:lnTo>
                  <a:pt x="117" y="0"/>
                </a:lnTo>
                <a:lnTo>
                  <a:pt x="150" y="11"/>
                </a:lnTo>
                <a:lnTo>
                  <a:pt x="149" y="14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pPr eaLnBrk="1" hangingPunct="1">
              <a:defRPr/>
            </a:pPr>
            <a:endParaRPr lang="id-ID" sz="1335" dirty="0"/>
          </a:p>
        </p:txBody>
      </p:sp>
      <p:sp>
        <p:nvSpPr>
          <p:cNvPr id="70" name="Freeform 24"/>
          <p:cNvSpPr/>
          <p:nvPr>
            <p:custDataLst>
              <p:tags r:id="rId23"/>
            </p:custDataLst>
          </p:nvPr>
        </p:nvSpPr>
        <p:spPr bwMode="auto">
          <a:xfrm>
            <a:off x="7371138" y="933306"/>
            <a:ext cx="25392" cy="80408"/>
          </a:xfrm>
          <a:custGeom>
            <a:avLst/>
            <a:gdLst>
              <a:gd name="T0" fmla="*/ 2147483647 w 12"/>
              <a:gd name="T1" fmla="*/ 2147483647 h 36"/>
              <a:gd name="T2" fmla="*/ 2147483647 w 12"/>
              <a:gd name="T3" fmla="*/ 2147483647 h 36"/>
              <a:gd name="T4" fmla="*/ 0 w 12"/>
              <a:gd name="T5" fmla="*/ 2147483647 h 36"/>
              <a:gd name="T6" fmla="*/ 0 w 12"/>
              <a:gd name="T7" fmla="*/ 2147483647 h 36"/>
              <a:gd name="T8" fmla="*/ 2147483647 w 12"/>
              <a:gd name="T9" fmla="*/ 0 h 36"/>
              <a:gd name="T10" fmla="*/ 2147483647 w 12"/>
              <a:gd name="T11" fmla="*/ 2147483647 h 36"/>
              <a:gd name="T12" fmla="*/ 2147483647 w 12"/>
              <a:gd name="T13" fmla="*/ 2147483647 h 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"/>
              <a:gd name="T22" fmla="*/ 0 h 36"/>
              <a:gd name="T23" fmla="*/ 12 w 12"/>
              <a:gd name="T24" fmla="*/ 36 h 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" h="36">
                <a:moveTo>
                  <a:pt x="12" y="30"/>
                </a:moveTo>
                <a:cubicBezTo>
                  <a:pt x="12" y="33"/>
                  <a:pt x="10" y="36"/>
                  <a:pt x="6" y="36"/>
                </a:cubicBezTo>
                <a:cubicBezTo>
                  <a:pt x="3" y="36"/>
                  <a:pt x="0" y="33"/>
                  <a:pt x="0" y="30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3" y="0"/>
                  <a:pt x="6" y="0"/>
                </a:cubicBezTo>
                <a:cubicBezTo>
                  <a:pt x="10" y="0"/>
                  <a:pt x="12" y="3"/>
                  <a:pt x="12" y="6"/>
                </a:cubicBezTo>
                <a:lnTo>
                  <a:pt x="12" y="30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71" name="Freeform 25"/>
          <p:cNvSpPr>
            <a:spLocks noEditPoints="1"/>
          </p:cNvSpPr>
          <p:nvPr>
            <p:custDataLst>
              <p:tags r:id="rId24"/>
            </p:custDataLst>
          </p:nvPr>
        </p:nvSpPr>
        <p:spPr bwMode="auto">
          <a:xfrm>
            <a:off x="6234838" y="592628"/>
            <a:ext cx="226415" cy="609412"/>
          </a:xfrm>
          <a:custGeom>
            <a:avLst/>
            <a:gdLst>
              <a:gd name="T0" fmla="*/ 2147483647 w 103"/>
              <a:gd name="T1" fmla="*/ 2147483647 h 280"/>
              <a:gd name="T2" fmla="*/ 2147483647 w 103"/>
              <a:gd name="T3" fmla="*/ 2147483647 h 280"/>
              <a:gd name="T4" fmla="*/ 2147483647 w 103"/>
              <a:gd name="T5" fmla="*/ 0 h 280"/>
              <a:gd name="T6" fmla="*/ 2147483647 w 103"/>
              <a:gd name="T7" fmla="*/ 2147483647 h 280"/>
              <a:gd name="T8" fmla="*/ 2147483647 w 103"/>
              <a:gd name="T9" fmla="*/ 2147483647 h 280"/>
              <a:gd name="T10" fmla="*/ 2147483647 w 103"/>
              <a:gd name="T11" fmla="*/ 2147483647 h 280"/>
              <a:gd name="T12" fmla="*/ 2147483647 w 103"/>
              <a:gd name="T13" fmla="*/ 2147483647 h 280"/>
              <a:gd name="T14" fmla="*/ 2147483647 w 103"/>
              <a:gd name="T15" fmla="*/ 0 h 280"/>
              <a:gd name="T16" fmla="*/ 0 w 103"/>
              <a:gd name="T17" fmla="*/ 2147483647 h 280"/>
              <a:gd name="T18" fmla="*/ 2147483647 w 103"/>
              <a:gd name="T19" fmla="*/ 2147483647 h 280"/>
              <a:gd name="T20" fmla="*/ 2147483647 w 103"/>
              <a:gd name="T21" fmla="*/ 2147483647 h 280"/>
              <a:gd name="T22" fmla="*/ 2147483647 w 103"/>
              <a:gd name="T23" fmla="*/ 2147483647 h 280"/>
              <a:gd name="T24" fmla="*/ 2147483647 w 103"/>
              <a:gd name="T25" fmla="*/ 2147483647 h 280"/>
              <a:gd name="T26" fmla="*/ 2147483647 w 103"/>
              <a:gd name="T27" fmla="*/ 2147483647 h 280"/>
              <a:gd name="T28" fmla="*/ 2147483647 w 103"/>
              <a:gd name="T29" fmla="*/ 2147483647 h 280"/>
              <a:gd name="T30" fmla="*/ 2147483647 w 103"/>
              <a:gd name="T31" fmla="*/ 2147483647 h 280"/>
              <a:gd name="T32" fmla="*/ 2147483647 w 103"/>
              <a:gd name="T33" fmla="*/ 2147483647 h 280"/>
              <a:gd name="T34" fmla="*/ 2147483647 w 103"/>
              <a:gd name="T35" fmla="*/ 0 h 280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"/>
              <a:gd name="T55" fmla="*/ 0 h 280"/>
              <a:gd name="T56" fmla="*/ 103 w 103"/>
              <a:gd name="T57" fmla="*/ 280 h 280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" h="280">
                <a:moveTo>
                  <a:pt x="51" y="280"/>
                </a:moveTo>
                <a:cubicBezTo>
                  <a:pt x="80" y="280"/>
                  <a:pt x="103" y="217"/>
                  <a:pt x="103" y="140"/>
                </a:cubicBezTo>
                <a:cubicBezTo>
                  <a:pt x="103" y="62"/>
                  <a:pt x="80" y="0"/>
                  <a:pt x="51" y="0"/>
                </a:cubicBezTo>
                <a:cubicBezTo>
                  <a:pt x="51" y="22"/>
                  <a:pt x="51" y="22"/>
                  <a:pt x="51" y="22"/>
                </a:cubicBezTo>
                <a:cubicBezTo>
                  <a:pt x="75" y="22"/>
                  <a:pt x="94" y="75"/>
                  <a:pt x="94" y="140"/>
                </a:cubicBezTo>
                <a:cubicBezTo>
                  <a:pt x="94" y="204"/>
                  <a:pt x="75" y="257"/>
                  <a:pt x="51" y="257"/>
                </a:cubicBezTo>
                <a:lnTo>
                  <a:pt x="51" y="280"/>
                </a:lnTo>
                <a:close/>
                <a:moveTo>
                  <a:pt x="51" y="0"/>
                </a:moveTo>
                <a:cubicBezTo>
                  <a:pt x="23" y="0"/>
                  <a:pt x="0" y="62"/>
                  <a:pt x="0" y="140"/>
                </a:cubicBezTo>
                <a:cubicBezTo>
                  <a:pt x="0" y="217"/>
                  <a:pt x="23" y="280"/>
                  <a:pt x="51" y="280"/>
                </a:cubicBezTo>
                <a:cubicBezTo>
                  <a:pt x="51" y="280"/>
                  <a:pt x="51" y="280"/>
                  <a:pt x="51" y="280"/>
                </a:cubicBezTo>
                <a:cubicBezTo>
                  <a:pt x="51" y="257"/>
                  <a:pt x="51" y="257"/>
                  <a:pt x="51" y="257"/>
                </a:cubicBezTo>
                <a:cubicBezTo>
                  <a:pt x="51" y="257"/>
                  <a:pt x="51" y="257"/>
                  <a:pt x="51" y="257"/>
                </a:cubicBezTo>
                <a:cubicBezTo>
                  <a:pt x="51" y="257"/>
                  <a:pt x="51" y="257"/>
                  <a:pt x="51" y="257"/>
                </a:cubicBezTo>
                <a:cubicBezTo>
                  <a:pt x="27" y="257"/>
                  <a:pt x="8" y="204"/>
                  <a:pt x="8" y="140"/>
                </a:cubicBezTo>
                <a:cubicBezTo>
                  <a:pt x="8" y="75"/>
                  <a:pt x="27" y="22"/>
                  <a:pt x="51" y="22"/>
                </a:cubicBezTo>
                <a:cubicBezTo>
                  <a:pt x="51" y="22"/>
                  <a:pt x="51" y="22"/>
                  <a:pt x="51" y="22"/>
                </a:cubicBezTo>
                <a:cubicBezTo>
                  <a:pt x="51" y="0"/>
                  <a:pt x="51" y="0"/>
                  <a:pt x="51" y="0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72" name="Freeform 26"/>
          <p:cNvSpPr>
            <a:spLocks noEditPoints="1"/>
          </p:cNvSpPr>
          <p:nvPr>
            <p:custDataLst>
              <p:tags r:id="rId25"/>
            </p:custDataLst>
          </p:nvPr>
        </p:nvSpPr>
        <p:spPr bwMode="auto">
          <a:xfrm>
            <a:off x="6042281" y="785185"/>
            <a:ext cx="609412" cy="222181"/>
          </a:xfrm>
          <a:custGeom>
            <a:avLst/>
            <a:gdLst>
              <a:gd name="T0" fmla="*/ 2147483647 w 280"/>
              <a:gd name="T1" fmla="*/ 2147483647 h 103"/>
              <a:gd name="T2" fmla="*/ 2147483647 w 280"/>
              <a:gd name="T3" fmla="*/ 0 h 103"/>
              <a:gd name="T4" fmla="*/ 2147483647 w 280"/>
              <a:gd name="T5" fmla="*/ 2147483647 h 103"/>
              <a:gd name="T6" fmla="*/ 2147483647 w 280"/>
              <a:gd name="T7" fmla="*/ 2147483647 h 103"/>
              <a:gd name="T8" fmla="*/ 2147483647 w 280"/>
              <a:gd name="T9" fmla="*/ 2147483647 h 103"/>
              <a:gd name="T10" fmla="*/ 2147483647 w 280"/>
              <a:gd name="T11" fmla="*/ 2147483647 h 103"/>
              <a:gd name="T12" fmla="*/ 2147483647 w 280"/>
              <a:gd name="T13" fmla="*/ 2147483647 h 103"/>
              <a:gd name="T14" fmla="*/ 2147483647 w 280"/>
              <a:gd name="T15" fmla="*/ 0 h 103"/>
              <a:gd name="T16" fmla="*/ 2147483647 w 280"/>
              <a:gd name="T17" fmla="*/ 0 h 103"/>
              <a:gd name="T18" fmla="*/ 0 w 280"/>
              <a:gd name="T19" fmla="*/ 2147483647 h 103"/>
              <a:gd name="T20" fmla="*/ 2147483647 w 280"/>
              <a:gd name="T21" fmla="*/ 2147483647 h 103"/>
              <a:gd name="T22" fmla="*/ 2147483647 w 280"/>
              <a:gd name="T23" fmla="*/ 2147483647 h 103"/>
              <a:gd name="T24" fmla="*/ 2147483647 w 280"/>
              <a:gd name="T25" fmla="*/ 2147483647 h 103"/>
              <a:gd name="T26" fmla="*/ 2147483647 w 280"/>
              <a:gd name="T27" fmla="*/ 2147483647 h 103"/>
              <a:gd name="T28" fmla="*/ 2147483647 w 280"/>
              <a:gd name="T29" fmla="*/ 2147483647 h 103"/>
              <a:gd name="T30" fmla="*/ 2147483647 w 280"/>
              <a:gd name="T31" fmla="*/ 2147483647 h 103"/>
              <a:gd name="T32" fmla="*/ 2147483647 w 280"/>
              <a:gd name="T33" fmla="*/ 2147483647 h 103"/>
              <a:gd name="T34" fmla="*/ 2147483647 w 280"/>
              <a:gd name="T35" fmla="*/ 2147483647 h 103"/>
              <a:gd name="T36" fmla="*/ 2147483647 w 280"/>
              <a:gd name="T37" fmla="*/ 0 h 103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280"/>
              <a:gd name="T58" fmla="*/ 0 h 103"/>
              <a:gd name="T59" fmla="*/ 280 w 280"/>
              <a:gd name="T60" fmla="*/ 103 h 103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280" h="103">
                <a:moveTo>
                  <a:pt x="280" y="52"/>
                </a:moveTo>
                <a:cubicBezTo>
                  <a:pt x="280" y="23"/>
                  <a:pt x="217" y="0"/>
                  <a:pt x="140" y="0"/>
                </a:cubicBezTo>
                <a:cubicBezTo>
                  <a:pt x="140" y="8"/>
                  <a:pt x="140" y="8"/>
                  <a:pt x="140" y="8"/>
                </a:cubicBezTo>
                <a:cubicBezTo>
                  <a:pt x="205" y="8"/>
                  <a:pt x="257" y="28"/>
                  <a:pt x="257" y="52"/>
                </a:cubicBezTo>
                <a:cubicBezTo>
                  <a:pt x="257" y="75"/>
                  <a:pt x="205" y="95"/>
                  <a:pt x="140" y="95"/>
                </a:cubicBezTo>
                <a:cubicBezTo>
                  <a:pt x="140" y="103"/>
                  <a:pt x="140" y="103"/>
                  <a:pt x="140" y="103"/>
                </a:cubicBezTo>
                <a:cubicBezTo>
                  <a:pt x="217" y="103"/>
                  <a:pt x="280" y="80"/>
                  <a:pt x="280" y="52"/>
                </a:cubicBezTo>
                <a:close/>
                <a:moveTo>
                  <a:pt x="140" y="0"/>
                </a:moveTo>
                <a:cubicBezTo>
                  <a:pt x="140" y="0"/>
                  <a:pt x="140" y="0"/>
                  <a:pt x="140" y="0"/>
                </a:cubicBezTo>
                <a:cubicBezTo>
                  <a:pt x="63" y="0"/>
                  <a:pt x="0" y="23"/>
                  <a:pt x="0" y="52"/>
                </a:cubicBezTo>
                <a:cubicBezTo>
                  <a:pt x="0" y="80"/>
                  <a:pt x="63" y="103"/>
                  <a:pt x="140" y="103"/>
                </a:cubicBezTo>
                <a:cubicBezTo>
                  <a:pt x="140" y="103"/>
                  <a:pt x="140" y="103"/>
                  <a:pt x="140" y="103"/>
                </a:cubicBezTo>
                <a:cubicBezTo>
                  <a:pt x="140" y="95"/>
                  <a:pt x="140" y="95"/>
                  <a:pt x="140" y="95"/>
                </a:cubicBezTo>
                <a:cubicBezTo>
                  <a:pt x="140" y="95"/>
                  <a:pt x="140" y="95"/>
                  <a:pt x="140" y="95"/>
                </a:cubicBezTo>
                <a:cubicBezTo>
                  <a:pt x="75" y="95"/>
                  <a:pt x="23" y="75"/>
                  <a:pt x="23" y="52"/>
                </a:cubicBezTo>
                <a:cubicBezTo>
                  <a:pt x="23" y="52"/>
                  <a:pt x="23" y="52"/>
                  <a:pt x="23" y="52"/>
                </a:cubicBezTo>
                <a:cubicBezTo>
                  <a:pt x="23" y="28"/>
                  <a:pt x="75" y="8"/>
                  <a:pt x="140" y="8"/>
                </a:cubicBezTo>
                <a:cubicBezTo>
                  <a:pt x="140" y="8"/>
                  <a:pt x="140" y="8"/>
                  <a:pt x="140" y="8"/>
                </a:cubicBezTo>
                <a:lnTo>
                  <a:pt x="140" y="0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73" name="Freeform 27"/>
          <p:cNvSpPr>
            <a:spLocks noEditPoints="1"/>
          </p:cNvSpPr>
          <p:nvPr>
            <p:custDataLst>
              <p:tags r:id="rId26"/>
            </p:custDataLst>
          </p:nvPr>
        </p:nvSpPr>
        <p:spPr bwMode="auto">
          <a:xfrm>
            <a:off x="6088834" y="645529"/>
            <a:ext cx="518423" cy="499379"/>
          </a:xfrm>
          <a:custGeom>
            <a:avLst/>
            <a:gdLst>
              <a:gd name="T0" fmla="*/ 2147483647 w 238"/>
              <a:gd name="T1" fmla="*/ 2147483647 h 229"/>
              <a:gd name="T2" fmla="*/ 2147483647 w 238"/>
              <a:gd name="T3" fmla="*/ 2147483647 h 229"/>
              <a:gd name="T4" fmla="*/ 2147483647 w 238"/>
              <a:gd name="T5" fmla="*/ 2147483647 h 229"/>
              <a:gd name="T6" fmla="*/ 2147483647 w 238"/>
              <a:gd name="T7" fmla="*/ 2147483647 h 229"/>
              <a:gd name="T8" fmla="*/ 2147483647 w 238"/>
              <a:gd name="T9" fmla="*/ 2147483647 h 229"/>
              <a:gd name="T10" fmla="*/ 2147483647 w 238"/>
              <a:gd name="T11" fmla="*/ 2147483647 h 229"/>
              <a:gd name="T12" fmla="*/ 2147483647 w 238"/>
              <a:gd name="T13" fmla="*/ 2147483647 h 229"/>
              <a:gd name="T14" fmla="*/ 2147483647 w 238"/>
              <a:gd name="T15" fmla="*/ 2147483647 h 229"/>
              <a:gd name="T16" fmla="*/ 2147483647 w 238"/>
              <a:gd name="T17" fmla="*/ 2147483647 h 229"/>
              <a:gd name="T18" fmla="*/ 2147483647 w 238"/>
              <a:gd name="T19" fmla="*/ 2147483647 h 229"/>
              <a:gd name="T20" fmla="*/ 2147483647 w 238"/>
              <a:gd name="T21" fmla="*/ 2147483647 h 229"/>
              <a:gd name="T22" fmla="*/ 2147483647 w 238"/>
              <a:gd name="T23" fmla="*/ 2147483647 h 229"/>
              <a:gd name="T24" fmla="*/ 2147483647 w 238"/>
              <a:gd name="T25" fmla="*/ 2147483647 h 229"/>
              <a:gd name="T26" fmla="*/ 2147483647 w 238"/>
              <a:gd name="T27" fmla="*/ 2147483647 h 229"/>
              <a:gd name="T28" fmla="*/ 2147483647 w 238"/>
              <a:gd name="T29" fmla="*/ 2147483647 h 229"/>
              <a:gd name="T30" fmla="*/ 2147483647 w 238"/>
              <a:gd name="T31" fmla="*/ 2147483647 h 229"/>
              <a:gd name="T32" fmla="*/ 2147483647 w 238"/>
              <a:gd name="T33" fmla="*/ 2147483647 h 229"/>
              <a:gd name="T34" fmla="*/ 2147483647 w 238"/>
              <a:gd name="T35" fmla="*/ 2147483647 h 229"/>
              <a:gd name="T36" fmla="*/ 2147483647 w 238"/>
              <a:gd name="T37" fmla="*/ 2147483647 h 22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238"/>
              <a:gd name="T58" fmla="*/ 0 h 229"/>
              <a:gd name="T59" fmla="*/ 238 w 238"/>
              <a:gd name="T60" fmla="*/ 229 h 229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238" h="229">
                <a:moveTo>
                  <a:pt x="218" y="16"/>
                </a:moveTo>
                <a:cubicBezTo>
                  <a:pt x="202" y="0"/>
                  <a:pt x="162" y="13"/>
                  <a:pt x="119" y="46"/>
                </a:cubicBezTo>
                <a:cubicBezTo>
                  <a:pt x="119" y="57"/>
                  <a:pt x="119" y="57"/>
                  <a:pt x="119" y="57"/>
                </a:cubicBezTo>
                <a:cubicBezTo>
                  <a:pt x="155" y="30"/>
                  <a:pt x="189" y="19"/>
                  <a:pt x="202" y="32"/>
                </a:cubicBezTo>
                <a:cubicBezTo>
                  <a:pt x="219" y="49"/>
                  <a:pt x="195" y="99"/>
                  <a:pt x="150" y="145"/>
                </a:cubicBezTo>
                <a:cubicBezTo>
                  <a:pt x="140" y="155"/>
                  <a:pt x="129" y="164"/>
                  <a:pt x="119" y="172"/>
                </a:cubicBezTo>
                <a:cubicBezTo>
                  <a:pt x="119" y="183"/>
                  <a:pt x="119" y="183"/>
                  <a:pt x="119" y="183"/>
                </a:cubicBezTo>
                <a:cubicBezTo>
                  <a:pt x="131" y="174"/>
                  <a:pt x="144" y="163"/>
                  <a:pt x="156" y="151"/>
                </a:cubicBezTo>
                <a:cubicBezTo>
                  <a:pt x="210" y="96"/>
                  <a:pt x="238" y="36"/>
                  <a:pt x="218" y="16"/>
                </a:cubicBezTo>
                <a:close/>
                <a:moveTo>
                  <a:pt x="119" y="46"/>
                </a:moveTo>
                <a:cubicBezTo>
                  <a:pt x="107" y="55"/>
                  <a:pt x="95" y="66"/>
                  <a:pt x="83" y="78"/>
                </a:cubicBezTo>
                <a:cubicBezTo>
                  <a:pt x="28" y="133"/>
                  <a:pt x="0" y="193"/>
                  <a:pt x="20" y="214"/>
                </a:cubicBezTo>
                <a:cubicBezTo>
                  <a:pt x="36" y="229"/>
                  <a:pt x="76" y="216"/>
                  <a:pt x="119" y="183"/>
                </a:cubicBezTo>
                <a:cubicBezTo>
                  <a:pt x="119" y="172"/>
                  <a:pt x="119" y="172"/>
                  <a:pt x="119" y="172"/>
                </a:cubicBezTo>
                <a:cubicBezTo>
                  <a:pt x="83" y="199"/>
                  <a:pt x="49" y="211"/>
                  <a:pt x="36" y="197"/>
                </a:cubicBezTo>
                <a:cubicBezTo>
                  <a:pt x="36" y="197"/>
                  <a:pt x="36" y="197"/>
                  <a:pt x="36" y="197"/>
                </a:cubicBezTo>
                <a:cubicBezTo>
                  <a:pt x="19" y="181"/>
                  <a:pt x="43" y="130"/>
                  <a:pt x="89" y="84"/>
                </a:cubicBezTo>
                <a:cubicBezTo>
                  <a:pt x="99" y="74"/>
                  <a:pt x="109" y="65"/>
                  <a:pt x="119" y="57"/>
                </a:cubicBezTo>
                <a:lnTo>
                  <a:pt x="119" y="46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74" name="Freeform 28"/>
          <p:cNvSpPr>
            <a:spLocks noEditPoints="1"/>
          </p:cNvSpPr>
          <p:nvPr>
            <p:custDataLst>
              <p:tags r:id="rId27"/>
            </p:custDataLst>
          </p:nvPr>
        </p:nvSpPr>
        <p:spPr bwMode="auto">
          <a:xfrm>
            <a:off x="6088834" y="645529"/>
            <a:ext cx="518423" cy="499379"/>
          </a:xfrm>
          <a:custGeom>
            <a:avLst/>
            <a:gdLst>
              <a:gd name="T0" fmla="*/ 2147483647 w 238"/>
              <a:gd name="T1" fmla="*/ 2147483647 h 229"/>
              <a:gd name="T2" fmla="*/ 2147483647 w 238"/>
              <a:gd name="T3" fmla="*/ 2147483647 h 229"/>
              <a:gd name="T4" fmla="*/ 2147483647 w 238"/>
              <a:gd name="T5" fmla="*/ 2147483647 h 229"/>
              <a:gd name="T6" fmla="*/ 2147483647 w 238"/>
              <a:gd name="T7" fmla="*/ 2147483647 h 229"/>
              <a:gd name="T8" fmla="*/ 2147483647 w 238"/>
              <a:gd name="T9" fmla="*/ 2147483647 h 229"/>
              <a:gd name="T10" fmla="*/ 2147483647 w 238"/>
              <a:gd name="T11" fmla="*/ 2147483647 h 229"/>
              <a:gd name="T12" fmla="*/ 2147483647 w 238"/>
              <a:gd name="T13" fmla="*/ 2147483647 h 229"/>
              <a:gd name="T14" fmla="*/ 2147483647 w 238"/>
              <a:gd name="T15" fmla="*/ 2147483647 h 229"/>
              <a:gd name="T16" fmla="*/ 2147483647 w 238"/>
              <a:gd name="T17" fmla="*/ 2147483647 h 229"/>
              <a:gd name="T18" fmla="*/ 2147483647 w 238"/>
              <a:gd name="T19" fmla="*/ 2147483647 h 229"/>
              <a:gd name="T20" fmla="*/ 2147483647 w 238"/>
              <a:gd name="T21" fmla="*/ 2147483647 h 229"/>
              <a:gd name="T22" fmla="*/ 2147483647 w 238"/>
              <a:gd name="T23" fmla="*/ 2147483647 h 229"/>
              <a:gd name="T24" fmla="*/ 2147483647 w 238"/>
              <a:gd name="T25" fmla="*/ 2147483647 h 229"/>
              <a:gd name="T26" fmla="*/ 2147483647 w 238"/>
              <a:gd name="T27" fmla="*/ 2147483647 h 229"/>
              <a:gd name="T28" fmla="*/ 2147483647 w 238"/>
              <a:gd name="T29" fmla="*/ 2147483647 h 229"/>
              <a:gd name="T30" fmla="*/ 2147483647 w 238"/>
              <a:gd name="T31" fmla="*/ 2147483647 h 229"/>
              <a:gd name="T32" fmla="*/ 2147483647 w 238"/>
              <a:gd name="T33" fmla="*/ 2147483647 h 229"/>
              <a:gd name="T34" fmla="*/ 2147483647 w 238"/>
              <a:gd name="T35" fmla="*/ 2147483647 h 229"/>
              <a:gd name="T36" fmla="*/ 2147483647 w 238"/>
              <a:gd name="T37" fmla="*/ 2147483647 h 22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238"/>
              <a:gd name="T58" fmla="*/ 0 h 229"/>
              <a:gd name="T59" fmla="*/ 238 w 238"/>
              <a:gd name="T60" fmla="*/ 229 h 229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238" h="229">
                <a:moveTo>
                  <a:pt x="218" y="214"/>
                </a:moveTo>
                <a:cubicBezTo>
                  <a:pt x="238" y="193"/>
                  <a:pt x="210" y="133"/>
                  <a:pt x="156" y="78"/>
                </a:cubicBezTo>
                <a:cubicBezTo>
                  <a:pt x="144" y="66"/>
                  <a:pt x="131" y="55"/>
                  <a:pt x="119" y="46"/>
                </a:cubicBezTo>
                <a:cubicBezTo>
                  <a:pt x="119" y="57"/>
                  <a:pt x="119" y="57"/>
                  <a:pt x="119" y="57"/>
                </a:cubicBezTo>
                <a:cubicBezTo>
                  <a:pt x="129" y="65"/>
                  <a:pt x="140" y="74"/>
                  <a:pt x="150" y="84"/>
                </a:cubicBezTo>
                <a:cubicBezTo>
                  <a:pt x="195" y="130"/>
                  <a:pt x="219" y="181"/>
                  <a:pt x="202" y="197"/>
                </a:cubicBezTo>
                <a:cubicBezTo>
                  <a:pt x="189" y="211"/>
                  <a:pt x="155" y="199"/>
                  <a:pt x="119" y="172"/>
                </a:cubicBezTo>
                <a:cubicBezTo>
                  <a:pt x="119" y="183"/>
                  <a:pt x="119" y="183"/>
                  <a:pt x="119" y="183"/>
                </a:cubicBezTo>
                <a:cubicBezTo>
                  <a:pt x="162" y="216"/>
                  <a:pt x="202" y="229"/>
                  <a:pt x="218" y="214"/>
                </a:cubicBezTo>
                <a:close/>
                <a:moveTo>
                  <a:pt x="119" y="46"/>
                </a:moveTo>
                <a:cubicBezTo>
                  <a:pt x="76" y="13"/>
                  <a:pt x="36" y="0"/>
                  <a:pt x="20" y="16"/>
                </a:cubicBezTo>
                <a:cubicBezTo>
                  <a:pt x="0" y="36"/>
                  <a:pt x="28" y="96"/>
                  <a:pt x="83" y="151"/>
                </a:cubicBezTo>
                <a:cubicBezTo>
                  <a:pt x="95" y="163"/>
                  <a:pt x="107" y="174"/>
                  <a:pt x="119" y="183"/>
                </a:cubicBezTo>
                <a:cubicBezTo>
                  <a:pt x="119" y="172"/>
                  <a:pt x="119" y="172"/>
                  <a:pt x="119" y="172"/>
                </a:cubicBezTo>
                <a:cubicBezTo>
                  <a:pt x="109" y="164"/>
                  <a:pt x="99" y="155"/>
                  <a:pt x="89" y="145"/>
                </a:cubicBezTo>
                <a:cubicBezTo>
                  <a:pt x="43" y="99"/>
                  <a:pt x="19" y="49"/>
                  <a:pt x="36" y="32"/>
                </a:cubicBezTo>
                <a:cubicBezTo>
                  <a:pt x="36" y="32"/>
                  <a:pt x="36" y="32"/>
                  <a:pt x="36" y="32"/>
                </a:cubicBezTo>
                <a:cubicBezTo>
                  <a:pt x="49" y="19"/>
                  <a:pt x="83" y="30"/>
                  <a:pt x="119" y="57"/>
                </a:cubicBezTo>
                <a:lnTo>
                  <a:pt x="119" y="46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75" name="Oval 29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6302550" y="848667"/>
            <a:ext cx="93104" cy="95220"/>
          </a:xfrm>
          <a:prstGeom prst="ellipse">
            <a:avLst/>
          </a:pr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id-ID" altLang="zh-CN" sz="1335"/>
          </a:p>
        </p:txBody>
      </p:sp>
      <p:sp>
        <p:nvSpPr>
          <p:cNvPr id="76" name="Freeform 30"/>
          <p:cNvSpPr>
            <a:spLocks noEditPoints="1"/>
          </p:cNvSpPr>
          <p:nvPr>
            <p:custDataLst>
              <p:tags r:id="rId29"/>
            </p:custDataLst>
          </p:nvPr>
        </p:nvSpPr>
        <p:spPr bwMode="auto">
          <a:xfrm>
            <a:off x="7019881" y="419114"/>
            <a:ext cx="258153" cy="486683"/>
          </a:xfrm>
          <a:custGeom>
            <a:avLst/>
            <a:gdLst>
              <a:gd name="T0" fmla="*/ 2147483647 w 162"/>
              <a:gd name="T1" fmla="*/ 2147483647 h 307"/>
              <a:gd name="T2" fmla="*/ 2147483647 w 162"/>
              <a:gd name="T3" fmla="*/ 2147483647 h 307"/>
              <a:gd name="T4" fmla="*/ 2147483647 w 162"/>
              <a:gd name="T5" fmla="*/ 2147483647 h 307"/>
              <a:gd name="T6" fmla="*/ 2147483647 w 162"/>
              <a:gd name="T7" fmla="*/ 2147483647 h 307"/>
              <a:gd name="T8" fmla="*/ 2147483647 w 162"/>
              <a:gd name="T9" fmla="*/ 2147483647 h 307"/>
              <a:gd name="T10" fmla="*/ 2147483647 w 162"/>
              <a:gd name="T11" fmla="*/ 2147483647 h 307"/>
              <a:gd name="T12" fmla="*/ 2147483647 w 162"/>
              <a:gd name="T13" fmla="*/ 2147483647 h 307"/>
              <a:gd name="T14" fmla="*/ 0 w 162"/>
              <a:gd name="T15" fmla="*/ 0 h 307"/>
              <a:gd name="T16" fmla="*/ 0 w 162"/>
              <a:gd name="T17" fmla="*/ 2147483647 h 307"/>
              <a:gd name="T18" fmla="*/ 2147483647 w 162"/>
              <a:gd name="T19" fmla="*/ 2147483647 h 307"/>
              <a:gd name="T20" fmla="*/ 2147483647 w 162"/>
              <a:gd name="T21" fmla="*/ 2147483647 h 307"/>
              <a:gd name="T22" fmla="*/ 2147483647 w 162"/>
              <a:gd name="T23" fmla="*/ 2147483647 h 307"/>
              <a:gd name="T24" fmla="*/ 2147483647 w 162"/>
              <a:gd name="T25" fmla="*/ 2147483647 h 307"/>
              <a:gd name="T26" fmla="*/ 2147483647 w 162"/>
              <a:gd name="T27" fmla="*/ 2147483647 h 307"/>
              <a:gd name="T28" fmla="*/ 2147483647 w 162"/>
              <a:gd name="T29" fmla="*/ 2147483647 h 307"/>
              <a:gd name="T30" fmla="*/ 2147483647 w 162"/>
              <a:gd name="T31" fmla="*/ 2147483647 h 307"/>
              <a:gd name="T32" fmla="*/ 0 w 162"/>
              <a:gd name="T33" fmla="*/ 0 h 307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62"/>
              <a:gd name="T52" fmla="*/ 0 h 307"/>
              <a:gd name="T53" fmla="*/ 162 w 162"/>
              <a:gd name="T54" fmla="*/ 307 h 307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62" h="307">
                <a:moveTo>
                  <a:pt x="67" y="307"/>
                </a:moveTo>
                <a:lnTo>
                  <a:pt x="162" y="307"/>
                </a:lnTo>
                <a:lnTo>
                  <a:pt x="67" y="127"/>
                </a:lnTo>
                <a:lnTo>
                  <a:pt x="67" y="193"/>
                </a:lnTo>
                <a:lnTo>
                  <a:pt x="110" y="267"/>
                </a:lnTo>
                <a:lnTo>
                  <a:pt x="67" y="267"/>
                </a:lnTo>
                <a:lnTo>
                  <a:pt x="67" y="307"/>
                </a:lnTo>
                <a:close/>
                <a:moveTo>
                  <a:pt x="0" y="0"/>
                </a:moveTo>
                <a:lnTo>
                  <a:pt x="0" y="307"/>
                </a:lnTo>
                <a:lnTo>
                  <a:pt x="67" y="307"/>
                </a:lnTo>
                <a:lnTo>
                  <a:pt x="67" y="267"/>
                </a:lnTo>
                <a:lnTo>
                  <a:pt x="24" y="267"/>
                </a:lnTo>
                <a:lnTo>
                  <a:pt x="24" y="120"/>
                </a:lnTo>
                <a:lnTo>
                  <a:pt x="67" y="193"/>
                </a:lnTo>
                <a:lnTo>
                  <a:pt x="67" y="127"/>
                </a:lnTo>
                <a:lnTo>
                  <a:pt x="0" y="0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77" name="Rectangle 31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6892919" y="417000"/>
            <a:ext cx="63480" cy="476103"/>
          </a:xfrm>
          <a:prstGeom prst="rect">
            <a:avLst/>
          </a:pr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pPr eaLnBrk="1" hangingPunct="1">
              <a:defRPr/>
            </a:pPr>
            <a:endParaRPr lang="id-ID" sz="1335" dirty="0"/>
          </a:p>
        </p:txBody>
      </p:sp>
      <p:sp>
        <p:nvSpPr>
          <p:cNvPr id="78" name="Freeform 32"/>
          <p:cNvSpPr>
            <a:spLocks noEditPoints="1"/>
          </p:cNvSpPr>
          <p:nvPr>
            <p:custDataLst>
              <p:tags r:id="rId31"/>
            </p:custDataLst>
          </p:nvPr>
        </p:nvSpPr>
        <p:spPr bwMode="auto">
          <a:xfrm>
            <a:off x="4785370" y="2808094"/>
            <a:ext cx="560743" cy="410507"/>
          </a:xfrm>
          <a:custGeom>
            <a:avLst/>
            <a:gdLst>
              <a:gd name="T0" fmla="*/ 213 w 258"/>
              <a:gd name="T1" fmla="*/ 31 h 189"/>
              <a:gd name="T2" fmla="*/ 204 w 258"/>
              <a:gd name="T3" fmla="*/ 69 h 189"/>
              <a:gd name="T4" fmla="*/ 228 w 258"/>
              <a:gd name="T5" fmla="*/ 109 h 189"/>
              <a:gd name="T6" fmla="*/ 204 w 258"/>
              <a:gd name="T7" fmla="*/ 146 h 189"/>
              <a:gd name="T8" fmla="*/ 204 w 258"/>
              <a:gd name="T9" fmla="*/ 27 h 189"/>
              <a:gd name="T10" fmla="*/ 91 w 258"/>
              <a:gd name="T11" fmla="*/ 14 h 189"/>
              <a:gd name="T12" fmla="*/ 97 w 258"/>
              <a:gd name="T13" fmla="*/ 15 h 189"/>
              <a:gd name="T14" fmla="*/ 91 w 258"/>
              <a:gd name="T15" fmla="*/ 42 h 189"/>
              <a:gd name="T16" fmla="*/ 91 w 258"/>
              <a:gd name="T17" fmla="*/ 162 h 189"/>
              <a:gd name="T18" fmla="*/ 166 w 258"/>
              <a:gd name="T19" fmla="*/ 145 h 189"/>
              <a:gd name="T20" fmla="*/ 204 w 258"/>
              <a:gd name="T21" fmla="*/ 125 h 189"/>
              <a:gd name="T22" fmla="*/ 191 w 258"/>
              <a:gd name="T23" fmla="*/ 122 h 189"/>
              <a:gd name="T24" fmla="*/ 204 w 258"/>
              <a:gd name="T25" fmla="*/ 69 h 189"/>
              <a:gd name="T26" fmla="*/ 91 w 258"/>
              <a:gd name="T27" fmla="*/ 6 h 189"/>
              <a:gd name="T28" fmla="*/ 78 w 258"/>
              <a:gd name="T29" fmla="*/ 24 h 189"/>
              <a:gd name="T30" fmla="*/ 91 w 258"/>
              <a:gd name="T31" fmla="*/ 14 h 189"/>
              <a:gd name="T32" fmla="*/ 78 w 258"/>
              <a:gd name="T33" fmla="*/ 188 h 189"/>
              <a:gd name="T34" fmla="*/ 91 w 258"/>
              <a:gd name="T35" fmla="*/ 162 h 189"/>
              <a:gd name="T36" fmla="*/ 78 w 258"/>
              <a:gd name="T37" fmla="*/ 176 h 189"/>
              <a:gd name="T38" fmla="*/ 91 w 258"/>
              <a:gd name="T39" fmla="*/ 42 h 189"/>
              <a:gd name="T40" fmla="*/ 80 w 258"/>
              <a:gd name="T41" fmla="*/ 134 h 189"/>
              <a:gd name="T42" fmla="*/ 78 w 258"/>
              <a:gd name="T43" fmla="*/ 64 h 189"/>
              <a:gd name="T44" fmla="*/ 78 w 258"/>
              <a:gd name="T45" fmla="*/ 33 h 189"/>
              <a:gd name="T46" fmla="*/ 91 w 258"/>
              <a:gd name="T47" fmla="*/ 42 h 189"/>
              <a:gd name="T48" fmla="*/ 60 w 258"/>
              <a:gd name="T49" fmla="*/ 18 h 189"/>
              <a:gd name="T50" fmla="*/ 68 w 258"/>
              <a:gd name="T51" fmla="*/ 42 h 189"/>
              <a:gd name="T52" fmla="*/ 78 w 258"/>
              <a:gd name="T53" fmla="*/ 33 h 189"/>
              <a:gd name="T54" fmla="*/ 78 w 258"/>
              <a:gd name="T55" fmla="*/ 9 h 189"/>
              <a:gd name="T56" fmla="*/ 78 w 258"/>
              <a:gd name="T57" fmla="*/ 188 h 189"/>
              <a:gd name="T58" fmla="*/ 60 w 258"/>
              <a:gd name="T59" fmla="*/ 176 h 189"/>
              <a:gd name="T60" fmla="*/ 78 w 258"/>
              <a:gd name="T61" fmla="*/ 64 h 189"/>
              <a:gd name="T62" fmla="*/ 60 w 258"/>
              <a:gd name="T63" fmla="*/ 134 h 189"/>
              <a:gd name="T64" fmla="*/ 70 w 258"/>
              <a:gd name="T65" fmla="*/ 116 h 189"/>
              <a:gd name="T66" fmla="*/ 60 w 258"/>
              <a:gd name="T67" fmla="*/ 87 h 189"/>
              <a:gd name="T68" fmla="*/ 76 w 258"/>
              <a:gd name="T69" fmla="*/ 68 h 189"/>
              <a:gd name="T70" fmla="*/ 60 w 258"/>
              <a:gd name="T71" fmla="*/ 18 h 189"/>
              <a:gd name="T72" fmla="*/ 60 w 258"/>
              <a:gd name="T73" fmla="*/ 187 h 189"/>
              <a:gd name="T74" fmla="*/ 59 w 258"/>
              <a:gd name="T75" fmla="*/ 175 h 189"/>
              <a:gd name="T76" fmla="*/ 49 w 258"/>
              <a:gd name="T77" fmla="*/ 144 h 189"/>
              <a:gd name="T78" fmla="*/ 60 w 258"/>
              <a:gd name="T79" fmla="*/ 125 h 189"/>
              <a:gd name="T80" fmla="*/ 41 w 258"/>
              <a:gd name="T81" fmla="*/ 125 h 189"/>
              <a:gd name="T82" fmla="*/ 60 w 258"/>
              <a:gd name="T83" fmla="*/ 87 h 189"/>
              <a:gd name="T84" fmla="*/ 51 w 258"/>
              <a:gd name="T85" fmla="*/ 76 h 189"/>
              <a:gd name="T86" fmla="*/ 43 w 258"/>
              <a:gd name="T87" fmla="*/ 51 h 189"/>
              <a:gd name="T88" fmla="*/ 60 w 258"/>
              <a:gd name="T89" fmla="*/ 18 h 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58" h="189">
                <a:moveTo>
                  <a:pt x="253" y="104"/>
                </a:moveTo>
                <a:cubicBezTo>
                  <a:pt x="258" y="60"/>
                  <a:pt x="213" y="31"/>
                  <a:pt x="213" y="31"/>
                </a:cubicBezTo>
                <a:cubicBezTo>
                  <a:pt x="210" y="30"/>
                  <a:pt x="207" y="28"/>
                  <a:pt x="204" y="27"/>
                </a:cubicBezTo>
                <a:cubicBezTo>
                  <a:pt x="204" y="69"/>
                  <a:pt x="204" y="69"/>
                  <a:pt x="204" y="69"/>
                </a:cubicBezTo>
                <a:cubicBezTo>
                  <a:pt x="208" y="69"/>
                  <a:pt x="212" y="70"/>
                  <a:pt x="216" y="72"/>
                </a:cubicBezTo>
                <a:cubicBezTo>
                  <a:pt x="230" y="79"/>
                  <a:pt x="235" y="95"/>
                  <a:pt x="228" y="109"/>
                </a:cubicBezTo>
                <a:cubicBezTo>
                  <a:pt x="224" y="119"/>
                  <a:pt x="214" y="125"/>
                  <a:pt x="204" y="125"/>
                </a:cubicBezTo>
                <a:cubicBezTo>
                  <a:pt x="204" y="146"/>
                  <a:pt x="204" y="146"/>
                  <a:pt x="204" y="146"/>
                </a:cubicBezTo>
                <a:cubicBezTo>
                  <a:pt x="230" y="144"/>
                  <a:pt x="249" y="134"/>
                  <a:pt x="253" y="104"/>
                </a:cubicBezTo>
                <a:close/>
                <a:moveTo>
                  <a:pt x="204" y="27"/>
                </a:moveTo>
                <a:cubicBezTo>
                  <a:pt x="156" y="5"/>
                  <a:pt x="119" y="0"/>
                  <a:pt x="91" y="6"/>
                </a:cubicBezTo>
                <a:cubicBezTo>
                  <a:pt x="91" y="14"/>
                  <a:pt x="91" y="14"/>
                  <a:pt x="91" y="14"/>
                </a:cubicBezTo>
                <a:cubicBezTo>
                  <a:pt x="93" y="14"/>
                  <a:pt x="95" y="14"/>
                  <a:pt x="97" y="15"/>
                </a:cubicBezTo>
                <a:cubicBezTo>
                  <a:pt x="97" y="15"/>
                  <a:pt x="97" y="15"/>
                  <a:pt x="97" y="15"/>
                </a:cubicBezTo>
                <a:cubicBezTo>
                  <a:pt x="104" y="19"/>
                  <a:pt x="107" y="27"/>
                  <a:pt x="103" y="34"/>
                </a:cubicBezTo>
                <a:cubicBezTo>
                  <a:pt x="101" y="39"/>
                  <a:pt x="96" y="42"/>
                  <a:pt x="91" y="42"/>
                </a:cubicBezTo>
                <a:cubicBezTo>
                  <a:pt x="91" y="146"/>
                  <a:pt x="91" y="146"/>
                  <a:pt x="91" y="146"/>
                </a:cubicBezTo>
                <a:cubicBezTo>
                  <a:pt x="93" y="151"/>
                  <a:pt x="93" y="157"/>
                  <a:pt x="91" y="162"/>
                </a:cubicBezTo>
                <a:cubicBezTo>
                  <a:pt x="91" y="185"/>
                  <a:pt x="91" y="185"/>
                  <a:pt x="91" y="185"/>
                </a:cubicBezTo>
                <a:cubicBezTo>
                  <a:pt x="117" y="174"/>
                  <a:pt x="138" y="143"/>
                  <a:pt x="166" y="145"/>
                </a:cubicBezTo>
                <a:cubicBezTo>
                  <a:pt x="179" y="147"/>
                  <a:pt x="192" y="147"/>
                  <a:pt x="204" y="146"/>
                </a:cubicBezTo>
                <a:cubicBezTo>
                  <a:pt x="204" y="125"/>
                  <a:pt x="204" y="125"/>
                  <a:pt x="204" y="125"/>
                </a:cubicBezTo>
                <a:cubicBezTo>
                  <a:pt x="199" y="125"/>
                  <a:pt x="195" y="124"/>
                  <a:pt x="191" y="122"/>
                </a:cubicBezTo>
                <a:cubicBezTo>
                  <a:pt x="191" y="122"/>
                  <a:pt x="191" y="122"/>
                  <a:pt x="191" y="122"/>
                </a:cubicBezTo>
                <a:cubicBezTo>
                  <a:pt x="177" y="115"/>
                  <a:pt x="172" y="98"/>
                  <a:pt x="179" y="84"/>
                </a:cubicBezTo>
                <a:cubicBezTo>
                  <a:pt x="184" y="74"/>
                  <a:pt x="193" y="69"/>
                  <a:pt x="204" y="69"/>
                </a:cubicBezTo>
                <a:lnTo>
                  <a:pt x="204" y="27"/>
                </a:lnTo>
                <a:close/>
                <a:moveTo>
                  <a:pt x="91" y="6"/>
                </a:moveTo>
                <a:cubicBezTo>
                  <a:pt x="86" y="6"/>
                  <a:pt x="82" y="8"/>
                  <a:pt x="78" y="9"/>
                </a:cubicBezTo>
                <a:cubicBezTo>
                  <a:pt x="78" y="24"/>
                  <a:pt x="78" y="24"/>
                  <a:pt x="78" y="24"/>
                </a:cubicBezTo>
                <a:cubicBezTo>
                  <a:pt x="78" y="23"/>
                  <a:pt x="78" y="22"/>
                  <a:pt x="78" y="22"/>
                </a:cubicBezTo>
                <a:cubicBezTo>
                  <a:pt x="81" y="17"/>
                  <a:pt x="86" y="14"/>
                  <a:pt x="91" y="14"/>
                </a:cubicBezTo>
                <a:cubicBezTo>
                  <a:pt x="91" y="6"/>
                  <a:pt x="91" y="6"/>
                  <a:pt x="91" y="6"/>
                </a:cubicBezTo>
                <a:close/>
                <a:moveTo>
                  <a:pt x="78" y="188"/>
                </a:moveTo>
                <a:cubicBezTo>
                  <a:pt x="82" y="188"/>
                  <a:pt x="87" y="187"/>
                  <a:pt x="91" y="185"/>
                </a:cubicBezTo>
                <a:cubicBezTo>
                  <a:pt x="91" y="162"/>
                  <a:pt x="91" y="162"/>
                  <a:pt x="91" y="162"/>
                </a:cubicBezTo>
                <a:cubicBezTo>
                  <a:pt x="90" y="163"/>
                  <a:pt x="90" y="164"/>
                  <a:pt x="90" y="165"/>
                </a:cubicBezTo>
                <a:cubicBezTo>
                  <a:pt x="87" y="170"/>
                  <a:pt x="83" y="174"/>
                  <a:pt x="78" y="176"/>
                </a:cubicBezTo>
                <a:cubicBezTo>
                  <a:pt x="78" y="188"/>
                  <a:pt x="78" y="188"/>
                  <a:pt x="78" y="188"/>
                </a:cubicBezTo>
                <a:close/>
                <a:moveTo>
                  <a:pt x="91" y="42"/>
                </a:moveTo>
                <a:cubicBezTo>
                  <a:pt x="91" y="146"/>
                  <a:pt x="91" y="146"/>
                  <a:pt x="91" y="146"/>
                </a:cubicBezTo>
                <a:cubicBezTo>
                  <a:pt x="89" y="141"/>
                  <a:pt x="85" y="136"/>
                  <a:pt x="80" y="134"/>
                </a:cubicBezTo>
                <a:cubicBezTo>
                  <a:pt x="79" y="133"/>
                  <a:pt x="78" y="133"/>
                  <a:pt x="78" y="133"/>
                </a:cubicBezTo>
                <a:cubicBezTo>
                  <a:pt x="78" y="64"/>
                  <a:pt x="78" y="64"/>
                  <a:pt x="78" y="64"/>
                </a:cubicBezTo>
                <a:cubicBezTo>
                  <a:pt x="79" y="61"/>
                  <a:pt x="79" y="57"/>
                  <a:pt x="78" y="54"/>
                </a:cubicBezTo>
                <a:cubicBezTo>
                  <a:pt x="78" y="33"/>
                  <a:pt x="78" y="33"/>
                  <a:pt x="78" y="33"/>
                </a:cubicBezTo>
                <a:cubicBezTo>
                  <a:pt x="79" y="36"/>
                  <a:pt x="81" y="39"/>
                  <a:pt x="84" y="41"/>
                </a:cubicBezTo>
                <a:cubicBezTo>
                  <a:pt x="86" y="42"/>
                  <a:pt x="89" y="42"/>
                  <a:pt x="91" y="42"/>
                </a:cubicBezTo>
                <a:close/>
                <a:moveTo>
                  <a:pt x="78" y="9"/>
                </a:moveTo>
                <a:cubicBezTo>
                  <a:pt x="71" y="11"/>
                  <a:pt x="65" y="14"/>
                  <a:pt x="60" y="18"/>
                </a:cubicBezTo>
                <a:cubicBezTo>
                  <a:pt x="60" y="40"/>
                  <a:pt x="60" y="40"/>
                  <a:pt x="60" y="40"/>
                </a:cubicBezTo>
                <a:cubicBezTo>
                  <a:pt x="62" y="40"/>
                  <a:pt x="65" y="41"/>
                  <a:pt x="68" y="42"/>
                </a:cubicBezTo>
                <a:cubicBezTo>
                  <a:pt x="73" y="45"/>
                  <a:pt x="76" y="49"/>
                  <a:pt x="78" y="54"/>
                </a:cubicBezTo>
                <a:cubicBezTo>
                  <a:pt x="78" y="33"/>
                  <a:pt x="78" y="33"/>
                  <a:pt x="78" y="33"/>
                </a:cubicBezTo>
                <a:cubicBezTo>
                  <a:pt x="77" y="30"/>
                  <a:pt x="77" y="27"/>
                  <a:pt x="78" y="24"/>
                </a:cubicBezTo>
                <a:cubicBezTo>
                  <a:pt x="78" y="9"/>
                  <a:pt x="78" y="9"/>
                  <a:pt x="78" y="9"/>
                </a:cubicBezTo>
                <a:close/>
                <a:moveTo>
                  <a:pt x="60" y="187"/>
                </a:moveTo>
                <a:cubicBezTo>
                  <a:pt x="66" y="188"/>
                  <a:pt x="72" y="189"/>
                  <a:pt x="78" y="188"/>
                </a:cubicBezTo>
                <a:cubicBezTo>
                  <a:pt x="78" y="176"/>
                  <a:pt x="78" y="176"/>
                  <a:pt x="78" y="176"/>
                </a:cubicBezTo>
                <a:cubicBezTo>
                  <a:pt x="72" y="178"/>
                  <a:pt x="65" y="178"/>
                  <a:pt x="60" y="176"/>
                </a:cubicBezTo>
                <a:cubicBezTo>
                  <a:pt x="60" y="187"/>
                  <a:pt x="60" y="187"/>
                  <a:pt x="60" y="187"/>
                </a:cubicBezTo>
                <a:close/>
                <a:moveTo>
                  <a:pt x="78" y="64"/>
                </a:moveTo>
                <a:cubicBezTo>
                  <a:pt x="78" y="133"/>
                  <a:pt x="78" y="133"/>
                  <a:pt x="78" y="133"/>
                </a:cubicBezTo>
                <a:cubicBezTo>
                  <a:pt x="72" y="131"/>
                  <a:pt x="65" y="131"/>
                  <a:pt x="60" y="134"/>
                </a:cubicBezTo>
                <a:cubicBezTo>
                  <a:pt x="60" y="125"/>
                  <a:pt x="60" y="125"/>
                  <a:pt x="60" y="125"/>
                </a:cubicBezTo>
                <a:cubicBezTo>
                  <a:pt x="64" y="123"/>
                  <a:pt x="67" y="120"/>
                  <a:pt x="70" y="116"/>
                </a:cubicBezTo>
                <a:cubicBezTo>
                  <a:pt x="75" y="105"/>
                  <a:pt x="71" y="92"/>
                  <a:pt x="60" y="87"/>
                </a:cubicBezTo>
                <a:cubicBezTo>
                  <a:pt x="60" y="87"/>
                  <a:pt x="60" y="87"/>
                  <a:pt x="60" y="87"/>
                </a:cubicBezTo>
                <a:cubicBezTo>
                  <a:pt x="60" y="78"/>
                  <a:pt x="60" y="78"/>
                  <a:pt x="60" y="78"/>
                </a:cubicBezTo>
                <a:cubicBezTo>
                  <a:pt x="66" y="78"/>
                  <a:pt x="73" y="74"/>
                  <a:pt x="76" y="68"/>
                </a:cubicBezTo>
                <a:cubicBezTo>
                  <a:pt x="77" y="66"/>
                  <a:pt x="77" y="65"/>
                  <a:pt x="78" y="64"/>
                </a:cubicBezTo>
                <a:close/>
                <a:moveTo>
                  <a:pt x="60" y="18"/>
                </a:moveTo>
                <a:cubicBezTo>
                  <a:pt x="0" y="56"/>
                  <a:pt x="10" y="159"/>
                  <a:pt x="46" y="180"/>
                </a:cubicBezTo>
                <a:cubicBezTo>
                  <a:pt x="51" y="183"/>
                  <a:pt x="55" y="185"/>
                  <a:pt x="60" y="187"/>
                </a:cubicBezTo>
                <a:cubicBezTo>
                  <a:pt x="60" y="176"/>
                  <a:pt x="60" y="176"/>
                  <a:pt x="60" y="176"/>
                </a:cubicBezTo>
                <a:cubicBezTo>
                  <a:pt x="59" y="175"/>
                  <a:pt x="59" y="175"/>
                  <a:pt x="59" y="175"/>
                </a:cubicBezTo>
                <a:cubicBezTo>
                  <a:pt x="59" y="175"/>
                  <a:pt x="59" y="175"/>
                  <a:pt x="59" y="175"/>
                </a:cubicBezTo>
                <a:cubicBezTo>
                  <a:pt x="48" y="170"/>
                  <a:pt x="43" y="156"/>
                  <a:pt x="49" y="144"/>
                </a:cubicBezTo>
                <a:cubicBezTo>
                  <a:pt x="51" y="139"/>
                  <a:pt x="55" y="136"/>
                  <a:pt x="60" y="134"/>
                </a:cubicBezTo>
                <a:cubicBezTo>
                  <a:pt x="60" y="125"/>
                  <a:pt x="60" y="125"/>
                  <a:pt x="60" y="125"/>
                </a:cubicBezTo>
                <a:cubicBezTo>
                  <a:pt x="54" y="128"/>
                  <a:pt x="47" y="128"/>
                  <a:pt x="41" y="125"/>
                </a:cubicBezTo>
                <a:cubicBezTo>
                  <a:pt x="41" y="125"/>
                  <a:pt x="41" y="125"/>
                  <a:pt x="41" y="125"/>
                </a:cubicBezTo>
                <a:cubicBezTo>
                  <a:pt x="31" y="120"/>
                  <a:pt x="26" y="107"/>
                  <a:pt x="32" y="97"/>
                </a:cubicBezTo>
                <a:cubicBezTo>
                  <a:pt x="37" y="86"/>
                  <a:pt x="49" y="82"/>
                  <a:pt x="60" y="87"/>
                </a:cubicBezTo>
                <a:cubicBezTo>
                  <a:pt x="60" y="78"/>
                  <a:pt x="60" y="78"/>
                  <a:pt x="60" y="78"/>
                </a:cubicBezTo>
                <a:cubicBezTo>
                  <a:pt x="57" y="78"/>
                  <a:pt x="54" y="77"/>
                  <a:pt x="51" y="76"/>
                </a:cubicBezTo>
                <a:cubicBezTo>
                  <a:pt x="42" y="71"/>
                  <a:pt x="38" y="60"/>
                  <a:pt x="43" y="51"/>
                </a:cubicBezTo>
                <a:cubicBezTo>
                  <a:pt x="43" y="51"/>
                  <a:pt x="43" y="51"/>
                  <a:pt x="43" y="51"/>
                </a:cubicBezTo>
                <a:cubicBezTo>
                  <a:pt x="46" y="44"/>
                  <a:pt x="53" y="40"/>
                  <a:pt x="60" y="40"/>
                </a:cubicBezTo>
                <a:lnTo>
                  <a:pt x="60" y="18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pPr eaLnBrk="1" hangingPunct="1">
              <a:defRPr/>
            </a:pPr>
            <a:endParaRPr lang="id-ID" sz="1335" dirty="0"/>
          </a:p>
        </p:txBody>
      </p:sp>
      <p:grpSp>
        <p:nvGrpSpPr>
          <p:cNvPr id="79" name="Group 127"/>
          <p:cNvGrpSpPr/>
          <p:nvPr>
            <p:custDataLst>
              <p:tags r:id="rId32"/>
            </p:custDataLst>
          </p:nvPr>
        </p:nvGrpSpPr>
        <p:grpSpPr>
          <a:xfrm>
            <a:off x="6363986" y="3219092"/>
            <a:ext cx="507712" cy="653880"/>
            <a:chOff x="8610600" y="4127500"/>
            <a:chExt cx="508001" cy="654050"/>
          </a:xfrm>
          <a:solidFill>
            <a:srgbClr val="151472"/>
          </a:solidFill>
        </p:grpSpPr>
        <p:sp>
          <p:nvSpPr>
            <p:cNvPr id="80" name="Freeform 33"/>
            <p:cNvSpPr/>
            <p:nvPr>
              <p:custDataLst>
                <p:tags r:id="rId33"/>
              </p:custDataLst>
            </p:nvPr>
          </p:nvSpPr>
          <p:spPr bwMode="auto">
            <a:xfrm>
              <a:off x="8618538" y="4127500"/>
              <a:ext cx="500063" cy="503238"/>
            </a:xfrm>
            <a:custGeom>
              <a:avLst/>
              <a:gdLst>
                <a:gd name="T0" fmla="*/ 169 w 230"/>
                <a:gd name="T1" fmla="*/ 12 h 231"/>
                <a:gd name="T2" fmla="*/ 215 w 230"/>
                <a:gd name="T3" fmla="*/ 103 h 231"/>
                <a:gd name="T4" fmla="*/ 102 w 230"/>
                <a:gd name="T5" fmla="*/ 216 h 231"/>
                <a:gd name="T6" fmla="*/ 12 w 230"/>
                <a:gd name="T7" fmla="*/ 171 h 231"/>
                <a:gd name="T8" fmla="*/ 0 w 230"/>
                <a:gd name="T9" fmla="*/ 181 h 231"/>
                <a:gd name="T10" fmla="*/ 102 w 230"/>
                <a:gd name="T11" fmla="*/ 231 h 231"/>
                <a:gd name="T12" fmla="*/ 230 w 230"/>
                <a:gd name="T13" fmla="*/ 103 h 231"/>
                <a:gd name="T14" fmla="*/ 178 w 230"/>
                <a:gd name="T15" fmla="*/ 0 h 231"/>
                <a:gd name="T16" fmla="*/ 169 w 230"/>
                <a:gd name="T17" fmla="*/ 12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0" h="231">
                  <a:moveTo>
                    <a:pt x="169" y="12"/>
                  </a:moveTo>
                  <a:cubicBezTo>
                    <a:pt x="197" y="32"/>
                    <a:pt x="215" y="65"/>
                    <a:pt x="215" y="103"/>
                  </a:cubicBezTo>
                  <a:cubicBezTo>
                    <a:pt x="215" y="165"/>
                    <a:pt x="165" y="216"/>
                    <a:pt x="102" y="216"/>
                  </a:cubicBezTo>
                  <a:cubicBezTo>
                    <a:pt x="65" y="216"/>
                    <a:pt x="33" y="198"/>
                    <a:pt x="12" y="17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24" y="211"/>
                    <a:pt x="61" y="231"/>
                    <a:pt x="102" y="231"/>
                  </a:cubicBezTo>
                  <a:cubicBezTo>
                    <a:pt x="173" y="231"/>
                    <a:pt x="230" y="174"/>
                    <a:pt x="230" y="103"/>
                  </a:cubicBezTo>
                  <a:cubicBezTo>
                    <a:pt x="230" y="61"/>
                    <a:pt x="210" y="23"/>
                    <a:pt x="178" y="0"/>
                  </a:cubicBezTo>
                  <a:lnTo>
                    <a:pt x="16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388" tIns="45693" rIns="91388" bIns="45693"/>
            <a:lstStyle/>
            <a:p>
              <a:pPr eaLnBrk="1" hangingPunct="1">
                <a:defRPr/>
              </a:pPr>
              <a:endParaRPr lang="id-ID" sz="1335" dirty="0"/>
            </a:p>
          </p:txBody>
        </p:sp>
        <p:sp>
          <p:nvSpPr>
            <p:cNvPr id="81" name="Freeform 34"/>
            <p:cNvSpPr>
              <a:spLocks noEditPoints="1"/>
            </p:cNvSpPr>
            <p:nvPr>
              <p:custDataLst>
                <p:tags r:id="rId34"/>
              </p:custDataLst>
            </p:nvPr>
          </p:nvSpPr>
          <p:spPr bwMode="auto">
            <a:xfrm>
              <a:off x="8621713" y="4137025"/>
              <a:ext cx="442913" cy="441325"/>
            </a:xfrm>
            <a:custGeom>
              <a:avLst/>
              <a:gdLst>
                <a:gd name="T0" fmla="*/ 102 w 203"/>
                <a:gd name="T1" fmla="*/ 203 h 203"/>
                <a:gd name="T2" fmla="*/ 203 w 203"/>
                <a:gd name="T3" fmla="*/ 101 h 203"/>
                <a:gd name="T4" fmla="*/ 102 w 203"/>
                <a:gd name="T5" fmla="*/ 0 h 203"/>
                <a:gd name="T6" fmla="*/ 102 w 203"/>
                <a:gd name="T7" fmla="*/ 5 h 203"/>
                <a:gd name="T8" fmla="*/ 198 w 203"/>
                <a:gd name="T9" fmla="*/ 101 h 203"/>
                <a:gd name="T10" fmla="*/ 102 w 203"/>
                <a:gd name="T11" fmla="*/ 198 h 203"/>
                <a:gd name="T12" fmla="*/ 102 w 203"/>
                <a:gd name="T13" fmla="*/ 203 h 203"/>
                <a:gd name="T14" fmla="*/ 102 w 203"/>
                <a:gd name="T15" fmla="*/ 0 h 203"/>
                <a:gd name="T16" fmla="*/ 0 w 203"/>
                <a:gd name="T17" fmla="*/ 101 h 203"/>
                <a:gd name="T18" fmla="*/ 102 w 203"/>
                <a:gd name="T19" fmla="*/ 203 h 203"/>
                <a:gd name="T20" fmla="*/ 102 w 203"/>
                <a:gd name="T21" fmla="*/ 203 h 203"/>
                <a:gd name="T22" fmla="*/ 102 w 203"/>
                <a:gd name="T23" fmla="*/ 198 h 203"/>
                <a:gd name="T24" fmla="*/ 102 w 203"/>
                <a:gd name="T25" fmla="*/ 198 h 203"/>
                <a:gd name="T26" fmla="*/ 102 w 203"/>
                <a:gd name="T27" fmla="*/ 198 h 203"/>
                <a:gd name="T28" fmla="*/ 5 w 203"/>
                <a:gd name="T29" fmla="*/ 101 h 203"/>
                <a:gd name="T30" fmla="*/ 102 w 203"/>
                <a:gd name="T31" fmla="*/ 5 h 203"/>
                <a:gd name="T32" fmla="*/ 102 w 203"/>
                <a:gd name="T33" fmla="*/ 5 h 203"/>
                <a:gd name="T34" fmla="*/ 102 w 203"/>
                <a:gd name="T3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3" h="203">
                  <a:moveTo>
                    <a:pt x="102" y="203"/>
                  </a:moveTo>
                  <a:cubicBezTo>
                    <a:pt x="158" y="203"/>
                    <a:pt x="203" y="157"/>
                    <a:pt x="203" y="101"/>
                  </a:cubicBezTo>
                  <a:cubicBezTo>
                    <a:pt x="203" y="45"/>
                    <a:pt x="158" y="0"/>
                    <a:pt x="102" y="0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55" y="5"/>
                    <a:pt x="198" y="48"/>
                    <a:pt x="198" y="101"/>
                  </a:cubicBezTo>
                  <a:cubicBezTo>
                    <a:pt x="198" y="155"/>
                    <a:pt x="155" y="198"/>
                    <a:pt x="102" y="198"/>
                  </a:cubicBezTo>
                  <a:lnTo>
                    <a:pt x="102" y="203"/>
                  </a:ln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3"/>
                    <a:pt x="102" y="203"/>
                  </a:cubicBezTo>
                  <a:cubicBezTo>
                    <a:pt x="102" y="203"/>
                    <a:pt x="102" y="203"/>
                    <a:pt x="102" y="203"/>
                  </a:cubicBezTo>
                  <a:cubicBezTo>
                    <a:pt x="102" y="198"/>
                    <a:pt x="102" y="198"/>
                    <a:pt x="102" y="198"/>
                  </a:cubicBezTo>
                  <a:cubicBezTo>
                    <a:pt x="102" y="198"/>
                    <a:pt x="102" y="198"/>
                    <a:pt x="102" y="198"/>
                  </a:cubicBezTo>
                  <a:cubicBezTo>
                    <a:pt x="102" y="198"/>
                    <a:pt x="102" y="198"/>
                    <a:pt x="102" y="198"/>
                  </a:cubicBezTo>
                  <a:cubicBezTo>
                    <a:pt x="48" y="198"/>
                    <a:pt x="5" y="155"/>
                    <a:pt x="5" y="101"/>
                  </a:cubicBezTo>
                  <a:cubicBezTo>
                    <a:pt x="5" y="48"/>
                    <a:pt x="48" y="5"/>
                    <a:pt x="102" y="5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0"/>
                    <a:pt x="102" y="0"/>
                    <a:pt x="1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91388" tIns="45693" rIns="91388" bIns="45693"/>
            <a:lstStyle/>
            <a:p>
              <a:pPr eaLnBrk="1" hangingPunct="1">
                <a:defRPr/>
              </a:pPr>
              <a:endParaRPr lang="id-ID" sz="1335" dirty="0"/>
            </a:p>
          </p:txBody>
        </p:sp>
        <p:sp>
          <p:nvSpPr>
            <p:cNvPr id="82" name="Freeform 35"/>
            <p:cNvSpPr/>
            <p:nvPr>
              <p:custDataLst>
                <p:tags r:id="rId35"/>
              </p:custDataLst>
            </p:nvPr>
          </p:nvSpPr>
          <p:spPr bwMode="auto">
            <a:xfrm>
              <a:off x="8610600" y="4144963"/>
              <a:ext cx="496888" cy="433388"/>
            </a:xfrm>
            <a:custGeom>
              <a:avLst/>
              <a:gdLst>
                <a:gd name="T0" fmla="*/ 65 w 228"/>
                <a:gd name="T1" fmla="*/ 15 h 199"/>
                <a:gd name="T2" fmla="*/ 61 w 228"/>
                <a:gd name="T3" fmla="*/ 23 h 199"/>
                <a:gd name="T4" fmla="*/ 57 w 228"/>
                <a:gd name="T5" fmla="*/ 29 h 199"/>
                <a:gd name="T6" fmla="*/ 54 w 228"/>
                <a:gd name="T7" fmla="*/ 26 h 199"/>
                <a:gd name="T8" fmla="*/ 52 w 228"/>
                <a:gd name="T9" fmla="*/ 32 h 199"/>
                <a:gd name="T10" fmla="*/ 42 w 228"/>
                <a:gd name="T11" fmla="*/ 34 h 199"/>
                <a:gd name="T12" fmla="*/ 36 w 228"/>
                <a:gd name="T13" fmla="*/ 41 h 199"/>
                <a:gd name="T14" fmla="*/ 27 w 228"/>
                <a:gd name="T15" fmla="*/ 53 h 199"/>
                <a:gd name="T16" fmla="*/ 21 w 228"/>
                <a:gd name="T17" fmla="*/ 61 h 199"/>
                <a:gd name="T18" fmla="*/ 27 w 228"/>
                <a:gd name="T19" fmla="*/ 67 h 199"/>
                <a:gd name="T20" fmla="*/ 27 w 228"/>
                <a:gd name="T21" fmla="*/ 70 h 199"/>
                <a:gd name="T22" fmla="*/ 22 w 228"/>
                <a:gd name="T23" fmla="*/ 65 h 199"/>
                <a:gd name="T24" fmla="*/ 18 w 228"/>
                <a:gd name="T25" fmla="*/ 60 h 199"/>
                <a:gd name="T26" fmla="*/ 16 w 228"/>
                <a:gd name="T27" fmla="*/ 69 h 199"/>
                <a:gd name="T28" fmla="*/ 17 w 228"/>
                <a:gd name="T29" fmla="*/ 83 h 199"/>
                <a:gd name="T30" fmla="*/ 24 w 228"/>
                <a:gd name="T31" fmla="*/ 80 h 199"/>
                <a:gd name="T32" fmla="*/ 32 w 228"/>
                <a:gd name="T33" fmla="*/ 88 h 199"/>
                <a:gd name="T34" fmla="*/ 41 w 228"/>
                <a:gd name="T35" fmla="*/ 98 h 199"/>
                <a:gd name="T36" fmla="*/ 50 w 228"/>
                <a:gd name="T37" fmla="*/ 105 h 199"/>
                <a:gd name="T38" fmla="*/ 61 w 228"/>
                <a:gd name="T39" fmla="*/ 117 h 199"/>
                <a:gd name="T40" fmla="*/ 58 w 228"/>
                <a:gd name="T41" fmla="*/ 134 h 199"/>
                <a:gd name="T42" fmla="*/ 49 w 228"/>
                <a:gd name="T43" fmla="*/ 155 h 199"/>
                <a:gd name="T44" fmla="*/ 52 w 228"/>
                <a:gd name="T45" fmla="*/ 170 h 199"/>
                <a:gd name="T46" fmla="*/ 46 w 228"/>
                <a:gd name="T47" fmla="*/ 171 h 199"/>
                <a:gd name="T48" fmla="*/ 32 w 228"/>
                <a:gd name="T49" fmla="*/ 148 h 199"/>
                <a:gd name="T50" fmla="*/ 16 w 228"/>
                <a:gd name="T51" fmla="*/ 113 h 199"/>
                <a:gd name="T52" fmla="*/ 11 w 228"/>
                <a:gd name="T53" fmla="*/ 87 h 199"/>
                <a:gd name="T54" fmla="*/ 73 w 228"/>
                <a:gd name="T55" fmla="*/ 183 h 199"/>
                <a:gd name="T56" fmla="*/ 89 w 228"/>
                <a:gd name="T57" fmla="*/ 181 h 199"/>
                <a:gd name="T58" fmla="*/ 110 w 228"/>
                <a:gd name="T59" fmla="*/ 178 h 199"/>
                <a:gd name="T60" fmla="*/ 108 w 228"/>
                <a:gd name="T61" fmla="*/ 187 h 199"/>
                <a:gd name="T62" fmla="*/ 121 w 228"/>
                <a:gd name="T63" fmla="*/ 186 h 199"/>
                <a:gd name="T64" fmla="*/ 139 w 228"/>
                <a:gd name="T65" fmla="*/ 184 h 199"/>
                <a:gd name="T66" fmla="*/ 137 w 228"/>
                <a:gd name="T67" fmla="*/ 3 h 199"/>
                <a:gd name="T68" fmla="*/ 197 w 228"/>
                <a:gd name="T69" fmla="*/ 64 h 199"/>
                <a:gd name="T70" fmla="*/ 189 w 228"/>
                <a:gd name="T71" fmla="*/ 58 h 199"/>
                <a:gd name="T72" fmla="*/ 181 w 228"/>
                <a:gd name="T73" fmla="*/ 74 h 199"/>
                <a:gd name="T74" fmla="*/ 170 w 228"/>
                <a:gd name="T75" fmla="*/ 59 h 199"/>
                <a:gd name="T76" fmla="*/ 174 w 228"/>
                <a:gd name="T77" fmla="*/ 75 h 199"/>
                <a:gd name="T78" fmla="*/ 186 w 228"/>
                <a:gd name="T79" fmla="*/ 79 h 199"/>
                <a:gd name="T80" fmla="*/ 181 w 228"/>
                <a:gd name="T81" fmla="*/ 100 h 199"/>
                <a:gd name="T82" fmla="*/ 175 w 228"/>
                <a:gd name="T83" fmla="*/ 122 h 199"/>
                <a:gd name="T84" fmla="*/ 168 w 228"/>
                <a:gd name="T85" fmla="*/ 137 h 199"/>
                <a:gd name="T86" fmla="*/ 147 w 228"/>
                <a:gd name="T87" fmla="*/ 154 h 199"/>
                <a:gd name="T88" fmla="*/ 141 w 228"/>
                <a:gd name="T89" fmla="*/ 139 h 199"/>
                <a:gd name="T90" fmla="*/ 142 w 228"/>
                <a:gd name="T91" fmla="*/ 121 h 199"/>
                <a:gd name="T92" fmla="*/ 135 w 228"/>
                <a:gd name="T93" fmla="*/ 101 h 199"/>
                <a:gd name="T94" fmla="*/ 125 w 228"/>
                <a:gd name="T95" fmla="*/ 89 h 199"/>
                <a:gd name="T96" fmla="*/ 99 w 228"/>
                <a:gd name="T97" fmla="*/ 90 h 199"/>
                <a:gd name="T98" fmla="*/ 89 w 228"/>
                <a:gd name="T99" fmla="*/ 76 h 199"/>
                <a:gd name="T100" fmla="*/ 100 w 228"/>
                <a:gd name="T101" fmla="*/ 49 h 199"/>
                <a:gd name="T102" fmla="*/ 119 w 228"/>
                <a:gd name="T103" fmla="*/ 41 h 199"/>
                <a:gd name="T104" fmla="*/ 130 w 228"/>
                <a:gd name="T105" fmla="*/ 46 h 199"/>
                <a:gd name="T106" fmla="*/ 146 w 228"/>
                <a:gd name="T107" fmla="*/ 46 h 199"/>
                <a:gd name="T108" fmla="*/ 162 w 228"/>
                <a:gd name="T109" fmla="*/ 44 h 199"/>
                <a:gd name="T110" fmla="*/ 147 w 228"/>
                <a:gd name="T111" fmla="*/ 37 h 199"/>
                <a:gd name="T112" fmla="*/ 146 w 228"/>
                <a:gd name="T113" fmla="*/ 32 h 199"/>
                <a:gd name="T114" fmla="*/ 127 w 228"/>
                <a:gd name="T115" fmla="*/ 32 h 199"/>
                <a:gd name="T116" fmla="*/ 111 w 228"/>
                <a:gd name="T117" fmla="*/ 37 h 199"/>
                <a:gd name="T118" fmla="*/ 107 w 228"/>
                <a:gd name="T119" fmla="*/ 21 h 199"/>
                <a:gd name="T120" fmla="*/ 96 w 228"/>
                <a:gd name="T121" fmla="*/ 11 h 199"/>
                <a:gd name="T122" fmla="*/ 109 w 228"/>
                <a:gd name="T123" fmla="*/ 3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28" h="199">
                  <a:moveTo>
                    <a:pt x="92" y="0"/>
                  </a:moveTo>
                  <a:cubicBezTo>
                    <a:pt x="92" y="0"/>
                    <a:pt x="58" y="5"/>
                    <a:pt x="35" y="31"/>
                  </a:cubicBezTo>
                  <a:cubicBezTo>
                    <a:pt x="35" y="31"/>
                    <a:pt x="53" y="13"/>
                    <a:pt x="64" y="13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4"/>
                    <a:pt x="66" y="15"/>
                    <a:pt x="65" y="15"/>
                  </a:cubicBezTo>
                  <a:cubicBezTo>
                    <a:pt x="65" y="16"/>
                    <a:pt x="64" y="17"/>
                    <a:pt x="64" y="18"/>
                  </a:cubicBezTo>
                  <a:cubicBezTo>
                    <a:pt x="64" y="18"/>
                    <a:pt x="64" y="20"/>
                    <a:pt x="64" y="20"/>
                  </a:cubicBezTo>
                  <a:cubicBezTo>
                    <a:pt x="63" y="21"/>
                    <a:pt x="63" y="21"/>
                    <a:pt x="63" y="21"/>
                  </a:cubicBezTo>
                  <a:cubicBezTo>
                    <a:pt x="63" y="21"/>
                    <a:pt x="62" y="21"/>
                    <a:pt x="62" y="22"/>
                  </a:cubicBezTo>
                  <a:cubicBezTo>
                    <a:pt x="62" y="22"/>
                    <a:pt x="61" y="22"/>
                    <a:pt x="61" y="23"/>
                  </a:cubicBezTo>
                  <a:cubicBezTo>
                    <a:pt x="61" y="24"/>
                    <a:pt x="61" y="25"/>
                    <a:pt x="61" y="25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59" y="29"/>
                    <a:pt x="59" y="29"/>
                    <a:pt x="59" y="29"/>
                  </a:cubicBezTo>
                  <a:cubicBezTo>
                    <a:pt x="59" y="29"/>
                    <a:pt x="58" y="29"/>
                    <a:pt x="57" y="29"/>
                  </a:cubicBezTo>
                  <a:cubicBezTo>
                    <a:pt x="56" y="29"/>
                    <a:pt x="56" y="27"/>
                    <a:pt x="56" y="27"/>
                  </a:cubicBezTo>
                  <a:cubicBezTo>
                    <a:pt x="58" y="26"/>
                    <a:pt x="58" y="26"/>
                    <a:pt x="58" y="26"/>
                  </a:cubicBezTo>
                  <a:cubicBezTo>
                    <a:pt x="58" y="26"/>
                    <a:pt x="58" y="26"/>
                    <a:pt x="58" y="25"/>
                  </a:cubicBezTo>
                  <a:cubicBezTo>
                    <a:pt x="57" y="25"/>
                    <a:pt x="57" y="24"/>
                    <a:pt x="56" y="24"/>
                  </a:cubicBezTo>
                  <a:cubicBezTo>
                    <a:pt x="55" y="24"/>
                    <a:pt x="54" y="26"/>
                    <a:pt x="54" y="26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2" y="27"/>
                    <a:pt x="51" y="29"/>
                    <a:pt x="51" y="29"/>
                  </a:cubicBezTo>
                  <a:cubicBezTo>
                    <a:pt x="52" y="29"/>
                    <a:pt x="53" y="29"/>
                    <a:pt x="53" y="29"/>
                  </a:cubicBezTo>
                  <a:cubicBezTo>
                    <a:pt x="53" y="29"/>
                    <a:pt x="53" y="30"/>
                    <a:pt x="53" y="31"/>
                  </a:cubicBezTo>
                  <a:cubicBezTo>
                    <a:pt x="53" y="31"/>
                    <a:pt x="52" y="32"/>
                    <a:pt x="52" y="32"/>
                  </a:cubicBezTo>
                  <a:cubicBezTo>
                    <a:pt x="52" y="32"/>
                    <a:pt x="52" y="33"/>
                    <a:pt x="51" y="33"/>
                  </a:cubicBezTo>
                  <a:cubicBezTo>
                    <a:pt x="50" y="32"/>
                    <a:pt x="49" y="32"/>
                    <a:pt x="48" y="32"/>
                  </a:cubicBezTo>
                  <a:cubicBezTo>
                    <a:pt x="47" y="32"/>
                    <a:pt x="46" y="31"/>
                    <a:pt x="46" y="32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3"/>
                    <a:pt x="42" y="34"/>
                    <a:pt x="42" y="34"/>
                  </a:cubicBezTo>
                  <a:cubicBezTo>
                    <a:pt x="42" y="34"/>
                    <a:pt x="41" y="35"/>
                    <a:pt x="41" y="35"/>
                  </a:cubicBezTo>
                  <a:cubicBezTo>
                    <a:pt x="41" y="35"/>
                    <a:pt x="41" y="37"/>
                    <a:pt x="41" y="37"/>
                  </a:cubicBezTo>
                  <a:cubicBezTo>
                    <a:pt x="41" y="37"/>
                    <a:pt x="40" y="38"/>
                    <a:pt x="38" y="38"/>
                  </a:cubicBezTo>
                  <a:cubicBezTo>
                    <a:pt x="37" y="39"/>
                    <a:pt x="36" y="39"/>
                    <a:pt x="36" y="39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4" y="42"/>
                    <a:pt x="34" y="43"/>
                  </a:cubicBezTo>
                  <a:cubicBezTo>
                    <a:pt x="33" y="44"/>
                    <a:pt x="30" y="46"/>
                    <a:pt x="30" y="46"/>
                  </a:cubicBezTo>
                  <a:cubicBezTo>
                    <a:pt x="30" y="46"/>
                    <a:pt x="29" y="47"/>
                    <a:pt x="28" y="48"/>
                  </a:cubicBezTo>
                  <a:cubicBezTo>
                    <a:pt x="28" y="49"/>
                    <a:pt x="28" y="50"/>
                    <a:pt x="28" y="51"/>
                  </a:cubicBezTo>
                  <a:cubicBezTo>
                    <a:pt x="28" y="51"/>
                    <a:pt x="27" y="52"/>
                    <a:pt x="27" y="53"/>
                  </a:cubicBezTo>
                  <a:cubicBezTo>
                    <a:pt x="27" y="54"/>
                    <a:pt x="26" y="55"/>
                    <a:pt x="26" y="56"/>
                  </a:cubicBezTo>
                  <a:cubicBezTo>
                    <a:pt x="25" y="56"/>
                    <a:pt x="25" y="57"/>
                    <a:pt x="24" y="57"/>
                  </a:cubicBezTo>
                  <a:cubicBezTo>
                    <a:pt x="24" y="57"/>
                    <a:pt x="22" y="58"/>
                    <a:pt x="21" y="58"/>
                  </a:cubicBezTo>
                  <a:cubicBezTo>
                    <a:pt x="20" y="59"/>
                    <a:pt x="20" y="60"/>
                    <a:pt x="20" y="60"/>
                  </a:cubicBezTo>
                  <a:cubicBezTo>
                    <a:pt x="20" y="60"/>
                    <a:pt x="21" y="61"/>
                    <a:pt x="21" y="61"/>
                  </a:cubicBezTo>
                  <a:cubicBezTo>
                    <a:pt x="22" y="61"/>
                    <a:pt x="23" y="62"/>
                    <a:pt x="23" y="62"/>
                  </a:cubicBezTo>
                  <a:cubicBezTo>
                    <a:pt x="23" y="62"/>
                    <a:pt x="23" y="63"/>
                    <a:pt x="23" y="64"/>
                  </a:cubicBezTo>
                  <a:cubicBezTo>
                    <a:pt x="23" y="64"/>
                    <a:pt x="22" y="66"/>
                    <a:pt x="23" y="66"/>
                  </a:cubicBezTo>
                  <a:cubicBezTo>
                    <a:pt x="24" y="66"/>
                    <a:pt x="25" y="66"/>
                    <a:pt x="25" y="66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29" y="68"/>
                    <a:pt x="29" y="68"/>
                    <a:pt x="29" y="68"/>
                  </a:cubicBezTo>
                  <a:cubicBezTo>
                    <a:pt x="29" y="68"/>
                    <a:pt x="29" y="69"/>
                    <a:pt x="29" y="70"/>
                  </a:cubicBezTo>
                  <a:cubicBezTo>
                    <a:pt x="28" y="70"/>
                    <a:pt x="28" y="71"/>
                    <a:pt x="28" y="71"/>
                  </a:cubicBezTo>
                  <a:cubicBezTo>
                    <a:pt x="27" y="71"/>
                    <a:pt x="27" y="71"/>
                    <a:pt x="27" y="70"/>
                  </a:cubicBezTo>
                  <a:cubicBezTo>
                    <a:pt x="27" y="69"/>
                    <a:pt x="27" y="69"/>
                    <a:pt x="26" y="68"/>
                  </a:cubicBezTo>
                  <a:cubicBezTo>
                    <a:pt x="25" y="68"/>
                    <a:pt x="24" y="69"/>
                    <a:pt x="24" y="69"/>
                  </a:cubicBezTo>
                  <a:cubicBezTo>
                    <a:pt x="24" y="69"/>
                    <a:pt x="23" y="69"/>
                    <a:pt x="23" y="68"/>
                  </a:cubicBezTo>
                  <a:cubicBezTo>
                    <a:pt x="22" y="67"/>
                    <a:pt x="22" y="68"/>
                    <a:pt x="22" y="67"/>
                  </a:cubicBezTo>
                  <a:cubicBezTo>
                    <a:pt x="22" y="66"/>
                    <a:pt x="23" y="66"/>
                    <a:pt x="22" y="65"/>
                  </a:cubicBezTo>
                  <a:cubicBezTo>
                    <a:pt x="22" y="65"/>
                    <a:pt x="21" y="64"/>
                    <a:pt x="21" y="64"/>
                  </a:cubicBezTo>
                  <a:cubicBezTo>
                    <a:pt x="20" y="64"/>
                    <a:pt x="21" y="65"/>
                    <a:pt x="20" y="64"/>
                  </a:cubicBezTo>
                  <a:cubicBezTo>
                    <a:pt x="20" y="63"/>
                    <a:pt x="19" y="63"/>
                    <a:pt x="19" y="63"/>
                  </a:cubicBezTo>
                  <a:cubicBezTo>
                    <a:pt x="19" y="63"/>
                    <a:pt x="18" y="63"/>
                    <a:pt x="18" y="62"/>
                  </a:cubicBezTo>
                  <a:cubicBezTo>
                    <a:pt x="18" y="62"/>
                    <a:pt x="18" y="61"/>
                    <a:pt x="18" y="60"/>
                  </a:cubicBezTo>
                  <a:cubicBezTo>
                    <a:pt x="18" y="60"/>
                    <a:pt x="19" y="59"/>
                    <a:pt x="19" y="58"/>
                  </a:cubicBezTo>
                  <a:cubicBezTo>
                    <a:pt x="19" y="58"/>
                    <a:pt x="19" y="55"/>
                    <a:pt x="19" y="55"/>
                  </a:cubicBezTo>
                  <a:cubicBezTo>
                    <a:pt x="19" y="55"/>
                    <a:pt x="16" y="61"/>
                    <a:pt x="15" y="66"/>
                  </a:cubicBezTo>
                  <a:cubicBezTo>
                    <a:pt x="15" y="66"/>
                    <a:pt x="16" y="65"/>
                    <a:pt x="16" y="66"/>
                  </a:cubicBezTo>
                  <a:cubicBezTo>
                    <a:pt x="16" y="67"/>
                    <a:pt x="17" y="68"/>
                    <a:pt x="16" y="69"/>
                  </a:cubicBezTo>
                  <a:cubicBezTo>
                    <a:pt x="16" y="69"/>
                    <a:pt x="16" y="69"/>
                    <a:pt x="16" y="72"/>
                  </a:cubicBezTo>
                  <a:cubicBezTo>
                    <a:pt x="16" y="74"/>
                    <a:pt x="17" y="75"/>
                    <a:pt x="17" y="76"/>
                  </a:cubicBezTo>
                  <a:cubicBezTo>
                    <a:pt x="16" y="76"/>
                    <a:pt x="16" y="77"/>
                    <a:pt x="16" y="78"/>
                  </a:cubicBezTo>
                  <a:cubicBezTo>
                    <a:pt x="16" y="79"/>
                    <a:pt x="16" y="82"/>
                    <a:pt x="17" y="82"/>
                  </a:cubicBezTo>
                  <a:cubicBezTo>
                    <a:pt x="17" y="82"/>
                    <a:pt x="17" y="83"/>
                    <a:pt x="17" y="83"/>
                  </a:cubicBezTo>
                  <a:cubicBezTo>
                    <a:pt x="18" y="84"/>
                    <a:pt x="17" y="85"/>
                    <a:pt x="18" y="84"/>
                  </a:cubicBezTo>
                  <a:cubicBezTo>
                    <a:pt x="19" y="82"/>
                    <a:pt x="20" y="81"/>
                    <a:pt x="20" y="81"/>
                  </a:cubicBezTo>
                  <a:cubicBezTo>
                    <a:pt x="20" y="80"/>
                    <a:pt x="20" y="80"/>
                    <a:pt x="20" y="80"/>
                  </a:cubicBezTo>
                  <a:cubicBezTo>
                    <a:pt x="20" y="80"/>
                    <a:pt x="20" y="79"/>
                    <a:pt x="22" y="79"/>
                  </a:cubicBezTo>
                  <a:cubicBezTo>
                    <a:pt x="23" y="79"/>
                    <a:pt x="24" y="79"/>
                    <a:pt x="24" y="80"/>
                  </a:cubicBezTo>
                  <a:cubicBezTo>
                    <a:pt x="25" y="80"/>
                    <a:pt x="23" y="82"/>
                    <a:pt x="24" y="82"/>
                  </a:cubicBezTo>
                  <a:cubicBezTo>
                    <a:pt x="25" y="82"/>
                    <a:pt x="27" y="81"/>
                    <a:pt x="28" y="81"/>
                  </a:cubicBezTo>
                  <a:cubicBezTo>
                    <a:pt x="29" y="81"/>
                    <a:pt x="29" y="82"/>
                    <a:pt x="30" y="83"/>
                  </a:cubicBezTo>
                  <a:cubicBezTo>
                    <a:pt x="30" y="84"/>
                    <a:pt x="30" y="85"/>
                    <a:pt x="31" y="86"/>
                  </a:cubicBezTo>
                  <a:cubicBezTo>
                    <a:pt x="32" y="86"/>
                    <a:pt x="31" y="87"/>
                    <a:pt x="32" y="88"/>
                  </a:cubicBezTo>
                  <a:cubicBezTo>
                    <a:pt x="32" y="89"/>
                    <a:pt x="34" y="90"/>
                    <a:pt x="35" y="90"/>
                  </a:cubicBezTo>
                  <a:cubicBezTo>
                    <a:pt x="35" y="90"/>
                    <a:pt x="37" y="90"/>
                    <a:pt x="38" y="90"/>
                  </a:cubicBezTo>
                  <a:cubicBezTo>
                    <a:pt x="39" y="91"/>
                    <a:pt x="38" y="92"/>
                    <a:pt x="39" y="92"/>
                  </a:cubicBezTo>
                  <a:cubicBezTo>
                    <a:pt x="40" y="92"/>
                    <a:pt x="41" y="95"/>
                    <a:pt x="41" y="95"/>
                  </a:cubicBezTo>
                  <a:cubicBezTo>
                    <a:pt x="41" y="95"/>
                    <a:pt x="41" y="97"/>
                    <a:pt x="41" y="98"/>
                  </a:cubicBezTo>
                  <a:cubicBezTo>
                    <a:pt x="41" y="98"/>
                    <a:pt x="41" y="99"/>
                    <a:pt x="42" y="100"/>
                  </a:cubicBezTo>
                  <a:cubicBezTo>
                    <a:pt x="42" y="100"/>
                    <a:pt x="44" y="100"/>
                    <a:pt x="44" y="100"/>
                  </a:cubicBezTo>
                  <a:cubicBezTo>
                    <a:pt x="44" y="100"/>
                    <a:pt x="43" y="102"/>
                    <a:pt x="45" y="102"/>
                  </a:cubicBezTo>
                  <a:cubicBezTo>
                    <a:pt x="47" y="103"/>
                    <a:pt x="48" y="103"/>
                    <a:pt x="49" y="104"/>
                  </a:cubicBezTo>
                  <a:cubicBezTo>
                    <a:pt x="49" y="104"/>
                    <a:pt x="48" y="105"/>
                    <a:pt x="50" y="105"/>
                  </a:cubicBezTo>
                  <a:cubicBezTo>
                    <a:pt x="52" y="105"/>
                    <a:pt x="54" y="105"/>
                    <a:pt x="55" y="106"/>
                  </a:cubicBezTo>
                  <a:cubicBezTo>
                    <a:pt x="56" y="106"/>
                    <a:pt x="55" y="107"/>
                    <a:pt x="57" y="109"/>
                  </a:cubicBezTo>
                  <a:cubicBezTo>
                    <a:pt x="60" y="110"/>
                    <a:pt x="60" y="111"/>
                    <a:pt x="61" y="111"/>
                  </a:cubicBezTo>
                  <a:cubicBezTo>
                    <a:pt x="62" y="111"/>
                    <a:pt x="63" y="111"/>
                    <a:pt x="63" y="113"/>
                  </a:cubicBezTo>
                  <a:cubicBezTo>
                    <a:pt x="62" y="115"/>
                    <a:pt x="62" y="116"/>
                    <a:pt x="61" y="117"/>
                  </a:cubicBezTo>
                  <a:cubicBezTo>
                    <a:pt x="60" y="118"/>
                    <a:pt x="59" y="120"/>
                    <a:pt x="58" y="121"/>
                  </a:cubicBezTo>
                  <a:cubicBezTo>
                    <a:pt x="58" y="122"/>
                    <a:pt x="57" y="123"/>
                    <a:pt x="58" y="124"/>
                  </a:cubicBezTo>
                  <a:cubicBezTo>
                    <a:pt x="58" y="126"/>
                    <a:pt x="59" y="127"/>
                    <a:pt x="59" y="128"/>
                  </a:cubicBezTo>
                  <a:cubicBezTo>
                    <a:pt x="59" y="129"/>
                    <a:pt x="59" y="131"/>
                    <a:pt x="59" y="132"/>
                  </a:cubicBezTo>
                  <a:cubicBezTo>
                    <a:pt x="58" y="133"/>
                    <a:pt x="58" y="134"/>
                    <a:pt x="58" y="134"/>
                  </a:cubicBezTo>
                  <a:cubicBezTo>
                    <a:pt x="58" y="134"/>
                    <a:pt x="59" y="136"/>
                    <a:pt x="58" y="137"/>
                  </a:cubicBezTo>
                  <a:cubicBezTo>
                    <a:pt x="57" y="138"/>
                    <a:pt x="55" y="140"/>
                    <a:pt x="54" y="140"/>
                  </a:cubicBezTo>
                  <a:cubicBezTo>
                    <a:pt x="53" y="140"/>
                    <a:pt x="51" y="142"/>
                    <a:pt x="51" y="142"/>
                  </a:cubicBezTo>
                  <a:cubicBezTo>
                    <a:pt x="51" y="142"/>
                    <a:pt x="51" y="146"/>
                    <a:pt x="51" y="147"/>
                  </a:cubicBezTo>
                  <a:cubicBezTo>
                    <a:pt x="51" y="147"/>
                    <a:pt x="47" y="154"/>
                    <a:pt x="49" y="155"/>
                  </a:cubicBezTo>
                  <a:cubicBezTo>
                    <a:pt x="50" y="156"/>
                    <a:pt x="50" y="158"/>
                    <a:pt x="50" y="159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48" y="161"/>
                    <a:pt x="46" y="161"/>
                    <a:pt x="47" y="163"/>
                  </a:cubicBezTo>
                  <a:cubicBezTo>
                    <a:pt x="49" y="165"/>
                    <a:pt x="50" y="165"/>
                    <a:pt x="50" y="167"/>
                  </a:cubicBezTo>
                  <a:cubicBezTo>
                    <a:pt x="51" y="168"/>
                    <a:pt x="51" y="168"/>
                    <a:pt x="52" y="170"/>
                  </a:cubicBezTo>
                  <a:cubicBezTo>
                    <a:pt x="53" y="171"/>
                    <a:pt x="53" y="172"/>
                    <a:pt x="54" y="173"/>
                  </a:cubicBezTo>
                  <a:cubicBezTo>
                    <a:pt x="55" y="174"/>
                    <a:pt x="56" y="175"/>
                    <a:pt x="56" y="176"/>
                  </a:cubicBezTo>
                  <a:cubicBezTo>
                    <a:pt x="56" y="177"/>
                    <a:pt x="59" y="179"/>
                    <a:pt x="56" y="177"/>
                  </a:cubicBezTo>
                  <a:cubicBezTo>
                    <a:pt x="53" y="175"/>
                    <a:pt x="56" y="177"/>
                    <a:pt x="52" y="174"/>
                  </a:cubicBezTo>
                  <a:cubicBezTo>
                    <a:pt x="49" y="171"/>
                    <a:pt x="48" y="173"/>
                    <a:pt x="46" y="171"/>
                  </a:cubicBezTo>
                  <a:cubicBezTo>
                    <a:pt x="45" y="169"/>
                    <a:pt x="47" y="175"/>
                    <a:pt x="44" y="168"/>
                  </a:cubicBezTo>
                  <a:cubicBezTo>
                    <a:pt x="41" y="160"/>
                    <a:pt x="40" y="161"/>
                    <a:pt x="39" y="159"/>
                  </a:cubicBezTo>
                  <a:cubicBezTo>
                    <a:pt x="39" y="157"/>
                    <a:pt x="39" y="159"/>
                    <a:pt x="37" y="155"/>
                  </a:cubicBezTo>
                  <a:cubicBezTo>
                    <a:pt x="35" y="151"/>
                    <a:pt x="37" y="154"/>
                    <a:pt x="35" y="151"/>
                  </a:cubicBezTo>
                  <a:cubicBezTo>
                    <a:pt x="33" y="149"/>
                    <a:pt x="33" y="152"/>
                    <a:pt x="32" y="148"/>
                  </a:cubicBezTo>
                  <a:cubicBezTo>
                    <a:pt x="31" y="143"/>
                    <a:pt x="31" y="146"/>
                    <a:pt x="30" y="141"/>
                  </a:cubicBezTo>
                  <a:cubicBezTo>
                    <a:pt x="28" y="136"/>
                    <a:pt x="31" y="136"/>
                    <a:pt x="28" y="133"/>
                  </a:cubicBezTo>
                  <a:cubicBezTo>
                    <a:pt x="25" y="131"/>
                    <a:pt x="25" y="132"/>
                    <a:pt x="24" y="131"/>
                  </a:cubicBezTo>
                  <a:cubicBezTo>
                    <a:pt x="23" y="129"/>
                    <a:pt x="25" y="130"/>
                    <a:pt x="22" y="126"/>
                  </a:cubicBezTo>
                  <a:cubicBezTo>
                    <a:pt x="20" y="122"/>
                    <a:pt x="16" y="120"/>
                    <a:pt x="16" y="113"/>
                  </a:cubicBezTo>
                  <a:cubicBezTo>
                    <a:pt x="16" y="105"/>
                    <a:pt x="16" y="104"/>
                    <a:pt x="16" y="104"/>
                  </a:cubicBezTo>
                  <a:cubicBezTo>
                    <a:pt x="16" y="104"/>
                    <a:pt x="13" y="101"/>
                    <a:pt x="14" y="97"/>
                  </a:cubicBezTo>
                  <a:cubicBezTo>
                    <a:pt x="15" y="92"/>
                    <a:pt x="16" y="94"/>
                    <a:pt x="15" y="92"/>
                  </a:cubicBezTo>
                  <a:cubicBezTo>
                    <a:pt x="15" y="91"/>
                    <a:pt x="14" y="91"/>
                    <a:pt x="13" y="89"/>
                  </a:cubicBezTo>
                  <a:cubicBezTo>
                    <a:pt x="12" y="88"/>
                    <a:pt x="12" y="88"/>
                    <a:pt x="11" y="87"/>
                  </a:cubicBezTo>
                  <a:cubicBezTo>
                    <a:pt x="11" y="86"/>
                    <a:pt x="11" y="83"/>
                    <a:pt x="11" y="83"/>
                  </a:cubicBezTo>
                  <a:cubicBezTo>
                    <a:pt x="10" y="84"/>
                    <a:pt x="10" y="84"/>
                    <a:pt x="10" y="84"/>
                  </a:cubicBezTo>
                  <a:cubicBezTo>
                    <a:pt x="10" y="84"/>
                    <a:pt x="0" y="182"/>
                    <a:pt x="97" y="197"/>
                  </a:cubicBezTo>
                  <a:cubicBezTo>
                    <a:pt x="97" y="197"/>
                    <a:pt x="75" y="192"/>
                    <a:pt x="73" y="187"/>
                  </a:cubicBezTo>
                  <a:cubicBezTo>
                    <a:pt x="73" y="187"/>
                    <a:pt x="72" y="183"/>
                    <a:pt x="73" y="183"/>
                  </a:cubicBezTo>
                  <a:cubicBezTo>
                    <a:pt x="74" y="183"/>
                    <a:pt x="76" y="184"/>
                    <a:pt x="77" y="183"/>
                  </a:cubicBezTo>
                  <a:cubicBezTo>
                    <a:pt x="79" y="181"/>
                    <a:pt x="80" y="180"/>
                    <a:pt x="80" y="180"/>
                  </a:cubicBezTo>
                  <a:cubicBezTo>
                    <a:pt x="80" y="182"/>
                    <a:pt x="80" y="182"/>
                    <a:pt x="80" y="182"/>
                  </a:cubicBezTo>
                  <a:cubicBezTo>
                    <a:pt x="80" y="182"/>
                    <a:pt x="79" y="182"/>
                    <a:pt x="83" y="181"/>
                  </a:cubicBezTo>
                  <a:cubicBezTo>
                    <a:pt x="88" y="181"/>
                    <a:pt x="88" y="181"/>
                    <a:pt x="89" y="181"/>
                  </a:cubicBezTo>
                  <a:cubicBezTo>
                    <a:pt x="91" y="180"/>
                    <a:pt x="93" y="176"/>
                    <a:pt x="94" y="178"/>
                  </a:cubicBezTo>
                  <a:cubicBezTo>
                    <a:pt x="95" y="181"/>
                    <a:pt x="93" y="180"/>
                    <a:pt x="95" y="181"/>
                  </a:cubicBezTo>
                  <a:cubicBezTo>
                    <a:pt x="97" y="181"/>
                    <a:pt x="101" y="180"/>
                    <a:pt x="101" y="180"/>
                  </a:cubicBezTo>
                  <a:cubicBezTo>
                    <a:pt x="101" y="180"/>
                    <a:pt x="108" y="181"/>
                    <a:pt x="108" y="180"/>
                  </a:cubicBezTo>
                  <a:cubicBezTo>
                    <a:pt x="109" y="179"/>
                    <a:pt x="109" y="178"/>
                    <a:pt x="110" y="178"/>
                  </a:cubicBezTo>
                  <a:cubicBezTo>
                    <a:pt x="111" y="178"/>
                    <a:pt x="112" y="180"/>
                    <a:pt x="112" y="180"/>
                  </a:cubicBezTo>
                  <a:cubicBezTo>
                    <a:pt x="108" y="182"/>
                    <a:pt x="108" y="182"/>
                    <a:pt x="108" y="182"/>
                  </a:cubicBezTo>
                  <a:cubicBezTo>
                    <a:pt x="105" y="185"/>
                    <a:pt x="105" y="185"/>
                    <a:pt x="105" y="185"/>
                  </a:cubicBezTo>
                  <a:cubicBezTo>
                    <a:pt x="105" y="185"/>
                    <a:pt x="103" y="185"/>
                    <a:pt x="105" y="186"/>
                  </a:cubicBezTo>
                  <a:cubicBezTo>
                    <a:pt x="106" y="187"/>
                    <a:pt x="107" y="187"/>
                    <a:pt x="108" y="187"/>
                  </a:cubicBezTo>
                  <a:cubicBezTo>
                    <a:pt x="110" y="187"/>
                    <a:pt x="114" y="190"/>
                    <a:pt x="115" y="188"/>
                  </a:cubicBezTo>
                  <a:cubicBezTo>
                    <a:pt x="116" y="186"/>
                    <a:pt x="116" y="186"/>
                    <a:pt x="117" y="185"/>
                  </a:cubicBezTo>
                  <a:cubicBezTo>
                    <a:pt x="117" y="184"/>
                    <a:pt x="117" y="182"/>
                    <a:pt x="119" y="182"/>
                  </a:cubicBezTo>
                  <a:cubicBezTo>
                    <a:pt x="120" y="182"/>
                    <a:pt x="122" y="183"/>
                    <a:pt x="122" y="183"/>
                  </a:cubicBezTo>
                  <a:cubicBezTo>
                    <a:pt x="121" y="186"/>
                    <a:pt x="121" y="186"/>
                    <a:pt x="121" y="186"/>
                  </a:cubicBezTo>
                  <a:cubicBezTo>
                    <a:pt x="121" y="186"/>
                    <a:pt x="123" y="186"/>
                    <a:pt x="125" y="186"/>
                  </a:cubicBezTo>
                  <a:cubicBezTo>
                    <a:pt x="126" y="186"/>
                    <a:pt x="126" y="188"/>
                    <a:pt x="128" y="186"/>
                  </a:cubicBezTo>
                  <a:cubicBezTo>
                    <a:pt x="129" y="184"/>
                    <a:pt x="129" y="184"/>
                    <a:pt x="131" y="184"/>
                  </a:cubicBezTo>
                  <a:cubicBezTo>
                    <a:pt x="133" y="184"/>
                    <a:pt x="135" y="183"/>
                    <a:pt x="136" y="183"/>
                  </a:cubicBezTo>
                  <a:cubicBezTo>
                    <a:pt x="136" y="184"/>
                    <a:pt x="138" y="184"/>
                    <a:pt x="139" y="184"/>
                  </a:cubicBezTo>
                  <a:cubicBezTo>
                    <a:pt x="139" y="184"/>
                    <a:pt x="143" y="186"/>
                    <a:pt x="143" y="186"/>
                  </a:cubicBezTo>
                  <a:cubicBezTo>
                    <a:pt x="144" y="185"/>
                    <a:pt x="148" y="186"/>
                    <a:pt x="148" y="186"/>
                  </a:cubicBezTo>
                  <a:cubicBezTo>
                    <a:pt x="148" y="186"/>
                    <a:pt x="137" y="196"/>
                    <a:pt x="113" y="197"/>
                  </a:cubicBezTo>
                  <a:cubicBezTo>
                    <a:pt x="113" y="197"/>
                    <a:pt x="167" y="199"/>
                    <a:pt x="197" y="146"/>
                  </a:cubicBezTo>
                  <a:cubicBezTo>
                    <a:pt x="228" y="94"/>
                    <a:pt x="206" y="26"/>
                    <a:pt x="137" y="3"/>
                  </a:cubicBezTo>
                  <a:cubicBezTo>
                    <a:pt x="137" y="3"/>
                    <a:pt x="189" y="22"/>
                    <a:pt x="203" y="71"/>
                  </a:cubicBezTo>
                  <a:cubicBezTo>
                    <a:pt x="202" y="72"/>
                    <a:pt x="202" y="72"/>
                    <a:pt x="202" y="72"/>
                  </a:cubicBezTo>
                  <a:cubicBezTo>
                    <a:pt x="201" y="71"/>
                    <a:pt x="201" y="72"/>
                    <a:pt x="200" y="69"/>
                  </a:cubicBezTo>
                  <a:cubicBezTo>
                    <a:pt x="199" y="67"/>
                    <a:pt x="199" y="68"/>
                    <a:pt x="199" y="66"/>
                  </a:cubicBezTo>
                  <a:cubicBezTo>
                    <a:pt x="198" y="64"/>
                    <a:pt x="198" y="65"/>
                    <a:pt x="197" y="64"/>
                  </a:cubicBezTo>
                  <a:cubicBezTo>
                    <a:pt x="195" y="62"/>
                    <a:pt x="195" y="62"/>
                    <a:pt x="194" y="61"/>
                  </a:cubicBezTo>
                  <a:cubicBezTo>
                    <a:pt x="193" y="61"/>
                    <a:pt x="192" y="58"/>
                    <a:pt x="192" y="57"/>
                  </a:cubicBezTo>
                  <a:cubicBezTo>
                    <a:pt x="191" y="56"/>
                    <a:pt x="189" y="55"/>
                    <a:pt x="188" y="55"/>
                  </a:cubicBezTo>
                  <a:cubicBezTo>
                    <a:pt x="187" y="55"/>
                    <a:pt x="188" y="54"/>
                    <a:pt x="187" y="55"/>
                  </a:cubicBezTo>
                  <a:cubicBezTo>
                    <a:pt x="187" y="56"/>
                    <a:pt x="189" y="58"/>
                    <a:pt x="189" y="58"/>
                  </a:cubicBezTo>
                  <a:cubicBezTo>
                    <a:pt x="189" y="62"/>
                    <a:pt x="189" y="62"/>
                    <a:pt x="189" y="62"/>
                  </a:cubicBezTo>
                  <a:cubicBezTo>
                    <a:pt x="189" y="62"/>
                    <a:pt x="190" y="65"/>
                    <a:pt x="190" y="66"/>
                  </a:cubicBezTo>
                  <a:cubicBezTo>
                    <a:pt x="190" y="67"/>
                    <a:pt x="189" y="70"/>
                    <a:pt x="189" y="70"/>
                  </a:cubicBezTo>
                  <a:cubicBezTo>
                    <a:pt x="189" y="70"/>
                    <a:pt x="188" y="72"/>
                    <a:pt x="187" y="73"/>
                  </a:cubicBezTo>
                  <a:cubicBezTo>
                    <a:pt x="186" y="73"/>
                    <a:pt x="181" y="74"/>
                    <a:pt x="181" y="74"/>
                  </a:cubicBezTo>
                  <a:cubicBezTo>
                    <a:pt x="181" y="74"/>
                    <a:pt x="179" y="72"/>
                    <a:pt x="179" y="71"/>
                  </a:cubicBezTo>
                  <a:cubicBezTo>
                    <a:pt x="178" y="69"/>
                    <a:pt x="175" y="69"/>
                    <a:pt x="174" y="68"/>
                  </a:cubicBezTo>
                  <a:cubicBezTo>
                    <a:pt x="174" y="67"/>
                    <a:pt x="175" y="66"/>
                    <a:pt x="173" y="64"/>
                  </a:cubicBezTo>
                  <a:cubicBezTo>
                    <a:pt x="172" y="62"/>
                    <a:pt x="173" y="63"/>
                    <a:pt x="172" y="61"/>
                  </a:cubicBezTo>
                  <a:cubicBezTo>
                    <a:pt x="170" y="59"/>
                    <a:pt x="170" y="59"/>
                    <a:pt x="170" y="59"/>
                  </a:cubicBezTo>
                  <a:cubicBezTo>
                    <a:pt x="170" y="59"/>
                    <a:pt x="166" y="58"/>
                    <a:pt x="167" y="60"/>
                  </a:cubicBezTo>
                  <a:cubicBezTo>
                    <a:pt x="168" y="63"/>
                    <a:pt x="167" y="65"/>
                    <a:pt x="168" y="65"/>
                  </a:cubicBezTo>
                  <a:cubicBezTo>
                    <a:pt x="169" y="66"/>
                    <a:pt x="170" y="65"/>
                    <a:pt x="171" y="67"/>
                  </a:cubicBezTo>
                  <a:cubicBezTo>
                    <a:pt x="172" y="69"/>
                    <a:pt x="172" y="70"/>
                    <a:pt x="172" y="71"/>
                  </a:cubicBezTo>
                  <a:cubicBezTo>
                    <a:pt x="173" y="71"/>
                    <a:pt x="173" y="74"/>
                    <a:pt x="174" y="75"/>
                  </a:cubicBezTo>
                  <a:cubicBezTo>
                    <a:pt x="175" y="75"/>
                    <a:pt x="178" y="75"/>
                    <a:pt x="178" y="76"/>
                  </a:cubicBezTo>
                  <a:cubicBezTo>
                    <a:pt x="177" y="77"/>
                    <a:pt x="176" y="78"/>
                    <a:pt x="178" y="79"/>
                  </a:cubicBezTo>
                  <a:cubicBezTo>
                    <a:pt x="179" y="79"/>
                    <a:pt x="179" y="80"/>
                    <a:pt x="180" y="80"/>
                  </a:cubicBezTo>
                  <a:cubicBezTo>
                    <a:pt x="181" y="80"/>
                    <a:pt x="181" y="80"/>
                    <a:pt x="182" y="79"/>
                  </a:cubicBezTo>
                  <a:cubicBezTo>
                    <a:pt x="184" y="79"/>
                    <a:pt x="186" y="79"/>
                    <a:pt x="186" y="79"/>
                  </a:cubicBezTo>
                  <a:cubicBezTo>
                    <a:pt x="186" y="79"/>
                    <a:pt x="188" y="80"/>
                    <a:pt x="188" y="81"/>
                  </a:cubicBezTo>
                  <a:cubicBezTo>
                    <a:pt x="188" y="82"/>
                    <a:pt x="187" y="86"/>
                    <a:pt x="187" y="86"/>
                  </a:cubicBezTo>
                  <a:cubicBezTo>
                    <a:pt x="185" y="90"/>
                    <a:pt x="185" y="90"/>
                    <a:pt x="185" y="90"/>
                  </a:cubicBezTo>
                  <a:cubicBezTo>
                    <a:pt x="185" y="90"/>
                    <a:pt x="185" y="97"/>
                    <a:pt x="184" y="97"/>
                  </a:cubicBezTo>
                  <a:cubicBezTo>
                    <a:pt x="183" y="97"/>
                    <a:pt x="182" y="100"/>
                    <a:pt x="181" y="100"/>
                  </a:cubicBezTo>
                  <a:cubicBezTo>
                    <a:pt x="180" y="101"/>
                    <a:pt x="180" y="105"/>
                    <a:pt x="180" y="105"/>
                  </a:cubicBezTo>
                  <a:cubicBezTo>
                    <a:pt x="178" y="108"/>
                    <a:pt x="178" y="108"/>
                    <a:pt x="178" y="108"/>
                  </a:cubicBezTo>
                  <a:cubicBezTo>
                    <a:pt x="178" y="108"/>
                    <a:pt x="178" y="111"/>
                    <a:pt x="178" y="112"/>
                  </a:cubicBezTo>
                  <a:cubicBezTo>
                    <a:pt x="178" y="113"/>
                    <a:pt x="179" y="117"/>
                    <a:pt x="178" y="119"/>
                  </a:cubicBezTo>
                  <a:cubicBezTo>
                    <a:pt x="178" y="121"/>
                    <a:pt x="175" y="122"/>
                    <a:pt x="175" y="122"/>
                  </a:cubicBezTo>
                  <a:cubicBezTo>
                    <a:pt x="175" y="122"/>
                    <a:pt x="179" y="126"/>
                    <a:pt x="177" y="126"/>
                  </a:cubicBezTo>
                  <a:cubicBezTo>
                    <a:pt x="175" y="127"/>
                    <a:pt x="173" y="129"/>
                    <a:pt x="173" y="130"/>
                  </a:cubicBezTo>
                  <a:cubicBezTo>
                    <a:pt x="172" y="131"/>
                    <a:pt x="172" y="132"/>
                    <a:pt x="171" y="132"/>
                  </a:cubicBezTo>
                  <a:cubicBezTo>
                    <a:pt x="170" y="133"/>
                    <a:pt x="168" y="133"/>
                    <a:pt x="168" y="134"/>
                  </a:cubicBezTo>
                  <a:cubicBezTo>
                    <a:pt x="168" y="134"/>
                    <a:pt x="168" y="137"/>
                    <a:pt x="168" y="137"/>
                  </a:cubicBezTo>
                  <a:cubicBezTo>
                    <a:pt x="164" y="142"/>
                    <a:pt x="164" y="142"/>
                    <a:pt x="164" y="142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60" y="146"/>
                    <a:pt x="160" y="149"/>
                    <a:pt x="159" y="149"/>
                  </a:cubicBezTo>
                  <a:cubicBezTo>
                    <a:pt x="158" y="149"/>
                    <a:pt x="153" y="151"/>
                    <a:pt x="152" y="152"/>
                  </a:cubicBezTo>
                  <a:cubicBezTo>
                    <a:pt x="152" y="152"/>
                    <a:pt x="148" y="154"/>
                    <a:pt x="147" y="154"/>
                  </a:cubicBezTo>
                  <a:cubicBezTo>
                    <a:pt x="146" y="154"/>
                    <a:pt x="148" y="157"/>
                    <a:pt x="146" y="154"/>
                  </a:cubicBezTo>
                  <a:cubicBezTo>
                    <a:pt x="144" y="151"/>
                    <a:pt x="145" y="153"/>
                    <a:pt x="144" y="149"/>
                  </a:cubicBezTo>
                  <a:cubicBezTo>
                    <a:pt x="142" y="145"/>
                    <a:pt x="142" y="148"/>
                    <a:pt x="142" y="145"/>
                  </a:cubicBezTo>
                  <a:cubicBezTo>
                    <a:pt x="142" y="143"/>
                    <a:pt x="142" y="145"/>
                    <a:pt x="142" y="143"/>
                  </a:cubicBezTo>
                  <a:cubicBezTo>
                    <a:pt x="142" y="140"/>
                    <a:pt x="143" y="142"/>
                    <a:pt x="141" y="139"/>
                  </a:cubicBezTo>
                  <a:cubicBezTo>
                    <a:pt x="140" y="136"/>
                    <a:pt x="140" y="137"/>
                    <a:pt x="138" y="135"/>
                  </a:cubicBezTo>
                  <a:cubicBezTo>
                    <a:pt x="136" y="133"/>
                    <a:pt x="135" y="135"/>
                    <a:pt x="136" y="132"/>
                  </a:cubicBezTo>
                  <a:cubicBezTo>
                    <a:pt x="137" y="129"/>
                    <a:pt x="137" y="132"/>
                    <a:pt x="137" y="129"/>
                  </a:cubicBezTo>
                  <a:cubicBezTo>
                    <a:pt x="138" y="126"/>
                    <a:pt x="137" y="125"/>
                    <a:pt x="139" y="124"/>
                  </a:cubicBezTo>
                  <a:cubicBezTo>
                    <a:pt x="141" y="123"/>
                    <a:pt x="142" y="122"/>
                    <a:pt x="142" y="121"/>
                  </a:cubicBezTo>
                  <a:cubicBezTo>
                    <a:pt x="142" y="119"/>
                    <a:pt x="142" y="118"/>
                    <a:pt x="142" y="117"/>
                  </a:cubicBezTo>
                  <a:cubicBezTo>
                    <a:pt x="141" y="116"/>
                    <a:pt x="139" y="114"/>
                    <a:pt x="139" y="113"/>
                  </a:cubicBezTo>
                  <a:cubicBezTo>
                    <a:pt x="139" y="112"/>
                    <a:pt x="139" y="113"/>
                    <a:pt x="137" y="111"/>
                  </a:cubicBezTo>
                  <a:cubicBezTo>
                    <a:pt x="136" y="109"/>
                    <a:pt x="135" y="108"/>
                    <a:pt x="135" y="108"/>
                  </a:cubicBezTo>
                  <a:cubicBezTo>
                    <a:pt x="135" y="108"/>
                    <a:pt x="135" y="103"/>
                    <a:pt x="135" y="101"/>
                  </a:cubicBezTo>
                  <a:cubicBezTo>
                    <a:pt x="135" y="99"/>
                    <a:pt x="134" y="102"/>
                    <a:pt x="135" y="99"/>
                  </a:cubicBezTo>
                  <a:cubicBezTo>
                    <a:pt x="135" y="96"/>
                    <a:pt x="135" y="94"/>
                    <a:pt x="135" y="94"/>
                  </a:cubicBezTo>
                  <a:cubicBezTo>
                    <a:pt x="135" y="94"/>
                    <a:pt x="132" y="92"/>
                    <a:pt x="131" y="92"/>
                  </a:cubicBezTo>
                  <a:cubicBezTo>
                    <a:pt x="129" y="92"/>
                    <a:pt x="129" y="94"/>
                    <a:pt x="127" y="93"/>
                  </a:cubicBezTo>
                  <a:cubicBezTo>
                    <a:pt x="125" y="91"/>
                    <a:pt x="126" y="90"/>
                    <a:pt x="125" y="89"/>
                  </a:cubicBezTo>
                  <a:cubicBezTo>
                    <a:pt x="124" y="89"/>
                    <a:pt x="123" y="89"/>
                    <a:pt x="122" y="90"/>
                  </a:cubicBezTo>
                  <a:cubicBezTo>
                    <a:pt x="121" y="91"/>
                    <a:pt x="118" y="91"/>
                    <a:pt x="116" y="91"/>
                  </a:cubicBezTo>
                  <a:cubicBezTo>
                    <a:pt x="114" y="92"/>
                    <a:pt x="113" y="92"/>
                    <a:pt x="110" y="92"/>
                  </a:cubicBezTo>
                  <a:cubicBezTo>
                    <a:pt x="108" y="92"/>
                    <a:pt x="104" y="93"/>
                    <a:pt x="102" y="92"/>
                  </a:cubicBezTo>
                  <a:cubicBezTo>
                    <a:pt x="100" y="91"/>
                    <a:pt x="100" y="92"/>
                    <a:pt x="99" y="90"/>
                  </a:cubicBezTo>
                  <a:cubicBezTo>
                    <a:pt x="98" y="88"/>
                    <a:pt x="99" y="88"/>
                    <a:pt x="97" y="87"/>
                  </a:cubicBezTo>
                  <a:cubicBezTo>
                    <a:pt x="95" y="86"/>
                    <a:pt x="94" y="87"/>
                    <a:pt x="94" y="85"/>
                  </a:cubicBezTo>
                  <a:cubicBezTo>
                    <a:pt x="94" y="82"/>
                    <a:pt x="95" y="83"/>
                    <a:pt x="93" y="81"/>
                  </a:cubicBezTo>
                  <a:cubicBezTo>
                    <a:pt x="92" y="79"/>
                    <a:pt x="94" y="82"/>
                    <a:pt x="92" y="79"/>
                  </a:cubicBezTo>
                  <a:cubicBezTo>
                    <a:pt x="89" y="76"/>
                    <a:pt x="88" y="79"/>
                    <a:pt x="89" y="76"/>
                  </a:cubicBezTo>
                  <a:cubicBezTo>
                    <a:pt x="90" y="74"/>
                    <a:pt x="91" y="75"/>
                    <a:pt x="91" y="73"/>
                  </a:cubicBezTo>
                  <a:cubicBezTo>
                    <a:pt x="91" y="70"/>
                    <a:pt x="95" y="74"/>
                    <a:pt x="92" y="68"/>
                  </a:cubicBezTo>
                  <a:cubicBezTo>
                    <a:pt x="90" y="63"/>
                    <a:pt x="89" y="64"/>
                    <a:pt x="92" y="60"/>
                  </a:cubicBezTo>
                  <a:cubicBezTo>
                    <a:pt x="94" y="55"/>
                    <a:pt x="97" y="54"/>
                    <a:pt x="98" y="53"/>
                  </a:cubicBezTo>
                  <a:cubicBezTo>
                    <a:pt x="98" y="52"/>
                    <a:pt x="99" y="50"/>
                    <a:pt x="100" y="49"/>
                  </a:cubicBezTo>
                  <a:cubicBezTo>
                    <a:pt x="101" y="48"/>
                    <a:pt x="100" y="48"/>
                    <a:pt x="102" y="48"/>
                  </a:cubicBezTo>
                  <a:cubicBezTo>
                    <a:pt x="104" y="48"/>
                    <a:pt x="107" y="47"/>
                    <a:pt x="108" y="46"/>
                  </a:cubicBezTo>
                  <a:cubicBezTo>
                    <a:pt x="109" y="45"/>
                    <a:pt x="111" y="42"/>
                    <a:pt x="112" y="42"/>
                  </a:cubicBezTo>
                  <a:cubicBezTo>
                    <a:pt x="113" y="42"/>
                    <a:pt x="113" y="42"/>
                    <a:pt x="115" y="42"/>
                  </a:cubicBezTo>
                  <a:cubicBezTo>
                    <a:pt x="117" y="41"/>
                    <a:pt x="117" y="41"/>
                    <a:pt x="119" y="41"/>
                  </a:cubicBezTo>
                  <a:cubicBezTo>
                    <a:pt x="120" y="41"/>
                    <a:pt x="117" y="42"/>
                    <a:pt x="121" y="41"/>
                  </a:cubicBezTo>
                  <a:cubicBezTo>
                    <a:pt x="125" y="40"/>
                    <a:pt x="124" y="40"/>
                    <a:pt x="125" y="40"/>
                  </a:cubicBezTo>
                  <a:cubicBezTo>
                    <a:pt x="126" y="40"/>
                    <a:pt x="126" y="41"/>
                    <a:pt x="127" y="41"/>
                  </a:cubicBezTo>
                  <a:cubicBezTo>
                    <a:pt x="129" y="41"/>
                    <a:pt x="129" y="38"/>
                    <a:pt x="129" y="41"/>
                  </a:cubicBezTo>
                  <a:cubicBezTo>
                    <a:pt x="129" y="45"/>
                    <a:pt x="128" y="46"/>
                    <a:pt x="130" y="46"/>
                  </a:cubicBezTo>
                  <a:cubicBezTo>
                    <a:pt x="133" y="47"/>
                    <a:pt x="130" y="47"/>
                    <a:pt x="133" y="47"/>
                  </a:cubicBezTo>
                  <a:cubicBezTo>
                    <a:pt x="136" y="47"/>
                    <a:pt x="135" y="47"/>
                    <a:pt x="137" y="48"/>
                  </a:cubicBezTo>
                  <a:cubicBezTo>
                    <a:pt x="138" y="48"/>
                    <a:pt x="139" y="49"/>
                    <a:pt x="141" y="49"/>
                  </a:cubicBezTo>
                  <a:cubicBezTo>
                    <a:pt x="143" y="49"/>
                    <a:pt x="140" y="52"/>
                    <a:pt x="143" y="49"/>
                  </a:cubicBezTo>
                  <a:cubicBezTo>
                    <a:pt x="146" y="46"/>
                    <a:pt x="141" y="46"/>
                    <a:pt x="146" y="46"/>
                  </a:cubicBezTo>
                  <a:cubicBezTo>
                    <a:pt x="151" y="47"/>
                    <a:pt x="152" y="48"/>
                    <a:pt x="153" y="48"/>
                  </a:cubicBezTo>
                  <a:cubicBezTo>
                    <a:pt x="154" y="47"/>
                    <a:pt x="154" y="48"/>
                    <a:pt x="156" y="47"/>
                  </a:cubicBezTo>
                  <a:cubicBezTo>
                    <a:pt x="159" y="46"/>
                    <a:pt x="159" y="46"/>
                    <a:pt x="160" y="46"/>
                  </a:cubicBezTo>
                  <a:cubicBezTo>
                    <a:pt x="161" y="47"/>
                    <a:pt x="161" y="49"/>
                    <a:pt x="162" y="47"/>
                  </a:cubicBezTo>
                  <a:cubicBezTo>
                    <a:pt x="163" y="45"/>
                    <a:pt x="165" y="45"/>
                    <a:pt x="162" y="44"/>
                  </a:cubicBezTo>
                  <a:cubicBezTo>
                    <a:pt x="159" y="42"/>
                    <a:pt x="158" y="44"/>
                    <a:pt x="158" y="42"/>
                  </a:cubicBezTo>
                  <a:cubicBezTo>
                    <a:pt x="157" y="40"/>
                    <a:pt x="160" y="41"/>
                    <a:pt x="157" y="40"/>
                  </a:cubicBezTo>
                  <a:cubicBezTo>
                    <a:pt x="154" y="40"/>
                    <a:pt x="155" y="40"/>
                    <a:pt x="153" y="39"/>
                  </a:cubicBezTo>
                  <a:cubicBezTo>
                    <a:pt x="151" y="38"/>
                    <a:pt x="149" y="41"/>
                    <a:pt x="148" y="39"/>
                  </a:cubicBezTo>
                  <a:cubicBezTo>
                    <a:pt x="147" y="37"/>
                    <a:pt x="143" y="41"/>
                    <a:pt x="147" y="37"/>
                  </a:cubicBezTo>
                  <a:cubicBezTo>
                    <a:pt x="151" y="34"/>
                    <a:pt x="149" y="32"/>
                    <a:pt x="152" y="33"/>
                  </a:cubicBezTo>
                  <a:cubicBezTo>
                    <a:pt x="155" y="34"/>
                    <a:pt x="154" y="36"/>
                    <a:pt x="155" y="35"/>
                  </a:cubicBezTo>
                  <a:cubicBezTo>
                    <a:pt x="157" y="33"/>
                    <a:pt x="160" y="32"/>
                    <a:pt x="157" y="30"/>
                  </a:cubicBezTo>
                  <a:cubicBezTo>
                    <a:pt x="154" y="28"/>
                    <a:pt x="156" y="29"/>
                    <a:pt x="153" y="28"/>
                  </a:cubicBezTo>
                  <a:cubicBezTo>
                    <a:pt x="150" y="26"/>
                    <a:pt x="147" y="33"/>
                    <a:pt x="146" y="32"/>
                  </a:cubicBezTo>
                  <a:cubicBezTo>
                    <a:pt x="145" y="31"/>
                    <a:pt x="144" y="30"/>
                    <a:pt x="143" y="31"/>
                  </a:cubicBezTo>
                  <a:cubicBezTo>
                    <a:pt x="142" y="31"/>
                    <a:pt x="142" y="34"/>
                    <a:pt x="142" y="36"/>
                  </a:cubicBezTo>
                  <a:cubicBezTo>
                    <a:pt x="142" y="38"/>
                    <a:pt x="143" y="38"/>
                    <a:pt x="140" y="37"/>
                  </a:cubicBezTo>
                  <a:cubicBezTo>
                    <a:pt x="137" y="35"/>
                    <a:pt x="144" y="36"/>
                    <a:pt x="137" y="33"/>
                  </a:cubicBezTo>
                  <a:cubicBezTo>
                    <a:pt x="130" y="31"/>
                    <a:pt x="128" y="31"/>
                    <a:pt x="127" y="32"/>
                  </a:cubicBezTo>
                  <a:cubicBezTo>
                    <a:pt x="126" y="33"/>
                    <a:pt x="125" y="33"/>
                    <a:pt x="124" y="34"/>
                  </a:cubicBezTo>
                  <a:cubicBezTo>
                    <a:pt x="123" y="35"/>
                    <a:pt x="126" y="36"/>
                    <a:pt x="123" y="35"/>
                  </a:cubicBezTo>
                  <a:cubicBezTo>
                    <a:pt x="120" y="33"/>
                    <a:pt x="118" y="35"/>
                    <a:pt x="118" y="35"/>
                  </a:cubicBezTo>
                  <a:cubicBezTo>
                    <a:pt x="118" y="35"/>
                    <a:pt x="117" y="35"/>
                    <a:pt x="116" y="36"/>
                  </a:cubicBezTo>
                  <a:cubicBezTo>
                    <a:pt x="114" y="37"/>
                    <a:pt x="112" y="38"/>
                    <a:pt x="111" y="37"/>
                  </a:cubicBezTo>
                  <a:cubicBezTo>
                    <a:pt x="109" y="37"/>
                    <a:pt x="106" y="38"/>
                    <a:pt x="109" y="34"/>
                  </a:cubicBezTo>
                  <a:cubicBezTo>
                    <a:pt x="111" y="31"/>
                    <a:pt x="109" y="33"/>
                    <a:pt x="113" y="31"/>
                  </a:cubicBezTo>
                  <a:cubicBezTo>
                    <a:pt x="117" y="30"/>
                    <a:pt x="123" y="29"/>
                    <a:pt x="118" y="28"/>
                  </a:cubicBezTo>
                  <a:cubicBezTo>
                    <a:pt x="113" y="27"/>
                    <a:pt x="121" y="27"/>
                    <a:pt x="114" y="24"/>
                  </a:cubicBezTo>
                  <a:cubicBezTo>
                    <a:pt x="107" y="21"/>
                    <a:pt x="107" y="25"/>
                    <a:pt x="107" y="21"/>
                  </a:cubicBezTo>
                  <a:cubicBezTo>
                    <a:pt x="108" y="16"/>
                    <a:pt x="107" y="16"/>
                    <a:pt x="106" y="16"/>
                  </a:cubicBezTo>
                  <a:cubicBezTo>
                    <a:pt x="104" y="16"/>
                    <a:pt x="100" y="17"/>
                    <a:pt x="98" y="18"/>
                  </a:cubicBezTo>
                  <a:cubicBezTo>
                    <a:pt x="97" y="18"/>
                    <a:pt x="99" y="19"/>
                    <a:pt x="96" y="17"/>
                  </a:cubicBezTo>
                  <a:cubicBezTo>
                    <a:pt x="92" y="15"/>
                    <a:pt x="91" y="18"/>
                    <a:pt x="92" y="15"/>
                  </a:cubicBezTo>
                  <a:cubicBezTo>
                    <a:pt x="94" y="13"/>
                    <a:pt x="94" y="12"/>
                    <a:pt x="96" y="11"/>
                  </a:cubicBezTo>
                  <a:cubicBezTo>
                    <a:pt x="98" y="9"/>
                    <a:pt x="97" y="3"/>
                    <a:pt x="102" y="5"/>
                  </a:cubicBezTo>
                  <a:cubicBezTo>
                    <a:pt x="106" y="8"/>
                    <a:pt x="105" y="7"/>
                    <a:pt x="108" y="7"/>
                  </a:cubicBezTo>
                  <a:cubicBezTo>
                    <a:pt x="112" y="7"/>
                    <a:pt x="114" y="7"/>
                    <a:pt x="114" y="6"/>
                  </a:cubicBezTo>
                  <a:cubicBezTo>
                    <a:pt x="114" y="5"/>
                    <a:pt x="109" y="3"/>
                    <a:pt x="109" y="3"/>
                  </a:cubicBezTo>
                  <a:cubicBezTo>
                    <a:pt x="109" y="3"/>
                    <a:pt x="108" y="4"/>
                    <a:pt x="109" y="3"/>
                  </a:cubicBezTo>
                  <a:cubicBezTo>
                    <a:pt x="109" y="2"/>
                    <a:pt x="110" y="1"/>
                    <a:pt x="110" y="1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0"/>
                    <a:pt x="96" y="0"/>
                    <a:pt x="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91388" tIns="45693" rIns="91388" bIns="45693"/>
            <a:lstStyle/>
            <a:p>
              <a:pPr eaLnBrk="1" hangingPunct="1">
                <a:defRPr/>
              </a:pPr>
              <a:endParaRPr lang="id-ID" sz="1335" dirty="0"/>
            </a:p>
          </p:txBody>
        </p:sp>
        <p:sp>
          <p:nvSpPr>
            <p:cNvPr id="83" name="Freeform 36"/>
            <p:cNvSpPr/>
            <p:nvPr>
              <p:custDataLst>
                <p:tags r:id="rId36"/>
              </p:custDataLst>
            </p:nvPr>
          </p:nvSpPr>
          <p:spPr bwMode="auto">
            <a:xfrm>
              <a:off x="8729663" y="4613275"/>
              <a:ext cx="141288" cy="168275"/>
            </a:xfrm>
            <a:custGeom>
              <a:avLst/>
              <a:gdLst>
                <a:gd name="T0" fmla="*/ 45 w 65"/>
                <a:gd name="T1" fmla="*/ 5 h 77"/>
                <a:gd name="T2" fmla="*/ 45 w 65"/>
                <a:gd name="T3" fmla="*/ 28 h 77"/>
                <a:gd name="T4" fmla="*/ 25 w 65"/>
                <a:gd name="T5" fmla="*/ 45 h 77"/>
                <a:gd name="T6" fmla="*/ 1 w 65"/>
                <a:gd name="T7" fmla="*/ 64 h 77"/>
                <a:gd name="T8" fmla="*/ 65 w 65"/>
                <a:gd name="T9" fmla="*/ 77 h 77"/>
                <a:gd name="T10" fmla="*/ 65 w 65"/>
                <a:gd name="T11" fmla="*/ 0 h 77"/>
                <a:gd name="T12" fmla="*/ 45 w 65"/>
                <a:gd name="T13" fmla="*/ 5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77">
                  <a:moveTo>
                    <a:pt x="45" y="5"/>
                  </a:moveTo>
                  <a:cubicBezTo>
                    <a:pt x="45" y="28"/>
                    <a:pt x="45" y="28"/>
                    <a:pt x="45" y="28"/>
                  </a:cubicBezTo>
                  <a:cubicBezTo>
                    <a:pt x="45" y="28"/>
                    <a:pt x="39" y="40"/>
                    <a:pt x="25" y="45"/>
                  </a:cubicBezTo>
                  <a:cubicBezTo>
                    <a:pt x="12" y="49"/>
                    <a:pt x="0" y="56"/>
                    <a:pt x="1" y="64"/>
                  </a:cubicBezTo>
                  <a:cubicBezTo>
                    <a:pt x="2" y="71"/>
                    <a:pt x="18" y="77"/>
                    <a:pt x="65" y="77"/>
                  </a:cubicBezTo>
                  <a:cubicBezTo>
                    <a:pt x="65" y="0"/>
                    <a:pt x="65" y="0"/>
                    <a:pt x="65" y="0"/>
                  </a:cubicBezTo>
                  <a:lnTo>
                    <a:pt x="45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388" tIns="45693" rIns="91388" bIns="45693"/>
            <a:lstStyle/>
            <a:p>
              <a:pPr eaLnBrk="1" hangingPunct="1">
                <a:defRPr/>
              </a:pPr>
              <a:endParaRPr lang="id-ID" sz="1335" dirty="0"/>
            </a:p>
          </p:txBody>
        </p:sp>
        <p:sp>
          <p:nvSpPr>
            <p:cNvPr id="84" name="Freeform 37"/>
            <p:cNvSpPr/>
            <p:nvPr>
              <p:custDataLst>
                <p:tags r:id="rId37"/>
              </p:custDataLst>
            </p:nvPr>
          </p:nvSpPr>
          <p:spPr bwMode="auto">
            <a:xfrm>
              <a:off x="8855075" y="4613275"/>
              <a:ext cx="134938" cy="168275"/>
            </a:xfrm>
            <a:custGeom>
              <a:avLst/>
              <a:gdLst>
                <a:gd name="T0" fmla="*/ 14 w 62"/>
                <a:gd name="T1" fmla="*/ 5 h 77"/>
                <a:gd name="T2" fmla="*/ 14 w 62"/>
                <a:gd name="T3" fmla="*/ 28 h 77"/>
                <a:gd name="T4" fmla="*/ 32 w 62"/>
                <a:gd name="T5" fmla="*/ 45 h 77"/>
                <a:gd name="T6" fmla="*/ 61 w 62"/>
                <a:gd name="T7" fmla="*/ 64 h 77"/>
                <a:gd name="T8" fmla="*/ 0 w 62"/>
                <a:gd name="T9" fmla="*/ 77 h 77"/>
                <a:gd name="T10" fmla="*/ 0 w 62"/>
                <a:gd name="T11" fmla="*/ 0 h 77"/>
                <a:gd name="T12" fmla="*/ 14 w 62"/>
                <a:gd name="T13" fmla="*/ 5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" h="77">
                  <a:moveTo>
                    <a:pt x="14" y="5"/>
                  </a:moveTo>
                  <a:cubicBezTo>
                    <a:pt x="14" y="28"/>
                    <a:pt x="14" y="28"/>
                    <a:pt x="14" y="28"/>
                  </a:cubicBezTo>
                  <a:cubicBezTo>
                    <a:pt x="14" y="28"/>
                    <a:pt x="19" y="40"/>
                    <a:pt x="32" y="45"/>
                  </a:cubicBezTo>
                  <a:cubicBezTo>
                    <a:pt x="46" y="49"/>
                    <a:pt x="62" y="56"/>
                    <a:pt x="61" y="64"/>
                  </a:cubicBezTo>
                  <a:cubicBezTo>
                    <a:pt x="60" y="71"/>
                    <a:pt x="34" y="77"/>
                    <a:pt x="0" y="77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4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388" tIns="45693" rIns="91388" bIns="45693"/>
            <a:lstStyle/>
            <a:p>
              <a:pPr eaLnBrk="1" hangingPunct="1">
                <a:defRPr/>
              </a:pPr>
              <a:endParaRPr lang="id-ID" sz="1335" dirty="0"/>
            </a:p>
          </p:txBody>
        </p:sp>
        <p:sp>
          <p:nvSpPr>
            <p:cNvPr id="85" name="Freeform 38"/>
            <p:cNvSpPr/>
            <p:nvPr>
              <p:custDataLst>
                <p:tags r:id="rId38"/>
              </p:custDataLst>
            </p:nvPr>
          </p:nvSpPr>
          <p:spPr bwMode="auto">
            <a:xfrm>
              <a:off x="8618538" y="4127500"/>
              <a:ext cx="500063" cy="503238"/>
            </a:xfrm>
            <a:custGeom>
              <a:avLst/>
              <a:gdLst>
                <a:gd name="T0" fmla="*/ 169 w 230"/>
                <a:gd name="T1" fmla="*/ 12 h 231"/>
                <a:gd name="T2" fmla="*/ 215 w 230"/>
                <a:gd name="T3" fmla="*/ 103 h 231"/>
                <a:gd name="T4" fmla="*/ 102 w 230"/>
                <a:gd name="T5" fmla="*/ 216 h 231"/>
                <a:gd name="T6" fmla="*/ 12 w 230"/>
                <a:gd name="T7" fmla="*/ 171 h 231"/>
                <a:gd name="T8" fmla="*/ 0 w 230"/>
                <a:gd name="T9" fmla="*/ 181 h 231"/>
                <a:gd name="T10" fmla="*/ 102 w 230"/>
                <a:gd name="T11" fmla="*/ 231 h 231"/>
                <a:gd name="T12" fmla="*/ 230 w 230"/>
                <a:gd name="T13" fmla="*/ 103 h 231"/>
                <a:gd name="T14" fmla="*/ 178 w 230"/>
                <a:gd name="T15" fmla="*/ 0 h 231"/>
                <a:gd name="T16" fmla="*/ 169 w 230"/>
                <a:gd name="T17" fmla="*/ 12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0" h="231">
                  <a:moveTo>
                    <a:pt x="169" y="12"/>
                  </a:moveTo>
                  <a:cubicBezTo>
                    <a:pt x="197" y="32"/>
                    <a:pt x="215" y="65"/>
                    <a:pt x="215" y="103"/>
                  </a:cubicBezTo>
                  <a:cubicBezTo>
                    <a:pt x="215" y="165"/>
                    <a:pt x="165" y="216"/>
                    <a:pt x="102" y="216"/>
                  </a:cubicBezTo>
                  <a:cubicBezTo>
                    <a:pt x="65" y="216"/>
                    <a:pt x="33" y="198"/>
                    <a:pt x="12" y="17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24" y="211"/>
                    <a:pt x="61" y="231"/>
                    <a:pt x="102" y="231"/>
                  </a:cubicBezTo>
                  <a:cubicBezTo>
                    <a:pt x="173" y="231"/>
                    <a:pt x="230" y="174"/>
                    <a:pt x="230" y="103"/>
                  </a:cubicBezTo>
                  <a:cubicBezTo>
                    <a:pt x="230" y="61"/>
                    <a:pt x="210" y="23"/>
                    <a:pt x="178" y="0"/>
                  </a:cubicBezTo>
                  <a:lnTo>
                    <a:pt x="16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lIns="91388" tIns="45693" rIns="91388" bIns="45693"/>
            <a:lstStyle/>
            <a:p>
              <a:pPr eaLnBrk="1" hangingPunct="1">
                <a:defRPr/>
              </a:pPr>
              <a:endParaRPr lang="id-ID" sz="1335" dirty="0"/>
            </a:p>
          </p:txBody>
        </p:sp>
        <p:sp>
          <p:nvSpPr>
            <p:cNvPr id="86" name="Freeform 39"/>
            <p:cNvSpPr>
              <a:spLocks noEditPoints="1"/>
            </p:cNvSpPr>
            <p:nvPr>
              <p:custDataLst>
                <p:tags r:id="rId39"/>
              </p:custDataLst>
            </p:nvPr>
          </p:nvSpPr>
          <p:spPr bwMode="auto">
            <a:xfrm>
              <a:off x="8621713" y="4137025"/>
              <a:ext cx="442913" cy="441325"/>
            </a:xfrm>
            <a:custGeom>
              <a:avLst/>
              <a:gdLst>
                <a:gd name="T0" fmla="*/ 102 w 203"/>
                <a:gd name="T1" fmla="*/ 203 h 203"/>
                <a:gd name="T2" fmla="*/ 203 w 203"/>
                <a:gd name="T3" fmla="*/ 101 h 203"/>
                <a:gd name="T4" fmla="*/ 102 w 203"/>
                <a:gd name="T5" fmla="*/ 0 h 203"/>
                <a:gd name="T6" fmla="*/ 102 w 203"/>
                <a:gd name="T7" fmla="*/ 5 h 203"/>
                <a:gd name="T8" fmla="*/ 198 w 203"/>
                <a:gd name="T9" fmla="*/ 101 h 203"/>
                <a:gd name="T10" fmla="*/ 102 w 203"/>
                <a:gd name="T11" fmla="*/ 198 h 203"/>
                <a:gd name="T12" fmla="*/ 102 w 203"/>
                <a:gd name="T13" fmla="*/ 203 h 203"/>
                <a:gd name="T14" fmla="*/ 102 w 203"/>
                <a:gd name="T15" fmla="*/ 0 h 203"/>
                <a:gd name="T16" fmla="*/ 0 w 203"/>
                <a:gd name="T17" fmla="*/ 101 h 203"/>
                <a:gd name="T18" fmla="*/ 102 w 203"/>
                <a:gd name="T19" fmla="*/ 203 h 203"/>
                <a:gd name="T20" fmla="*/ 102 w 203"/>
                <a:gd name="T21" fmla="*/ 203 h 203"/>
                <a:gd name="T22" fmla="*/ 102 w 203"/>
                <a:gd name="T23" fmla="*/ 198 h 203"/>
                <a:gd name="T24" fmla="*/ 102 w 203"/>
                <a:gd name="T25" fmla="*/ 198 h 203"/>
                <a:gd name="T26" fmla="*/ 102 w 203"/>
                <a:gd name="T27" fmla="*/ 198 h 203"/>
                <a:gd name="T28" fmla="*/ 5 w 203"/>
                <a:gd name="T29" fmla="*/ 101 h 203"/>
                <a:gd name="T30" fmla="*/ 102 w 203"/>
                <a:gd name="T31" fmla="*/ 5 h 203"/>
                <a:gd name="T32" fmla="*/ 102 w 203"/>
                <a:gd name="T33" fmla="*/ 5 h 203"/>
                <a:gd name="T34" fmla="*/ 102 w 203"/>
                <a:gd name="T3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3" h="203">
                  <a:moveTo>
                    <a:pt x="102" y="203"/>
                  </a:moveTo>
                  <a:cubicBezTo>
                    <a:pt x="158" y="203"/>
                    <a:pt x="203" y="157"/>
                    <a:pt x="203" y="101"/>
                  </a:cubicBezTo>
                  <a:cubicBezTo>
                    <a:pt x="203" y="45"/>
                    <a:pt x="158" y="0"/>
                    <a:pt x="102" y="0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55" y="5"/>
                    <a:pt x="198" y="48"/>
                    <a:pt x="198" y="101"/>
                  </a:cubicBezTo>
                  <a:cubicBezTo>
                    <a:pt x="198" y="155"/>
                    <a:pt x="155" y="198"/>
                    <a:pt x="102" y="198"/>
                  </a:cubicBezTo>
                  <a:lnTo>
                    <a:pt x="102" y="203"/>
                  </a:lnTo>
                  <a:close/>
                  <a:moveTo>
                    <a:pt x="102" y="0"/>
                  </a:moveTo>
                  <a:cubicBezTo>
                    <a:pt x="46" y="0"/>
                    <a:pt x="0" y="45"/>
                    <a:pt x="0" y="101"/>
                  </a:cubicBezTo>
                  <a:cubicBezTo>
                    <a:pt x="0" y="157"/>
                    <a:pt x="46" y="203"/>
                    <a:pt x="102" y="203"/>
                  </a:cubicBezTo>
                  <a:cubicBezTo>
                    <a:pt x="102" y="203"/>
                    <a:pt x="102" y="203"/>
                    <a:pt x="102" y="203"/>
                  </a:cubicBezTo>
                  <a:cubicBezTo>
                    <a:pt x="102" y="198"/>
                    <a:pt x="102" y="198"/>
                    <a:pt x="102" y="198"/>
                  </a:cubicBezTo>
                  <a:cubicBezTo>
                    <a:pt x="102" y="198"/>
                    <a:pt x="102" y="198"/>
                    <a:pt x="102" y="198"/>
                  </a:cubicBezTo>
                  <a:cubicBezTo>
                    <a:pt x="102" y="198"/>
                    <a:pt x="102" y="198"/>
                    <a:pt x="102" y="198"/>
                  </a:cubicBezTo>
                  <a:cubicBezTo>
                    <a:pt x="48" y="198"/>
                    <a:pt x="5" y="155"/>
                    <a:pt x="5" y="101"/>
                  </a:cubicBezTo>
                  <a:cubicBezTo>
                    <a:pt x="5" y="48"/>
                    <a:pt x="48" y="5"/>
                    <a:pt x="102" y="5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0"/>
                    <a:pt x="102" y="0"/>
                    <a:pt x="1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91388" tIns="45693" rIns="91388" bIns="45693"/>
            <a:lstStyle/>
            <a:p>
              <a:pPr eaLnBrk="1" hangingPunct="1">
                <a:defRPr/>
              </a:pPr>
              <a:endParaRPr lang="id-ID" sz="1335" dirty="0"/>
            </a:p>
          </p:txBody>
        </p:sp>
        <p:sp>
          <p:nvSpPr>
            <p:cNvPr id="87" name="Freeform 40"/>
            <p:cNvSpPr/>
            <p:nvPr>
              <p:custDataLst>
                <p:tags r:id="rId40"/>
              </p:custDataLst>
            </p:nvPr>
          </p:nvSpPr>
          <p:spPr bwMode="auto">
            <a:xfrm>
              <a:off x="8610600" y="4144963"/>
              <a:ext cx="496888" cy="433388"/>
            </a:xfrm>
            <a:custGeom>
              <a:avLst/>
              <a:gdLst>
                <a:gd name="T0" fmla="*/ 65 w 228"/>
                <a:gd name="T1" fmla="*/ 15 h 199"/>
                <a:gd name="T2" fmla="*/ 61 w 228"/>
                <a:gd name="T3" fmla="*/ 23 h 199"/>
                <a:gd name="T4" fmla="*/ 57 w 228"/>
                <a:gd name="T5" fmla="*/ 29 h 199"/>
                <a:gd name="T6" fmla="*/ 54 w 228"/>
                <a:gd name="T7" fmla="*/ 26 h 199"/>
                <a:gd name="T8" fmla="*/ 52 w 228"/>
                <a:gd name="T9" fmla="*/ 32 h 199"/>
                <a:gd name="T10" fmla="*/ 42 w 228"/>
                <a:gd name="T11" fmla="*/ 34 h 199"/>
                <a:gd name="T12" fmla="*/ 36 w 228"/>
                <a:gd name="T13" fmla="*/ 41 h 199"/>
                <a:gd name="T14" fmla="*/ 27 w 228"/>
                <a:gd name="T15" fmla="*/ 53 h 199"/>
                <a:gd name="T16" fmla="*/ 21 w 228"/>
                <a:gd name="T17" fmla="*/ 61 h 199"/>
                <a:gd name="T18" fmla="*/ 27 w 228"/>
                <a:gd name="T19" fmla="*/ 67 h 199"/>
                <a:gd name="T20" fmla="*/ 27 w 228"/>
                <a:gd name="T21" fmla="*/ 70 h 199"/>
                <a:gd name="T22" fmla="*/ 22 w 228"/>
                <a:gd name="T23" fmla="*/ 65 h 199"/>
                <a:gd name="T24" fmla="*/ 18 w 228"/>
                <a:gd name="T25" fmla="*/ 60 h 199"/>
                <a:gd name="T26" fmla="*/ 16 w 228"/>
                <a:gd name="T27" fmla="*/ 69 h 199"/>
                <a:gd name="T28" fmla="*/ 17 w 228"/>
                <a:gd name="T29" fmla="*/ 83 h 199"/>
                <a:gd name="T30" fmla="*/ 24 w 228"/>
                <a:gd name="T31" fmla="*/ 80 h 199"/>
                <a:gd name="T32" fmla="*/ 32 w 228"/>
                <a:gd name="T33" fmla="*/ 88 h 199"/>
                <a:gd name="T34" fmla="*/ 41 w 228"/>
                <a:gd name="T35" fmla="*/ 98 h 199"/>
                <a:gd name="T36" fmla="*/ 50 w 228"/>
                <a:gd name="T37" fmla="*/ 105 h 199"/>
                <a:gd name="T38" fmla="*/ 61 w 228"/>
                <a:gd name="T39" fmla="*/ 117 h 199"/>
                <a:gd name="T40" fmla="*/ 58 w 228"/>
                <a:gd name="T41" fmla="*/ 134 h 199"/>
                <a:gd name="T42" fmla="*/ 49 w 228"/>
                <a:gd name="T43" fmla="*/ 155 h 199"/>
                <a:gd name="T44" fmla="*/ 52 w 228"/>
                <a:gd name="T45" fmla="*/ 170 h 199"/>
                <a:gd name="T46" fmla="*/ 46 w 228"/>
                <a:gd name="T47" fmla="*/ 171 h 199"/>
                <a:gd name="T48" fmla="*/ 32 w 228"/>
                <a:gd name="T49" fmla="*/ 148 h 199"/>
                <a:gd name="T50" fmla="*/ 16 w 228"/>
                <a:gd name="T51" fmla="*/ 113 h 199"/>
                <a:gd name="T52" fmla="*/ 11 w 228"/>
                <a:gd name="T53" fmla="*/ 87 h 199"/>
                <a:gd name="T54" fmla="*/ 73 w 228"/>
                <a:gd name="T55" fmla="*/ 183 h 199"/>
                <a:gd name="T56" fmla="*/ 89 w 228"/>
                <a:gd name="T57" fmla="*/ 181 h 199"/>
                <a:gd name="T58" fmla="*/ 110 w 228"/>
                <a:gd name="T59" fmla="*/ 178 h 199"/>
                <a:gd name="T60" fmla="*/ 108 w 228"/>
                <a:gd name="T61" fmla="*/ 187 h 199"/>
                <a:gd name="T62" fmla="*/ 121 w 228"/>
                <a:gd name="T63" fmla="*/ 186 h 199"/>
                <a:gd name="T64" fmla="*/ 139 w 228"/>
                <a:gd name="T65" fmla="*/ 184 h 199"/>
                <a:gd name="T66" fmla="*/ 137 w 228"/>
                <a:gd name="T67" fmla="*/ 3 h 199"/>
                <a:gd name="T68" fmla="*/ 197 w 228"/>
                <a:gd name="T69" fmla="*/ 64 h 199"/>
                <a:gd name="T70" fmla="*/ 189 w 228"/>
                <a:gd name="T71" fmla="*/ 58 h 199"/>
                <a:gd name="T72" fmla="*/ 181 w 228"/>
                <a:gd name="T73" fmla="*/ 74 h 199"/>
                <a:gd name="T74" fmla="*/ 170 w 228"/>
                <a:gd name="T75" fmla="*/ 59 h 199"/>
                <a:gd name="T76" fmla="*/ 174 w 228"/>
                <a:gd name="T77" fmla="*/ 75 h 199"/>
                <a:gd name="T78" fmla="*/ 186 w 228"/>
                <a:gd name="T79" fmla="*/ 79 h 199"/>
                <a:gd name="T80" fmla="*/ 181 w 228"/>
                <a:gd name="T81" fmla="*/ 100 h 199"/>
                <a:gd name="T82" fmla="*/ 175 w 228"/>
                <a:gd name="T83" fmla="*/ 122 h 199"/>
                <a:gd name="T84" fmla="*/ 168 w 228"/>
                <a:gd name="T85" fmla="*/ 137 h 199"/>
                <a:gd name="T86" fmla="*/ 147 w 228"/>
                <a:gd name="T87" fmla="*/ 154 h 199"/>
                <a:gd name="T88" fmla="*/ 141 w 228"/>
                <a:gd name="T89" fmla="*/ 139 h 199"/>
                <a:gd name="T90" fmla="*/ 142 w 228"/>
                <a:gd name="T91" fmla="*/ 121 h 199"/>
                <a:gd name="T92" fmla="*/ 135 w 228"/>
                <a:gd name="T93" fmla="*/ 101 h 199"/>
                <a:gd name="T94" fmla="*/ 125 w 228"/>
                <a:gd name="T95" fmla="*/ 89 h 199"/>
                <a:gd name="T96" fmla="*/ 99 w 228"/>
                <a:gd name="T97" fmla="*/ 90 h 199"/>
                <a:gd name="T98" fmla="*/ 89 w 228"/>
                <a:gd name="T99" fmla="*/ 76 h 199"/>
                <a:gd name="T100" fmla="*/ 100 w 228"/>
                <a:gd name="T101" fmla="*/ 49 h 199"/>
                <a:gd name="T102" fmla="*/ 119 w 228"/>
                <a:gd name="T103" fmla="*/ 41 h 199"/>
                <a:gd name="T104" fmla="*/ 130 w 228"/>
                <a:gd name="T105" fmla="*/ 46 h 199"/>
                <a:gd name="T106" fmla="*/ 146 w 228"/>
                <a:gd name="T107" fmla="*/ 46 h 199"/>
                <a:gd name="T108" fmla="*/ 162 w 228"/>
                <a:gd name="T109" fmla="*/ 44 h 199"/>
                <a:gd name="T110" fmla="*/ 147 w 228"/>
                <a:gd name="T111" fmla="*/ 37 h 199"/>
                <a:gd name="T112" fmla="*/ 146 w 228"/>
                <a:gd name="T113" fmla="*/ 32 h 199"/>
                <a:gd name="T114" fmla="*/ 127 w 228"/>
                <a:gd name="T115" fmla="*/ 32 h 199"/>
                <a:gd name="T116" fmla="*/ 111 w 228"/>
                <a:gd name="T117" fmla="*/ 37 h 199"/>
                <a:gd name="T118" fmla="*/ 107 w 228"/>
                <a:gd name="T119" fmla="*/ 21 h 199"/>
                <a:gd name="T120" fmla="*/ 96 w 228"/>
                <a:gd name="T121" fmla="*/ 11 h 199"/>
                <a:gd name="T122" fmla="*/ 109 w 228"/>
                <a:gd name="T123" fmla="*/ 3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28" h="199">
                  <a:moveTo>
                    <a:pt x="92" y="0"/>
                  </a:moveTo>
                  <a:cubicBezTo>
                    <a:pt x="92" y="0"/>
                    <a:pt x="58" y="5"/>
                    <a:pt x="35" y="31"/>
                  </a:cubicBezTo>
                  <a:cubicBezTo>
                    <a:pt x="35" y="31"/>
                    <a:pt x="53" y="13"/>
                    <a:pt x="64" y="13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4"/>
                    <a:pt x="66" y="15"/>
                    <a:pt x="65" y="15"/>
                  </a:cubicBezTo>
                  <a:cubicBezTo>
                    <a:pt x="65" y="16"/>
                    <a:pt x="64" y="17"/>
                    <a:pt x="64" y="18"/>
                  </a:cubicBezTo>
                  <a:cubicBezTo>
                    <a:pt x="64" y="18"/>
                    <a:pt x="64" y="20"/>
                    <a:pt x="64" y="20"/>
                  </a:cubicBezTo>
                  <a:cubicBezTo>
                    <a:pt x="63" y="21"/>
                    <a:pt x="63" y="21"/>
                    <a:pt x="63" y="21"/>
                  </a:cubicBezTo>
                  <a:cubicBezTo>
                    <a:pt x="63" y="21"/>
                    <a:pt x="62" y="21"/>
                    <a:pt x="62" y="22"/>
                  </a:cubicBezTo>
                  <a:cubicBezTo>
                    <a:pt x="62" y="22"/>
                    <a:pt x="61" y="22"/>
                    <a:pt x="61" y="23"/>
                  </a:cubicBezTo>
                  <a:cubicBezTo>
                    <a:pt x="61" y="24"/>
                    <a:pt x="61" y="25"/>
                    <a:pt x="61" y="25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59" y="29"/>
                    <a:pt x="59" y="29"/>
                    <a:pt x="59" y="29"/>
                  </a:cubicBezTo>
                  <a:cubicBezTo>
                    <a:pt x="59" y="29"/>
                    <a:pt x="58" y="29"/>
                    <a:pt x="57" y="29"/>
                  </a:cubicBezTo>
                  <a:cubicBezTo>
                    <a:pt x="56" y="29"/>
                    <a:pt x="56" y="27"/>
                    <a:pt x="56" y="27"/>
                  </a:cubicBezTo>
                  <a:cubicBezTo>
                    <a:pt x="58" y="26"/>
                    <a:pt x="58" y="26"/>
                    <a:pt x="58" y="26"/>
                  </a:cubicBezTo>
                  <a:cubicBezTo>
                    <a:pt x="58" y="26"/>
                    <a:pt x="58" y="26"/>
                    <a:pt x="58" y="25"/>
                  </a:cubicBezTo>
                  <a:cubicBezTo>
                    <a:pt x="57" y="25"/>
                    <a:pt x="57" y="24"/>
                    <a:pt x="56" y="24"/>
                  </a:cubicBezTo>
                  <a:cubicBezTo>
                    <a:pt x="55" y="24"/>
                    <a:pt x="54" y="26"/>
                    <a:pt x="54" y="26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2" y="27"/>
                    <a:pt x="51" y="29"/>
                    <a:pt x="51" y="29"/>
                  </a:cubicBezTo>
                  <a:cubicBezTo>
                    <a:pt x="52" y="29"/>
                    <a:pt x="53" y="29"/>
                    <a:pt x="53" y="29"/>
                  </a:cubicBezTo>
                  <a:cubicBezTo>
                    <a:pt x="53" y="29"/>
                    <a:pt x="53" y="30"/>
                    <a:pt x="53" y="31"/>
                  </a:cubicBezTo>
                  <a:cubicBezTo>
                    <a:pt x="53" y="31"/>
                    <a:pt x="52" y="32"/>
                    <a:pt x="52" y="32"/>
                  </a:cubicBezTo>
                  <a:cubicBezTo>
                    <a:pt x="52" y="32"/>
                    <a:pt x="52" y="33"/>
                    <a:pt x="51" y="33"/>
                  </a:cubicBezTo>
                  <a:cubicBezTo>
                    <a:pt x="50" y="32"/>
                    <a:pt x="49" y="32"/>
                    <a:pt x="48" y="32"/>
                  </a:cubicBezTo>
                  <a:cubicBezTo>
                    <a:pt x="47" y="32"/>
                    <a:pt x="46" y="31"/>
                    <a:pt x="46" y="32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3"/>
                    <a:pt x="42" y="34"/>
                    <a:pt x="42" y="34"/>
                  </a:cubicBezTo>
                  <a:cubicBezTo>
                    <a:pt x="42" y="34"/>
                    <a:pt x="41" y="35"/>
                    <a:pt x="41" y="35"/>
                  </a:cubicBezTo>
                  <a:cubicBezTo>
                    <a:pt x="41" y="35"/>
                    <a:pt x="41" y="37"/>
                    <a:pt x="41" y="37"/>
                  </a:cubicBezTo>
                  <a:cubicBezTo>
                    <a:pt x="41" y="37"/>
                    <a:pt x="40" y="38"/>
                    <a:pt x="38" y="38"/>
                  </a:cubicBezTo>
                  <a:cubicBezTo>
                    <a:pt x="37" y="39"/>
                    <a:pt x="36" y="39"/>
                    <a:pt x="36" y="39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4" y="42"/>
                    <a:pt x="34" y="43"/>
                  </a:cubicBezTo>
                  <a:cubicBezTo>
                    <a:pt x="33" y="44"/>
                    <a:pt x="30" y="46"/>
                    <a:pt x="30" y="46"/>
                  </a:cubicBezTo>
                  <a:cubicBezTo>
                    <a:pt x="30" y="46"/>
                    <a:pt x="29" y="47"/>
                    <a:pt x="28" y="48"/>
                  </a:cubicBezTo>
                  <a:cubicBezTo>
                    <a:pt x="28" y="49"/>
                    <a:pt x="28" y="50"/>
                    <a:pt x="28" y="51"/>
                  </a:cubicBezTo>
                  <a:cubicBezTo>
                    <a:pt x="28" y="51"/>
                    <a:pt x="27" y="52"/>
                    <a:pt x="27" y="53"/>
                  </a:cubicBezTo>
                  <a:cubicBezTo>
                    <a:pt x="27" y="54"/>
                    <a:pt x="26" y="55"/>
                    <a:pt x="26" y="56"/>
                  </a:cubicBezTo>
                  <a:cubicBezTo>
                    <a:pt x="25" y="56"/>
                    <a:pt x="25" y="57"/>
                    <a:pt x="24" y="57"/>
                  </a:cubicBezTo>
                  <a:cubicBezTo>
                    <a:pt x="24" y="57"/>
                    <a:pt x="22" y="58"/>
                    <a:pt x="21" y="58"/>
                  </a:cubicBezTo>
                  <a:cubicBezTo>
                    <a:pt x="20" y="59"/>
                    <a:pt x="20" y="60"/>
                    <a:pt x="20" y="60"/>
                  </a:cubicBezTo>
                  <a:cubicBezTo>
                    <a:pt x="20" y="60"/>
                    <a:pt x="21" y="61"/>
                    <a:pt x="21" y="61"/>
                  </a:cubicBezTo>
                  <a:cubicBezTo>
                    <a:pt x="22" y="61"/>
                    <a:pt x="23" y="62"/>
                    <a:pt x="23" y="62"/>
                  </a:cubicBezTo>
                  <a:cubicBezTo>
                    <a:pt x="23" y="62"/>
                    <a:pt x="23" y="63"/>
                    <a:pt x="23" y="64"/>
                  </a:cubicBezTo>
                  <a:cubicBezTo>
                    <a:pt x="23" y="64"/>
                    <a:pt x="22" y="66"/>
                    <a:pt x="23" y="66"/>
                  </a:cubicBezTo>
                  <a:cubicBezTo>
                    <a:pt x="24" y="66"/>
                    <a:pt x="25" y="66"/>
                    <a:pt x="25" y="66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29" y="68"/>
                    <a:pt x="29" y="68"/>
                    <a:pt x="29" y="68"/>
                  </a:cubicBezTo>
                  <a:cubicBezTo>
                    <a:pt x="29" y="68"/>
                    <a:pt x="29" y="69"/>
                    <a:pt x="29" y="70"/>
                  </a:cubicBezTo>
                  <a:cubicBezTo>
                    <a:pt x="28" y="70"/>
                    <a:pt x="28" y="71"/>
                    <a:pt x="28" y="71"/>
                  </a:cubicBezTo>
                  <a:cubicBezTo>
                    <a:pt x="27" y="71"/>
                    <a:pt x="27" y="71"/>
                    <a:pt x="27" y="70"/>
                  </a:cubicBezTo>
                  <a:cubicBezTo>
                    <a:pt x="27" y="69"/>
                    <a:pt x="27" y="69"/>
                    <a:pt x="26" y="68"/>
                  </a:cubicBezTo>
                  <a:cubicBezTo>
                    <a:pt x="25" y="68"/>
                    <a:pt x="24" y="69"/>
                    <a:pt x="24" y="69"/>
                  </a:cubicBezTo>
                  <a:cubicBezTo>
                    <a:pt x="24" y="69"/>
                    <a:pt x="23" y="69"/>
                    <a:pt x="23" y="68"/>
                  </a:cubicBezTo>
                  <a:cubicBezTo>
                    <a:pt x="22" y="67"/>
                    <a:pt x="22" y="68"/>
                    <a:pt x="22" y="67"/>
                  </a:cubicBezTo>
                  <a:cubicBezTo>
                    <a:pt x="22" y="66"/>
                    <a:pt x="23" y="66"/>
                    <a:pt x="22" y="65"/>
                  </a:cubicBezTo>
                  <a:cubicBezTo>
                    <a:pt x="22" y="65"/>
                    <a:pt x="21" y="64"/>
                    <a:pt x="21" y="64"/>
                  </a:cubicBezTo>
                  <a:cubicBezTo>
                    <a:pt x="20" y="64"/>
                    <a:pt x="21" y="65"/>
                    <a:pt x="20" y="64"/>
                  </a:cubicBezTo>
                  <a:cubicBezTo>
                    <a:pt x="20" y="63"/>
                    <a:pt x="19" y="63"/>
                    <a:pt x="19" y="63"/>
                  </a:cubicBezTo>
                  <a:cubicBezTo>
                    <a:pt x="19" y="63"/>
                    <a:pt x="18" y="63"/>
                    <a:pt x="18" y="62"/>
                  </a:cubicBezTo>
                  <a:cubicBezTo>
                    <a:pt x="18" y="62"/>
                    <a:pt x="18" y="61"/>
                    <a:pt x="18" y="60"/>
                  </a:cubicBezTo>
                  <a:cubicBezTo>
                    <a:pt x="18" y="60"/>
                    <a:pt x="19" y="59"/>
                    <a:pt x="19" y="58"/>
                  </a:cubicBezTo>
                  <a:cubicBezTo>
                    <a:pt x="19" y="58"/>
                    <a:pt x="19" y="55"/>
                    <a:pt x="19" y="55"/>
                  </a:cubicBezTo>
                  <a:cubicBezTo>
                    <a:pt x="19" y="55"/>
                    <a:pt x="16" y="61"/>
                    <a:pt x="15" y="66"/>
                  </a:cubicBezTo>
                  <a:cubicBezTo>
                    <a:pt x="15" y="66"/>
                    <a:pt x="16" y="65"/>
                    <a:pt x="16" y="66"/>
                  </a:cubicBezTo>
                  <a:cubicBezTo>
                    <a:pt x="16" y="67"/>
                    <a:pt x="17" y="68"/>
                    <a:pt x="16" y="69"/>
                  </a:cubicBezTo>
                  <a:cubicBezTo>
                    <a:pt x="16" y="69"/>
                    <a:pt x="16" y="69"/>
                    <a:pt x="16" y="72"/>
                  </a:cubicBezTo>
                  <a:cubicBezTo>
                    <a:pt x="16" y="74"/>
                    <a:pt x="17" y="75"/>
                    <a:pt x="17" y="76"/>
                  </a:cubicBezTo>
                  <a:cubicBezTo>
                    <a:pt x="16" y="76"/>
                    <a:pt x="16" y="77"/>
                    <a:pt x="16" y="78"/>
                  </a:cubicBezTo>
                  <a:cubicBezTo>
                    <a:pt x="16" y="79"/>
                    <a:pt x="16" y="82"/>
                    <a:pt x="17" y="82"/>
                  </a:cubicBezTo>
                  <a:cubicBezTo>
                    <a:pt x="17" y="82"/>
                    <a:pt x="17" y="83"/>
                    <a:pt x="17" y="83"/>
                  </a:cubicBezTo>
                  <a:cubicBezTo>
                    <a:pt x="18" y="84"/>
                    <a:pt x="17" y="85"/>
                    <a:pt x="18" y="84"/>
                  </a:cubicBezTo>
                  <a:cubicBezTo>
                    <a:pt x="19" y="82"/>
                    <a:pt x="20" y="81"/>
                    <a:pt x="20" y="81"/>
                  </a:cubicBezTo>
                  <a:cubicBezTo>
                    <a:pt x="20" y="80"/>
                    <a:pt x="20" y="80"/>
                    <a:pt x="20" y="80"/>
                  </a:cubicBezTo>
                  <a:cubicBezTo>
                    <a:pt x="20" y="80"/>
                    <a:pt x="20" y="79"/>
                    <a:pt x="22" y="79"/>
                  </a:cubicBezTo>
                  <a:cubicBezTo>
                    <a:pt x="23" y="79"/>
                    <a:pt x="24" y="79"/>
                    <a:pt x="24" y="80"/>
                  </a:cubicBezTo>
                  <a:cubicBezTo>
                    <a:pt x="25" y="80"/>
                    <a:pt x="23" y="82"/>
                    <a:pt x="24" y="82"/>
                  </a:cubicBezTo>
                  <a:cubicBezTo>
                    <a:pt x="25" y="82"/>
                    <a:pt x="27" y="81"/>
                    <a:pt x="28" y="81"/>
                  </a:cubicBezTo>
                  <a:cubicBezTo>
                    <a:pt x="29" y="81"/>
                    <a:pt x="29" y="82"/>
                    <a:pt x="30" y="83"/>
                  </a:cubicBezTo>
                  <a:cubicBezTo>
                    <a:pt x="30" y="84"/>
                    <a:pt x="30" y="85"/>
                    <a:pt x="31" y="86"/>
                  </a:cubicBezTo>
                  <a:cubicBezTo>
                    <a:pt x="32" y="86"/>
                    <a:pt x="31" y="87"/>
                    <a:pt x="32" y="88"/>
                  </a:cubicBezTo>
                  <a:cubicBezTo>
                    <a:pt x="32" y="89"/>
                    <a:pt x="34" y="90"/>
                    <a:pt x="35" y="90"/>
                  </a:cubicBezTo>
                  <a:cubicBezTo>
                    <a:pt x="35" y="90"/>
                    <a:pt x="37" y="90"/>
                    <a:pt x="38" y="90"/>
                  </a:cubicBezTo>
                  <a:cubicBezTo>
                    <a:pt x="39" y="91"/>
                    <a:pt x="38" y="92"/>
                    <a:pt x="39" y="92"/>
                  </a:cubicBezTo>
                  <a:cubicBezTo>
                    <a:pt x="40" y="92"/>
                    <a:pt x="41" y="95"/>
                    <a:pt x="41" y="95"/>
                  </a:cubicBezTo>
                  <a:cubicBezTo>
                    <a:pt x="41" y="95"/>
                    <a:pt x="41" y="97"/>
                    <a:pt x="41" y="98"/>
                  </a:cubicBezTo>
                  <a:cubicBezTo>
                    <a:pt x="41" y="98"/>
                    <a:pt x="41" y="99"/>
                    <a:pt x="42" y="100"/>
                  </a:cubicBezTo>
                  <a:cubicBezTo>
                    <a:pt x="42" y="100"/>
                    <a:pt x="44" y="100"/>
                    <a:pt x="44" y="100"/>
                  </a:cubicBezTo>
                  <a:cubicBezTo>
                    <a:pt x="44" y="100"/>
                    <a:pt x="43" y="102"/>
                    <a:pt x="45" y="102"/>
                  </a:cubicBezTo>
                  <a:cubicBezTo>
                    <a:pt x="47" y="103"/>
                    <a:pt x="48" y="103"/>
                    <a:pt x="49" y="104"/>
                  </a:cubicBezTo>
                  <a:cubicBezTo>
                    <a:pt x="49" y="104"/>
                    <a:pt x="48" y="105"/>
                    <a:pt x="50" y="105"/>
                  </a:cubicBezTo>
                  <a:cubicBezTo>
                    <a:pt x="52" y="105"/>
                    <a:pt x="54" y="105"/>
                    <a:pt x="55" y="106"/>
                  </a:cubicBezTo>
                  <a:cubicBezTo>
                    <a:pt x="56" y="106"/>
                    <a:pt x="55" y="107"/>
                    <a:pt x="57" y="109"/>
                  </a:cubicBezTo>
                  <a:cubicBezTo>
                    <a:pt x="60" y="110"/>
                    <a:pt x="60" y="111"/>
                    <a:pt x="61" y="111"/>
                  </a:cubicBezTo>
                  <a:cubicBezTo>
                    <a:pt x="62" y="111"/>
                    <a:pt x="63" y="111"/>
                    <a:pt x="63" y="113"/>
                  </a:cubicBezTo>
                  <a:cubicBezTo>
                    <a:pt x="62" y="115"/>
                    <a:pt x="62" y="116"/>
                    <a:pt x="61" y="117"/>
                  </a:cubicBezTo>
                  <a:cubicBezTo>
                    <a:pt x="60" y="118"/>
                    <a:pt x="59" y="120"/>
                    <a:pt x="58" y="121"/>
                  </a:cubicBezTo>
                  <a:cubicBezTo>
                    <a:pt x="58" y="122"/>
                    <a:pt x="57" y="123"/>
                    <a:pt x="58" y="124"/>
                  </a:cubicBezTo>
                  <a:cubicBezTo>
                    <a:pt x="58" y="126"/>
                    <a:pt x="59" y="127"/>
                    <a:pt x="59" y="128"/>
                  </a:cubicBezTo>
                  <a:cubicBezTo>
                    <a:pt x="59" y="129"/>
                    <a:pt x="59" y="131"/>
                    <a:pt x="59" y="132"/>
                  </a:cubicBezTo>
                  <a:cubicBezTo>
                    <a:pt x="58" y="133"/>
                    <a:pt x="58" y="134"/>
                    <a:pt x="58" y="134"/>
                  </a:cubicBezTo>
                  <a:cubicBezTo>
                    <a:pt x="58" y="134"/>
                    <a:pt x="59" y="136"/>
                    <a:pt x="58" y="137"/>
                  </a:cubicBezTo>
                  <a:cubicBezTo>
                    <a:pt x="57" y="138"/>
                    <a:pt x="55" y="140"/>
                    <a:pt x="54" y="140"/>
                  </a:cubicBezTo>
                  <a:cubicBezTo>
                    <a:pt x="53" y="140"/>
                    <a:pt x="51" y="142"/>
                    <a:pt x="51" y="142"/>
                  </a:cubicBezTo>
                  <a:cubicBezTo>
                    <a:pt x="51" y="142"/>
                    <a:pt x="51" y="146"/>
                    <a:pt x="51" y="147"/>
                  </a:cubicBezTo>
                  <a:cubicBezTo>
                    <a:pt x="51" y="147"/>
                    <a:pt x="47" y="154"/>
                    <a:pt x="49" y="155"/>
                  </a:cubicBezTo>
                  <a:cubicBezTo>
                    <a:pt x="50" y="156"/>
                    <a:pt x="50" y="158"/>
                    <a:pt x="50" y="159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48" y="161"/>
                    <a:pt x="46" y="161"/>
                    <a:pt x="47" y="163"/>
                  </a:cubicBezTo>
                  <a:cubicBezTo>
                    <a:pt x="49" y="165"/>
                    <a:pt x="50" y="165"/>
                    <a:pt x="50" y="167"/>
                  </a:cubicBezTo>
                  <a:cubicBezTo>
                    <a:pt x="51" y="168"/>
                    <a:pt x="51" y="168"/>
                    <a:pt x="52" y="170"/>
                  </a:cubicBezTo>
                  <a:cubicBezTo>
                    <a:pt x="53" y="171"/>
                    <a:pt x="53" y="172"/>
                    <a:pt x="54" y="173"/>
                  </a:cubicBezTo>
                  <a:cubicBezTo>
                    <a:pt x="55" y="174"/>
                    <a:pt x="56" y="175"/>
                    <a:pt x="56" y="176"/>
                  </a:cubicBezTo>
                  <a:cubicBezTo>
                    <a:pt x="56" y="177"/>
                    <a:pt x="59" y="179"/>
                    <a:pt x="56" y="177"/>
                  </a:cubicBezTo>
                  <a:cubicBezTo>
                    <a:pt x="53" y="175"/>
                    <a:pt x="56" y="177"/>
                    <a:pt x="52" y="174"/>
                  </a:cubicBezTo>
                  <a:cubicBezTo>
                    <a:pt x="49" y="171"/>
                    <a:pt x="48" y="173"/>
                    <a:pt x="46" y="171"/>
                  </a:cubicBezTo>
                  <a:cubicBezTo>
                    <a:pt x="45" y="169"/>
                    <a:pt x="47" y="175"/>
                    <a:pt x="44" y="168"/>
                  </a:cubicBezTo>
                  <a:cubicBezTo>
                    <a:pt x="41" y="160"/>
                    <a:pt x="40" y="161"/>
                    <a:pt x="39" y="159"/>
                  </a:cubicBezTo>
                  <a:cubicBezTo>
                    <a:pt x="39" y="157"/>
                    <a:pt x="39" y="159"/>
                    <a:pt x="37" y="155"/>
                  </a:cubicBezTo>
                  <a:cubicBezTo>
                    <a:pt x="35" y="151"/>
                    <a:pt x="37" y="154"/>
                    <a:pt x="35" y="151"/>
                  </a:cubicBezTo>
                  <a:cubicBezTo>
                    <a:pt x="33" y="149"/>
                    <a:pt x="33" y="152"/>
                    <a:pt x="32" y="148"/>
                  </a:cubicBezTo>
                  <a:cubicBezTo>
                    <a:pt x="31" y="143"/>
                    <a:pt x="31" y="146"/>
                    <a:pt x="30" y="141"/>
                  </a:cubicBezTo>
                  <a:cubicBezTo>
                    <a:pt x="28" y="136"/>
                    <a:pt x="31" y="136"/>
                    <a:pt x="28" y="133"/>
                  </a:cubicBezTo>
                  <a:cubicBezTo>
                    <a:pt x="25" y="131"/>
                    <a:pt x="25" y="132"/>
                    <a:pt x="24" y="131"/>
                  </a:cubicBezTo>
                  <a:cubicBezTo>
                    <a:pt x="23" y="129"/>
                    <a:pt x="25" y="130"/>
                    <a:pt x="22" y="126"/>
                  </a:cubicBezTo>
                  <a:cubicBezTo>
                    <a:pt x="20" y="122"/>
                    <a:pt x="16" y="120"/>
                    <a:pt x="16" y="113"/>
                  </a:cubicBezTo>
                  <a:cubicBezTo>
                    <a:pt x="16" y="105"/>
                    <a:pt x="16" y="104"/>
                    <a:pt x="16" y="104"/>
                  </a:cubicBezTo>
                  <a:cubicBezTo>
                    <a:pt x="16" y="104"/>
                    <a:pt x="13" y="101"/>
                    <a:pt x="14" y="97"/>
                  </a:cubicBezTo>
                  <a:cubicBezTo>
                    <a:pt x="15" y="92"/>
                    <a:pt x="16" y="94"/>
                    <a:pt x="15" y="92"/>
                  </a:cubicBezTo>
                  <a:cubicBezTo>
                    <a:pt x="15" y="91"/>
                    <a:pt x="14" y="91"/>
                    <a:pt x="13" y="89"/>
                  </a:cubicBezTo>
                  <a:cubicBezTo>
                    <a:pt x="12" y="88"/>
                    <a:pt x="12" y="88"/>
                    <a:pt x="11" y="87"/>
                  </a:cubicBezTo>
                  <a:cubicBezTo>
                    <a:pt x="11" y="86"/>
                    <a:pt x="11" y="83"/>
                    <a:pt x="11" y="83"/>
                  </a:cubicBezTo>
                  <a:cubicBezTo>
                    <a:pt x="10" y="84"/>
                    <a:pt x="10" y="84"/>
                    <a:pt x="10" y="84"/>
                  </a:cubicBezTo>
                  <a:cubicBezTo>
                    <a:pt x="10" y="84"/>
                    <a:pt x="0" y="182"/>
                    <a:pt x="97" y="197"/>
                  </a:cubicBezTo>
                  <a:cubicBezTo>
                    <a:pt x="97" y="197"/>
                    <a:pt x="75" y="192"/>
                    <a:pt x="73" y="187"/>
                  </a:cubicBezTo>
                  <a:cubicBezTo>
                    <a:pt x="73" y="187"/>
                    <a:pt x="72" y="183"/>
                    <a:pt x="73" y="183"/>
                  </a:cubicBezTo>
                  <a:cubicBezTo>
                    <a:pt x="74" y="183"/>
                    <a:pt x="76" y="184"/>
                    <a:pt x="77" y="183"/>
                  </a:cubicBezTo>
                  <a:cubicBezTo>
                    <a:pt x="79" y="181"/>
                    <a:pt x="80" y="180"/>
                    <a:pt x="80" y="180"/>
                  </a:cubicBezTo>
                  <a:cubicBezTo>
                    <a:pt x="80" y="182"/>
                    <a:pt x="80" y="182"/>
                    <a:pt x="80" y="182"/>
                  </a:cubicBezTo>
                  <a:cubicBezTo>
                    <a:pt x="80" y="182"/>
                    <a:pt x="79" y="182"/>
                    <a:pt x="83" y="181"/>
                  </a:cubicBezTo>
                  <a:cubicBezTo>
                    <a:pt x="88" y="181"/>
                    <a:pt x="88" y="181"/>
                    <a:pt x="89" y="181"/>
                  </a:cubicBezTo>
                  <a:cubicBezTo>
                    <a:pt x="91" y="180"/>
                    <a:pt x="93" y="176"/>
                    <a:pt x="94" y="178"/>
                  </a:cubicBezTo>
                  <a:cubicBezTo>
                    <a:pt x="95" y="181"/>
                    <a:pt x="93" y="180"/>
                    <a:pt x="95" y="181"/>
                  </a:cubicBezTo>
                  <a:cubicBezTo>
                    <a:pt x="97" y="181"/>
                    <a:pt x="101" y="180"/>
                    <a:pt x="101" y="180"/>
                  </a:cubicBezTo>
                  <a:cubicBezTo>
                    <a:pt x="101" y="180"/>
                    <a:pt x="108" y="181"/>
                    <a:pt x="108" y="180"/>
                  </a:cubicBezTo>
                  <a:cubicBezTo>
                    <a:pt x="109" y="179"/>
                    <a:pt x="109" y="178"/>
                    <a:pt x="110" y="178"/>
                  </a:cubicBezTo>
                  <a:cubicBezTo>
                    <a:pt x="111" y="178"/>
                    <a:pt x="112" y="180"/>
                    <a:pt x="112" y="180"/>
                  </a:cubicBezTo>
                  <a:cubicBezTo>
                    <a:pt x="108" y="182"/>
                    <a:pt x="108" y="182"/>
                    <a:pt x="108" y="182"/>
                  </a:cubicBezTo>
                  <a:cubicBezTo>
                    <a:pt x="105" y="185"/>
                    <a:pt x="105" y="185"/>
                    <a:pt x="105" y="185"/>
                  </a:cubicBezTo>
                  <a:cubicBezTo>
                    <a:pt x="105" y="185"/>
                    <a:pt x="103" y="185"/>
                    <a:pt x="105" y="186"/>
                  </a:cubicBezTo>
                  <a:cubicBezTo>
                    <a:pt x="106" y="187"/>
                    <a:pt x="107" y="187"/>
                    <a:pt x="108" y="187"/>
                  </a:cubicBezTo>
                  <a:cubicBezTo>
                    <a:pt x="110" y="187"/>
                    <a:pt x="114" y="190"/>
                    <a:pt x="115" y="188"/>
                  </a:cubicBezTo>
                  <a:cubicBezTo>
                    <a:pt x="116" y="186"/>
                    <a:pt x="116" y="186"/>
                    <a:pt x="117" y="185"/>
                  </a:cubicBezTo>
                  <a:cubicBezTo>
                    <a:pt x="117" y="184"/>
                    <a:pt x="117" y="182"/>
                    <a:pt x="119" y="182"/>
                  </a:cubicBezTo>
                  <a:cubicBezTo>
                    <a:pt x="120" y="182"/>
                    <a:pt x="122" y="183"/>
                    <a:pt x="122" y="183"/>
                  </a:cubicBezTo>
                  <a:cubicBezTo>
                    <a:pt x="121" y="186"/>
                    <a:pt x="121" y="186"/>
                    <a:pt x="121" y="186"/>
                  </a:cubicBezTo>
                  <a:cubicBezTo>
                    <a:pt x="121" y="186"/>
                    <a:pt x="123" y="186"/>
                    <a:pt x="125" y="186"/>
                  </a:cubicBezTo>
                  <a:cubicBezTo>
                    <a:pt x="126" y="186"/>
                    <a:pt x="126" y="188"/>
                    <a:pt x="128" y="186"/>
                  </a:cubicBezTo>
                  <a:cubicBezTo>
                    <a:pt x="129" y="184"/>
                    <a:pt x="129" y="184"/>
                    <a:pt x="131" y="184"/>
                  </a:cubicBezTo>
                  <a:cubicBezTo>
                    <a:pt x="133" y="184"/>
                    <a:pt x="135" y="183"/>
                    <a:pt x="136" y="183"/>
                  </a:cubicBezTo>
                  <a:cubicBezTo>
                    <a:pt x="136" y="184"/>
                    <a:pt x="138" y="184"/>
                    <a:pt x="139" y="184"/>
                  </a:cubicBezTo>
                  <a:cubicBezTo>
                    <a:pt x="139" y="184"/>
                    <a:pt x="143" y="186"/>
                    <a:pt x="143" y="186"/>
                  </a:cubicBezTo>
                  <a:cubicBezTo>
                    <a:pt x="144" y="185"/>
                    <a:pt x="148" y="186"/>
                    <a:pt x="148" y="186"/>
                  </a:cubicBezTo>
                  <a:cubicBezTo>
                    <a:pt x="148" y="186"/>
                    <a:pt x="137" y="196"/>
                    <a:pt x="113" y="197"/>
                  </a:cubicBezTo>
                  <a:cubicBezTo>
                    <a:pt x="113" y="197"/>
                    <a:pt x="167" y="199"/>
                    <a:pt x="197" y="146"/>
                  </a:cubicBezTo>
                  <a:cubicBezTo>
                    <a:pt x="228" y="94"/>
                    <a:pt x="206" y="26"/>
                    <a:pt x="137" y="3"/>
                  </a:cubicBezTo>
                  <a:cubicBezTo>
                    <a:pt x="137" y="3"/>
                    <a:pt x="189" y="22"/>
                    <a:pt x="203" y="71"/>
                  </a:cubicBezTo>
                  <a:cubicBezTo>
                    <a:pt x="202" y="72"/>
                    <a:pt x="202" y="72"/>
                    <a:pt x="202" y="72"/>
                  </a:cubicBezTo>
                  <a:cubicBezTo>
                    <a:pt x="201" y="71"/>
                    <a:pt x="201" y="72"/>
                    <a:pt x="200" y="69"/>
                  </a:cubicBezTo>
                  <a:cubicBezTo>
                    <a:pt x="199" y="67"/>
                    <a:pt x="199" y="68"/>
                    <a:pt x="199" y="66"/>
                  </a:cubicBezTo>
                  <a:cubicBezTo>
                    <a:pt x="198" y="64"/>
                    <a:pt x="198" y="65"/>
                    <a:pt x="197" y="64"/>
                  </a:cubicBezTo>
                  <a:cubicBezTo>
                    <a:pt x="195" y="62"/>
                    <a:pt x="195" y="62"/>
                    <a:pt x="194" y="61"/>
                  </a:cubicBezTo>
                  <a:cubicBezTo>
                    <a:pt x="193" y="61"/>
                    <a:pt x="192" y="58"/>
                    <a:pt x="192" y="57"/>
                  </a:cubicBezTo>
                  <a:cubicBezTo>
                    <a:pt x="191" y="56"/>
                    <a:pt x="189" y="55"/>
                    <a:pt x="188" y="55"/>
                  </a:cubicBezTo>
                  <a:cubicBezTo>
                    <a:pt x="187" y="55"/>
                    <a:pt x="188" y="54"/>
                    <a:pt x="187" y="55"/>
                  </a:cubicBezTo>
                  <a:cubicBezTo>
                    <a:pt x="187" y="56"/>
                    <a:pt x="189" y="58"/>
                    <a:pt x="189" y="58"/>
                  </a:cubicBezTo>
                  <a:cubicBezTo>
                    <a:pt x="189" y="62"/>
                    <a:pt x="189" y="62"/>
                    <a:pt x="189" y="62"/>
                  </a:cubicBezTo>
                  <a:cubicBezTo>
                    <a:pt x="189" y="62"/>
                    <a:pt x="190" y="65"/>
                    <a:pt x="190" y="66"/>
                  </a:cubicBezTo>
                  <a:cubicBezTo>
                    <a:pt x="190" y="67"/>
                    <a:pt x="189" y="70"/>
                    <a:pt x="189" y="70"/>
                  </a:cubicBezTo>
                  <a:cubicBezTo>
                    <a:pt x="189" y="70"/>
                    <a:pt x="188" y="72"/>
                    <a:pt x="187" y="73"/>
                  </a:cubicBezTo>
                  <a:cubicBezTo>
                    <a:pt x="186" y="73"/>
                    <a:pt x="181" y="74"/>
                    <a:pt x="181" y="74"/>
                  </a:cubicBezTo>
                  <a:cubicBezTo>
                    <a:pt x="181" y="74"/>
                    <a:pt x="179" y="72"/>
                    <a:pt x="179" y="71"/>
                  </a:cubicBezTo>
                  <a:cubicBezTo>
                    <a:pt x="178" y="69"/>
                    <a:pt x="175" y="69"/>
                    <a:pt x="174" y="68"/>
                  </a:cubicBezTo>
                  <a:cubicBezTo>
                    <a:pt x="174" y="67"/>
                    <a:pt x="175" y="66"/>
                    <a:pt x="173" y="64"/>
                  </a:cubicBezTo>
                  <a:cubicBezTo>
                    <a:pt x="172" y="62"/>
                    <a:pt x="173" y="63"/>
                    <a:pt x="172" y="61"/>
                  </a:cubicBezTo>
                  <a:cubicBezTo>
                    <a:pt x="170" y="59"/>
                    <a:pt x="170" y="59"/>
                    <a:pt x="170" y="59"/>
                  </a:cubicBezTo>
                  <a:cubicBezTo>
                    <a:pt x="170" y="59"/>
                    <a:pt x="166" y="58"/>
                    <a:pt x="167" y="60"/>
                  </a:cubicBezTo>
                  <a:cubicBezTo>
                    <a:pt x="168" y="63"/>
                    <a:pt x="167" y="65"/>
                    <a:pt x="168" y="65"/>
                  </a:cubicBezTo>
                  <a:cubicBezTo>
                    <a:pt x="169" y="66"/>
                    <a:pt x="170" y="65"/>
                    <a:pt x="171" y="67"/>
                  </a:cubicBezTo>
                  <a:cubicBezTo>
                    <a:pt x="172" y="69"/>
                    <a:pt x="172" y="70"/>
                    <a:pt x="172" y="71"/>
                  </a:cubicBezTo>
                  <a:cubicBezTo>
                    <a:pt x="173" y="71"/>
                    <a:pt x="173" y="74"/>
                    <a:pt x="174" y="75"/>
                  </a:cubicBezTo>
                  <a:cubicBezTo>
                    <a:pt x="175" y="75"/>
                    <a:pt x="178" y="75"/>
                    <a:pt x="178" y="76"/>
                  </a:cubicBezTo>
                  <a:cubicBezTo>
                    <a:pt x="177" y="77"/>
                    <a:pt x="176" y="78"/>
                    <a:pt x="178" y="79"/>
                  </a:cubicBezTo>
                  <a:cubicBezTo>
                    <a:pt x="179" y="79"/>
                    <a:pt x="179" y="80"/>
                    <a:pt x="180" y="80"/>
                  </a:cubicBezTo>
                  <a:cubicBezTo>
                    <a:pt x="181" y="80"/>
                    <a:pt x="181" y="80"/>
                    <a:pt x="182" y="79"/>
                  </a:cubicBezTo>
                  <a:cubicBezTo>
                    <a:pt x="184" y="79"/>
                    <a:pt x="186" y="79"/>
                    <a:pt x="186" y="79"/>
                  </a:cubicBezTo>
                  <a:cubicBezTo>
                    <a:pt x="186" y="79"/>
                    <a:pt x="188" y="80"/>
                    <a:pt x="188" y="81"/>
                  </a:cubicBezTo>
                  <a:cubicBezTo>
                    <a:pt x="188" y="82"/>
                    <a:pt x="187" y="86"/>
                    <a:pt x="187" y="86"/>
                  </a:cubicBezTo>
                  <a:cubicBezTo>
                    <a:pt x="185" y="90"/>
                    <a:pt x="185" y="90"/>
                    <a:pt x="185" y="90"/>
                  </a:cubicBezTo>
                  <a:cubicBezTo>
                    <a:pt x="185" y="90"/>
                    <a:pt x="185" y="97"/>
                    <a:pt x="184" y="97"/>
                  </a:cubicBezTo>
                  <a:cubicBezTo>
                    <a:pt x="183" y="97"/>
                    <a:pt x="182" y="100"/>
                    <a:pt x="181" y="100"/>
                  </a:cubicBezTo>
                  <a:cubicBezTo>
                    <a:pt x="180" y="101"/>
                    <a:pt x="180" y="105"/>
                    <a:pt x="180" y="105"/>
                  </a:cubicBezTo>
                  <a:cubicBezTo>
                    <a:pt x="178" y="108"/>
                    <a:pt x="178" y="108"/>
                    <a:pt x="178" y="108"/>
                  </a:cubicBezTo>
                  <a:cubicBezTo>
                    <a:pt x="178" y="108"/>
                    <a:pt x="178" y="111"/>
                    <a:pt x="178" y="112"/>
                  </a:cubicBezTo>
                  <a:cubicBezTo>
                    <a:pt x="178" y="113"/>
                    <a:pt x="179" y="117"/>
                    <a:pt x="178" y="119"/>
                  </a:cubicBezTo>
                  <a:cubicBezTo>
                    <a:pt x="178" y="121"/>
                    <a:pt x="175" y="122"/>
                    <a:pt x="175" y="122"/>
                  </a:cubicBezTo>
                  <a:cubicBezTo>
                    <a:pt x="175" y="122"/>
                    <a:pt x="179" y="126"/>
                    <a:pt x="177" y="126"/>
                  </a:cubicBezTo>
                  <a:cubicBezTo>
                    <a:pt x="175" y="127"/>
                    <a:pt x="173" y="129"/>
                    <a:pt x="173" y="130"/>
                  </a:cubicBezTo>
                  <a:cubicBezTo>
                    <a:pt x="172" y="131"/>
                    <a:pt x="172" y="132"/>
                    <a:pt x="171" y="132"/>
                  </a:cubicBezTo>
                  <a:cubicBezTo>
                    <a:pt x="170" y="133"/>
                    <a:pt x="168" y="133"/>
                    <a:pt x="168" y="134"/>
                  </a:cubicBezTo>
                  <a:cubicBezTo>
                    <a:pt x="168" y="134"/>
                    <a:pt x="168" y="137"/>
                    <a:pt x="168" y="137"/>
                  </a:cubicBezTo>
                  <a:cubicBezTo>
                    <a:pt x="164" y="142"/>
                    <a:pt x="164" y="142"/>
                    <a:pt x="164" y="142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60" y="146"/>
                    <a:pt x="160" y="149"/>
                    <a:pt x="159" y="149"/>
                  </a:cubicBezTo>
                  <a:cubicBezTo>
                    <a:pt x="158" y="149"/>
                    <a:pt x="153" y="151"/>
                    <a:pt x="152" y="152"/>
                  </a:cubicBezTo>
                  <a:cubicBezTo>
                    <a:pt x="152" y="152"/>
                    <a:pt x="148" y="154"/>
                    <a:pt x="147" y="154"/>
                  </a:cubicBezTo>
                  <a:cubicBezTo>
                    <a:pt x="146" y="154"/>
                    <a:pt x="148" y="157"/>
                    <a:pt x="146" y="154"/>
                  </a:cubicBezTo>
                  <a:cubicBezTo>
                    <a:pt x="144" y="151"/>
                    <a:pt x="145" y="153"/>
                    <a:pt x="144" y="149"/>
                  </a:cubicBezTo>
                  <a:cubicBezTo>
                    <a:pt x="142" y="145"/>
                    <a:pt x="142" y="148"/>
                    <a:pt x="142" y="145"/>
                  </a:cubicBezTo>
                  <a:cubicBezTo>
                    <a:pt x="142" y="143"/>
                    <a:pt x="142" y="145"/>
                    <a:pt x="142" y="143"/>
                  </a:cubicBezTo>
                  <a:cubicBezTo>
                    <a:pt x="142" y="140"/>
                    <a:pt x="143" y="142"/>
                    <a:pt x="141" y="139"/>
                  </a:cubicBezTo>
                  <a:cubicBezTo>
                    <a:pt x="140" y="136"/>
                    <a:pt x="140" y="137"/>
                    <a:pt x="138" y="135"/>
                  </a:cubicBezTo>
                  <a:cubicBezTo>
                    <a:pt x="136" y="133"/>
                    <a:pt x="135" y="135"/>
                    <a:pt x="136" y="132"/>
                  </a:cubicBezTo>
                  <a:cubicBezTo>
                    <a:pt x="137" y="129"/>
                    <a:pt x="137" y="132"/>
                    <a:pt x="137" y="129"/>
                  </a:cubicBezTo>
                  <a:cubicBezTo>
                    <a:pt x="138" y="126"/>
                    <a:pt x="137" y="125"/>
                    <a:pt x="139" y="124"/>
                  </a:cubicBezTo>
                  <a:cubicBezTo>
                    <a:pt x="141" y="123"/>
                    <a:pt x="142" y="122"/>
                    <a:pt x="142" y="121"/>
                  </a:cubicBezTo>
                  <a:cubicBezTo>
                    <a:pt x="142" y="119"/>
                    <a:pt x="142" y="118"/>
                    <a:pt x="142" y="117"/>
                  </a:cubicBezTo>
                  <a:cubicBezTo>
                    <a:pt x="141" y="116"/>
                    <a:pt x="139" y="114"/>
                    <a:pt x="139" y="113"/>
                  </a:cubicBezTo>
                  <a:cubicBezTo>
                    <a:pt x="139" y="112"/>
                    <a:pt x="139" y="113"/>
                    <a:pt x="137" y="111"/>
                  </a:cubicBezTo>
                  <a:cubicBezTo>
                    <a:pt x="136" y="109"/>
                    <a:pt x="135" y="108"/>
                    <a:pt x="135" y="108"/>
                  </a:cubicBezTo>
                  <a:cubicBezTo>
                    <a:pt x="135" y="108"/>
                    <a:pt x="135" y="103"/>
                    <a:pt x="135" y="101"/>
                  </a:cubicBezTo>
                  <a:cubicBezTo>
                    <a:pt x="135" y="99"/>
                    <a:pt x="134" y="102"/>
                    <a:pt x="135" y="99"/>
                  </a:cubicBezTo>
                  <a:cubicBezTo>
                    <a:pt x="135" y="96"/>
                    <a:pt x="135" y="94"/>
                    <a:pt x="135" y="94"/>
                  </a:cubicBezTo>
                  <a:cubicBezTo>
                    <a:pt x="135" y="94"/>
                    <a:pt x="132" y="92"/>
                    <a:pt x="131" y="92"/>
                  </a:cubicBezTo>
                  <a:cubicBezTo>
                    <a:pt x="129" y="92"/>
                    <a:pt x="129" y="94"/>
                    <a:pt x="127" y="93"/>
                  </a:cubicBezTo>
                  <a:cubicBezTo>
                    <a:pt x="125" y="91"/>
                    <a:pt x="126" y="90"/>
                    <a:pt x="125" y="89"/>
                  </a:cubicBezTo>
                  <a:cubicBezTo>
                    <a:pt x="124" y="89"/>
                    <a:pt x="123" y="89"/>
                    <a:pt x="122" y="90"/>
                  </a:cubicBezTo>
                  <a:cubicBezTo>
                    <a:pt x="121" y="91"/>
                    <a:pt x="118" y="91"/>
                    <a:pt x="116" y="91"/>
                  </a:cubicBezTo>
                  <a:cubicBezTo>
                    <a:pt x="114" y="92"/>
                    <a:pt x="113" y="92"/>
                    <a:pt x="110" y="92"/>
                  </a:cubicBezTo>
                  <a:cubicBezTo>
                    <a:pt x="108" y="92"/>
                    <a:pt x="104" y="93"/>
                    <a:pt x="102" y="92"/>
                  </a:cubicBezTo>
                  <a:cubicBezTo>
                    <a:pt x="100" y="91"/>
                    <a:pt x="100" y="92"/>
                    <a:pt x="99" y="90"/>
                  </a:cubicBezTo>
                  <a:cubicBezTo>
                    <a:pt x="98" y="88"/>
                    <a:pt x="99" y="88"/>
                    <a:pt x="97" y="87"/>
                  </a:cubicBezTo>
                  <a:cubicBezTo>
                    <a:pt x="95" y="86"/>
                    <a:pt x="94" y="87"/>
                    <a:pt x="94" y="85"/>
                  </a:cubicBezTo>
                  <a:cubicBezTo>
                    <a:pt x="94" y="82"/>
                    <a:pt x="95" y="83"/>
                    <a:pt x="93" y="81"/>
                  </a:cubicBezTo>
                  <a:cubicBezTo>
                    <a:pt x="92" y="79"/>
                    <a:pt x="94" y="82"/>
                    <a:pt x="92" y="79"/>
                  </a:cubicBezTo>
                  <a:cubicBezTo>
                    <a:pt x="89" y="76"/>
                    <a:pt x="88" y="79"/>
                    <a:pt x="89" y="76"/>
                  </a:cubicBezTo>
                  <a:cubicBezTo>
                    <a:pt x="90" y="74"/>
                    <a:pt x="91" y="75"/>
                    <a:pt x="91" y="73"/>
                  </a:cubicBezTo>
                  <a:cubicBezTo>
                    <a:pt x="91" y="70"/>
                    <a:pt x="95" y="74"/>
                    <a:pt x="92" y="68"/>
                  </a:cubicBezTo>
                  <a:cubicBezTo>
                    <a:pt x="90" y="63"/>
                    <a:pt x="89" y="64"/>
                    <a:pt x="92" y="60"/>
                  </a:cubicBezTo>
                  <a:cubicBezTo>
                    <a:pt x="94" y="55"/>
                    <a:pt x="97" y="54"/>
                    <a:pt x="98" y="53"/>
                  </a:cubicBezTo>
                  <a:cubicBezTo>
                    <a:pt x="98" y="52"/>
                    <a:pt x="99" y="50"/>
                    <a:pt x="100" y="49"/>
                  </a:cubicBezTo>
                  <a:cubicBezTo>
                    <a:pt x="101" y="48"/>
                    <a:pt x="100" y="48"/>
                    <a:pt x="102" y="48"/>
                  </a:cubicBezTo>
                  <a:cubicBezTo>
                    <a:pt x="104" y="48"/>
                    <a:pt x="107" y="47"/>
                    <a:pt x="108" y="46"/>
                  </a:cubicBezTo>
                  <a:cubicBezTo>
                    <a:pt x="109" y="45"/>
                    <a:pt x="111" y="42"/>
                    <a:pt x="112" y="42"/>
                  </a:cubicBezTo>
                  <a:cubicBezTo>
                    <a:pt x="113" y="42"/>
                    <a:pt x="113" y="42"/>
                    <a:pt x="115" y="42"/>
                  </a:cubicBezTo>
                  <a:cubicBezTo>
                    <a:pt x="117" y="41"/>
                    <a:pt x="117" y="41"/>
                    <a:pt x="119" y="41"/>
                  </a:cubicBezTo>
                  <a:cubicBezTo>
                    <a:pt x="120" y="41"/>
                    <a:pt x="117" y="42"/>
                    <a:pt x="121" y="41"/>
                  </a:cubicBezTo>
                  <a:cubicBezTo>
                    <a:pt x="125" y="40"/>
                    <a:pt x="124" y="40"/>
                    <a:pt x="125" y="40"/>
                  </a:cubicBezTo>
                  <a:cubicBezTo>
                    <a:pt x="126" y="40"/>
                    <a:pt x="126" y="41"/>
                    <a:pt x="127" y="41"/>
                  </a:cubicBezTo>
                  <a:cubicBezTo>
                    <a:pt x="129" y="41"/>
                    <a:pt x="129" y="38"/>
                    <a:pt x="129" y="41"/>
                  </a:cubicBezTo>
                  <a:cubicBezTo>
                    <a:pt x="129" y="45"/>
                    <a:pt x="128" y="46"/>
                    <a:pt x="130" y="46"/>
                  </a:cubicBezTo>
                  <a:cubicBezTo>
                    <a:pt x="133" y="47"/>
                    <a:pt x="130" y="47"/>
                    <a:pt x="133" y="47"/>
                  </a:cubicBezTo>
                  <a:cubicBezTo>
                    <a:pt x="136" y="47"/>
                    <a:pt x="135" y="47"/>
                    <a:pt x="137" y="48"/>
                  </a:cubicBezTo>
                  <a:cubicBezTo>
                    <a:pt x="138" y="48"/>
                    <a:pt x="139" y="49"/>
                    <a:pt x="141" y="49"/>
                  </a:cubicBezTo>
                  <a:cubicBezTo>
                    <a:pt x="143" y="49"/>
                    <a:pt x="140" y="52"/>
                    <a:pt x="143" y="49"/>
                  </a:cubicBezTo>
                  <a:cubicBezTo>
                    <a:pt x="146" y="46"/>
                    <a:pt x="141" y="46"/>
                    <a:pt x="146" y="46"/>
                  </a:cubicBezTo>
                  <a:cubicBezTo>
                    <a:pt x="151" y="47"/>
                    <a:pt x="152" y="48"/>
                    <a:pt x="153" y="48"/>
                  </a:cubicBezTo>
                  <a:cubicBezTo>
                    <a:pt x="154" y="47"/>
                    <a:pt x="154" y="48"/>
                    <a:pt x="156" y="47"/>
                  </a:cubicBezTo>
                  <a:cubicBezTo>
                    <a:pt x="159" y="46"/>
                    <a:pt x="159" y="46"/>
                    <a:pt x="160" y="46"/>
                  </a:cubicBezTo>
                  <a:cubicBezTo>
                    <a:pt x="161" y="47"/>
                    <a:pt x="161" y="49"/>
                    <a:pt x="162" y="47"/>
                  </a:cubicBezTo>
                  <a:cubicBezTo>
                    <a:pt x="163" y="45"/>
                    <a:pt x="165" y="45"/>
                    <a:pt x="162" y="44"/>
                  </a:cubicBezTo>
                  <a:cubicBezTo>
                    <a:pt x="159" y="42"/>
                    <a:pt x="158" y="44"/>
                    <a:pt x="158" y="42"/>
                  </a:cubicBezTo>
                  <a:cubicBezTo>
                    <a:pt x="157" y="40"/>
                    <a:pt x="160" y="41"/>
                    <a:pt x="157" y="40"/>
                  </a:cubicBezTo>
                  <a:cubicBezTo>
                    <a:pt x="154" y="40"/>
                    <a:pt x="155" y="40"/>
                    <a:pt x="153" y="39"/>
                  </a:cubicBezTo>
                  <a:cubicBezTo>
                    <a:pt x="151" y="38"/>
                    <a:pt x="149" y="41"/>
                    <a:pt x="148" y="39"/>
                  </a:cubicBezTo>
                  <a:cubicBezTo>
                    <a:pt x="147" y="37"/>
                    <a:pt x="143" y="41"/>
                    <a:pt x="147" y="37"/>
                  </a:cubicBezTo>
                  <a:cubicBezTo>
                    <a:pt x="151" y="34"/>
                    <a:pt x="149" y="32"/>
                    <a:pt x="152" y="33"/>
                  </a:cubicBezTo>
                  <a:cubicBezTo>
                    <a:pt x="155" y="34"/>
                    <a:pt x="154" y="36"/>
                    <a:pt x="155" y="35"/>
                  </a:cubicBezTo>
                  <a:cubicBezTo>
                    <a:pt x="157" y="33"/>
                    <a:pt x="160" y="32"/>
                    <a:pt x="157" y="30"/>
                  </a:cubicBezTo>
                  <a:cubicBezTo>
                    <a:pt x="154" y="28"/>
                    <a:pt x="156" y="29"/>
                    <a:pt x="153" y="28"/>
                  </a:cubicBezTo>
                  <a:cubicBezTo>
                    <a:pt x="150" y="26"/>
                    <a:pt x="147" y="33"/>
                    <a:pt x="146" y="32"/>
                  </a:cubicBezTo>
                  <a:cubicBezTo>
                    <a:pt x="145" y="31"/>
                    <a:pt x="144" y="30"/>
                    <a:pt x="143" y="31"/>
                  </a:cubicBezTo>
                  <a:cubicBezTo>
                    <a:pt x="142" y="31"/>
                    <a:pt x="142" y="34"/>
                    <a:pt x="142" y="36"/>
                  </a:cubicBezTo>
                  <a:cubicBezTo>
                    <a:pt x="142" y="38"/>
                    <a:pt x="143" y="38"/>
                    <a:pt x="140" y="37"/>
                  </a:cubicBezTo>
                  <a:cubicBezTo>
                    <a:pt x="137" y="35"/>
                    <a:pt x="144" y="36"/>
                    <a:pt x="137" y="33"/>
                  </a:cubicBezTo>
                  <a:cubicBezTo>
                    <a:pt x="130" y="31"/>
                    <a:pt x="128" y="31"/>
                    <a:pt x="127" y="32"/>
                  </a:cubicBezTo>
                  <a:cubicBezTo>
                    <a:pt x="126" y="33"/>
                    <a:pt x="125" y="33"/>
                    <a:pt x="124" y="34"/>
                  </a:cubicBezTo>
                  <a:cubicBezTo>
                    <a:pt x="123" y="35"/>
                    <a:pt x="126" y="36"/>
                    <a:pt x="123" y="35"/>
                  </a:cubicBezTo>
                  <a:cubicBezTo>
                    <a:pt x="120" y="33"/>
                    <a:pt x="118" y="35"/>
                    <a:pt x="118" y="35"/>
                  </a:cubicBezTo>
                  <a:cubicBezTo>
                    <a:pt x="118" y="35"/>
                    <a:pt x="117" y="35"/>
                    <a:pt x="116" y="36"/>
                  </a:cubicBezTo>
                  <a:cubicBezTo>
                    <a:pt x="114" y="37"/>
                    <a:pt x="112" y="38"/>
                    <a:pt x="111" y="37"/>
                  </a:cubicBezTo>
                  <a:cubicBezTo>
                    <a:pt x="109" y="37"/>
                    <a:pt x="106" y="38"/>
                    <a:pt x="109" y="34"/>
                  </a:cubicBezTo>
                  <a:cubicBezTo>
                    <a:pt x="111" y="31"/>
                    <a:pt x="109" y="33"/>
                    <a:pt x="113" y="31"/>
                  </a:cubicBezTo>
                  <a:cubicBezTo>
                    <a:pt x="117" y="30"/>
                    <a:pt x="123" y="29"/>
                    <a:pt x="118" y="28"/>
                  </a:cubicBezTo>
                  <a:cubicBezTo>
                    <a:pt x="113" y="27"/>
                    <a:pt x="121" y="27"/>
                    <a:pt x="114" y="24"/>
                  </a:cubicBezTo>
                  <a:cubicBezTo>
                    <a:pt x="107" y="21"/>
                    <a:pt x="107" y="25"/>
                    <a:pt x="107" y="21"/>
                  </a:cubicBezTo>
                  <a:cubicBezTo>
                    <a:pt x="108" y="16"/>
                    <a:pt x="107" y="16"/>
                    <a:pt x="106" y="16"/>
                  </a:cubicBezTo>
                  <a:cubicBezTo>
                    <a:pt x="104" y="16"/>
                    <a:pt x="100" y="17"/>
                    <a:pt x="98" y="18"/>
                  </a:cubicBezTo>
                  <a:cubicBezTo>
                    <a:pt x="97" y="18"/>
                    <a:pt x="99" y="19"/>
                    <a:pt x="96" y="17"/>
                  </a:cubicBezTo>
                  <a:cubicBezTo>
                    <a:pt x="92" y="15"/>
                    <a:pt x="91" y="18"/>
                    <a:pt x="92" y="15"/>
                  </a:cubicBezTo>
                  <a:cubicBezTo>
                    <a:pt x="94" y="13"/>
                    <a:pt x="94" y="12"/>
                    <a:pt x="96" y="11"/>
                  </a:cubicBezTo>
                  <a:cubicBezTo>
                    <a:pt x="98" y="9"/>
                    <a:pt x="97" y="3"/>
                    <a:pt x="102" y="5"/>
                  </a:cubicBezTo>
                  <a:cubicBezTo>
                    <a:pt x="106" y="8"/>
                    <a:pt x="105" y="7"/>
                    <a:pt x="108" y="7"/>
                  </a:cubicBezTo>
                  <a:cubicBezTo>
                    <a:pt x="112" y="7"/>
                    <a:pt x="114" y="7"/>
                    <a:pt x="114" y="6"/>
                  </a:cubicBezTo>
                  <a:cubicBezTo>
                    <a:pt x="114" y="5"/>
                    <a:pt x="109" y="3"/>
                    <a:pt x="109" y="3"/>
                  </a:cubicBezTo>
                  <a:cubicBezTo>
                    <a:pt x="109" y="3"/>
                    <a:pt x="108" y="4"/>
                    <a:pt x="109" y="3"/>
                  </a:cubicBezTo>
                  <a:cubicBezTo>
                    <a:pt x="109" y="2"/>
                    <a:pt x="110" y="1"/>
                    <a:pt x="110" y="1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0"/>
                    <a:pt x="96" y="0"/>
                    <a:pt x="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91388" tIns="45693" rIns="91388" bIns="45693"/>
            <a:lstStyle/>
            <a:p>
              <a:pPr eaLnBrk="1" hangingPunct="1">
                <a:defRPr/>
              </a:pPr>
              <a:endParaRPr lang="id-ID" sz="1335" dirty="0"/>
            </a:p>
          </p:txBody>
        </p:sp>
      </p:grpSp>
      <p:sp>
        <p:nvSpPr>
          <p:cNvPr id="88" name="Freeform 41"/>
          <p:cNvSpPr>
            <a:spLocks noEditPoints="1"/>
          </p:cNvSpPr>
          <p:nvPr>
            <p:custDataLst>
              <p:tags r:id="rId41"/>
            </p:custDataLst>
          </p:nvPr>
        </p:nvSpPr>
        <p:spPr bwMode="auto">
          <a:xfrm>
            <a:off x="6785002" y="2558405"/>
            <a:ext cx="427435" cy="391461"/>
          </a:xfrm>
          <a:custGeom>
            <a:avLst/>
            <a:gdLst>
              <a:gd name="T0" fmla="*/ 2147483647 w 196"/>
              <a:gd name="T1" fmla="*/ 2147483647 h 179"/>
              <a:gd name="T2" fmla="*/ 2147483647 w 196"/>
              <a:gd name="T3" fmla="*/ 0 h 179"/>
              <a:gd name="T4" fmla="*/ 2147483647 w 196"/>
              <a:gd name="T5" fmla="*/ 2147483647 h 179"/>
              <a:gd name="T6" fmla="*/ 2147483647 w 196"/>
              <a:gd name="T7" fmla="*/ 2147483647 h 179"/>
              <a:gd name="T8" fmla="*/ 2147483647 w 196"/>
              <a:gd name="T9" fmla="*/ 2147483647 h 179"/>
              <a:gd name="T10" fmla="*/ 2147483647 w 196"/>
              <a:gd name="T11" fmla="*/ 2147483647 h 179"/>
              <a:gd name="T12" fmla="*/ 2147483647 w 196"/>
              <a:gd name="T13" fmla="*/ 2147483647 h 179"/>
              <a:gd name="T14" fmla="*/ 2147483647 w 196"/>
              <a:gd name="T15" fmla="*/ 2147483647 h 179"/>
              <a:gd name="T16" fmla="*/ 2147483647 w 196"/>
              <a:gd name="T17" fmla="*/ 2147483647 h 179"/>
              <a:gd name="T18" fmla="*/ 2147483647 w 196"/>
              <a:gd name="T19" fmla="*/ 0 h 179"/>
              <a:gd name="T20" fmla="*/ 2147483647 w 196"/>
              <a:gd name="T21" fmla="*/ 2147483647 h 179"/>
              <a:gd name="T22" fmla="*/ 2147483647 w 196"/>
              <a:gd name="T23" fmla="*/ 2147483647 h 179"/>
              <a:gd name="T24" fmla="*/ 2147483647 w 196"/>
              <a:gd name="T25" fmla="*/ 2147483647 h 179"/>
              <a:gd name="T26" fmla="*/ 2147483647 w 196"/>
              <a:gd name="T27" fmla="*/ 2147483647 h 179"/>
              <a:gd name="T28" fmla="*/ 2147483647 w 196"/>
              <a:gd name="T29" fmla="*/ 2147483647 h 179"/>
              <a:gd name="T30" fmla="*/ 2147483647 w 196"/>
              <a:gd name="T31" fmla="*/ 2147483647 h 179"/>
              <a:gd name="T32" fmla="*/ 2147483647 w 196"/>
              <a:gd name="T33" fmla="*/ 2147483647 h 179"/>
              <a:gd name="T34" fmla="*/ 2147483647 w 196"/>
              <a:gd name="T35" fmla="*/ 2147483647 h 179"/>
              <a:gd name="T36" fmla="*/ 2147483647 w 196"/>
              <a:gd name="T37" fmla="*/ 0 h 17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96"/>
              <a:gd name="T58" fmla="*/ 0 h 179"/>
              <a:gd name="T59" fmla="*/ 196 w 196"/>
              <a:gd name="T60" fmla="*/ 179 h 179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96" h="179">
                <a:moveTo>
                  <a:pt x="116" y="2"/>
                </a:moveTo>
                <a:cubicBezTo>
                  <a:pt x="110" y="1"/>
                  <a:pt x="104" y="0"/>
                  <a:pt x="98" y="0"/>
                </a:cubicBezTo>
                <a:cubicBezTo>
                  <a:pt x="98" y="17"/>
                  <a:pt x="98" y="17"/>
                  <a:pt x="98" y="17"/>
                </a:cubicBezTo>
                <a:cubicBezTo>
                  <a:pt x="103" y="17"/>
                  <a:pt x="108" y="17"/>
                  <a:pt x="113" y="18"/>
                </a:cubicBezTo>
                <a:cubicBezTo>
                  <a:pt x="152" y="27"/>
                  <a:pt x="177" y="65"/>
                  <a:pt x="169" y="105"/>
                </a:cubicBezTo>
                <a:cubicBezTo>
                  <a:pt x="162" y="139"/>
                  <a:pt x="131" y="163"/>
                  <a:pt x="98" y="163"/>
                </a:cubicBezTo>
                <a:cubicBezTo>
                  <a:pt x="98" y="179"/>
                  <a:pt x="98" y="179"/>
                  <a:pt x="98" y="179"/>
                </a:cubicBezTo>
                <a:cubicBezTo>
                  <a:pt x="139" y="179"/>
                  <a:pt x="177" y="150"/>
                  <a:pt x="185" y="108"/>
                </a:cubicBezTo>
                <a:cubicBezTo>
                  <a:pt x="196" y="60"/>
                  <a:pt x="165" y="12"/>
                  <a:pt x="116" y="2"/>
                </a:cubicBezTo>
                <a:close/>
                <a:moveTo>
                  <a:pt x="98" y="0"/>
                </a:moveTo>
                <a:cubicBezTo>
                  <a:pt x="56" y="0"/>
                  <a:pt x="19" y="29"/>
                  <a:pt x="10" y="71"/>
                </a:cubicBezTo>
                <a:cubicBezTo>
                  <a:pt x="0" y="120"/>
                  <a:pt x="31" y="167"/>
                  <a:pt x="79" y="177"/>
                </a:cubicBezTo>
                <a:cubicBezTo>
                  <a:pt x="85" y="179"/>
                  <a:pt x="92" y="179"/>
                  <a:pt x="98" y="179"/>
                </a:cubicBezTo>
                <a:cubicBezTo>
                  <a:pt x="98" y="163"/>
                  <a:pt x="98" y="163"/>
                  <a:pt x="98" y="163"/>
                </a:cubicBezTo>
                <a:cubicBezTo>
                  <a:pt x="93" y="163"/>
                  <a:pt x="88" y="162"/>
                  <a:pt x="83" y="161"/>
                </a:cubicBezTo>
                <a:cubicBezTo>
                  <a:pt x="83" y="161"/>
                  <a:pt x="83" y="161"/>
                  <a:pt x="83" y="161"/>
                </a:cubicBezTo>
                <a:cubicBezTo>
                  <a:pt x="43" y="153"/>
                  <a:pt x="18" y="114"/>
                  <a:pt x="26" y="75"/>
                </a:cubicBezTo>
                <a:cubicBezTo>
                  <a:pt x="33" y="40"/>
                  <a:pt x="64" y="17"/>
                  <a:pt x="98" y="17"/>
                </a:cubicBezTo>
                <a:lnTo>
                  <a:pt x="98" y="0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89" name="Freeform 42"/>
          <p:cNvSpPr/>
          <p:nvPr>
            <p:custDataLst>
              <p:tags r:id="rId42"/>
            </p:custDataLst>
          </p:nvPr>
        </p:nvSpPr>
        <p:spPr bwMode="auto">
          <a:xfrm>
            <a:off x="6895034" y="2918129"/>
            <a:ext cx="93104" cy="198905"/>
          </a:xfrm>
          <a:custGeom>
            <a:avLst/>
            <a:gdLst>
              <a:gd name="T0" fmla="*/ 2147483647 w 58"/>
              <a:gd name="T1" fmla="*/ 2147483647 h 125"/>
              <a:gd name="T2" fmla="*/ 0 w 58"/>
              <a:gd name="T3" fmla="*/ 2147483647 h 125"/>
              <a:gd name="T4" fmla="*/ 2147483647 w 58"/>
              <a:gd name="T5" fmla="*/ 0 h 125"/>
              <a:gd name="T6" fmla="*/ 2147483647 w 58"/>
              <a:gd name="T7" fmla="*/ 2147483647 h 125"/>
              <a:gd name="T8" fmla="*/ 2147483647 w 58"/>
              <a:gd name="T9" fmla="*/ 2147483647 h 1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8"/>
              <a:gd name="T16" fmla="*/ 0 h 125"/>
              <a:gd name="T17" fmla="*/ 58 w 58"/>
              <a:gd name="T18" fmla="*/ 125 h 12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8" h="125">
                <a:moveTo>
                  <a:pt x="33" y="125"/>
                </a:moveTo>
                <a:lnTo>
                  <a:pt x="0" y="118"/>
                </a:lnTo>
                <a:lnTo>
                  <a:pt x="25" y="0"/>
                </a:lnTo>
                <a:lnTo>
                  <a:pt x="58" y="7"/>
                </a:lnTo>
                <a:lnTo>
                  <a:pt x="33" y="125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90" name="Freeform 43"/>
          <p:cNvSpPr/>
          <p:nvPr>
            <p:custDataLst>
              <p:tags r:id="rId43"/>
            </p:custDataLst>
          </p:nvPr>
        </p:nvSpPr>
        <p:spPr bwMode="auto">
          <a:xfrm>
            <a:off x="6856947" y="2979491"/>
            <a:ext cx="131193" cy="268735"/>
          </a:xfrm>
          <a:custGeom>
            <a:avLst/>
            <a:gdLst>
              <a:gd name="T0" fmla="*/ 2147483647 w 60"/>
              <a:gd name="T1" fmla="*/ 2147483647 h 123"/>
              <a:gd name="T2" fmla="*/ 2147483647 w 60"/>
              <a:gd name="T3" fmla="*/ 2147483647 h 123"/>
              <a:gd name="T4" fmla="*/ 2147483647 w 60"/>
              <a:gd name="T5" fmla="*/ 2147483647 h 123"/>
              <a:gd name="T6" fmla="*/ 2147483647 w 60"/>
              <a:gd name="T7" fmla="*/ 2147483647 h 123"/>
              <a:gd name="T8" fmla="*/ 2147483647 w 60"/>
              <a:gd name="T9" fmla="*/ 2147483647 h 123"/>
              <a:gd name="T10" fmla="*/ 2147483647 w 60"/>
              <a:gd name="T11" fmla="*/ 2147483647 h 123"/>
              <a:gd name="T12" fmla="*/ 2147483647 w 60"/>
              <a:gd name="T13" fmla="*/ 2147483647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0"/>
              <a:gd name="T22" fmla="*/ 0 h 123"/>
              <a:gd name="T23" fmla="*/ 60 w 60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0" h="123">
                <a:moveTo>
                  <a:pt x="40" y="106"/>
                </a:moveTo>
                <a:cubicBezTo>
                  <a:pt x="38" y="116"/>
                  <a:pt x="28" y="123"/>
                  <a:pt x="18" y="121"/>
                </a:cubicBezTo>
                <a:cubicBezTo>
                  <a:pt x="7" y="118"/>
                  <a:pt x="0" y="108"/>
                  <a:pt x="3" y="98"/>
                </a:cubicBezTo>
                <a:cubicBezTo>
                  <a:pt x="20" y="17"/>
                  <a:pt x="20" y="17"/>
                  <a:pt x="20" y="17"/>
                </a:cubicBezTo>
                <a:cubicBezTo>
                  <a:pt x="22" y="6"/>
                  <a:pt x="32" y="0"/>
                  <a:pt x="42" y="2"/>
                </a:cubicBezTo>
                <a:cubicBezTo>
                  <a:pt x="53" y="4"/>
                  <a:pt x="60" y="14"/>
                  <a:pt x="57" y="25"/>
                </a:cubicBezTo>
                <a:lnTo>
                  <a:pt x="40" y="106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91" name="Freeform 44"/>
          <p:cNvSpPr/>
          <p:nvPr>
            <p:custDataLst>
              <p:tags r:id="rId44"/>
            </p:custDataLst>
          </p:nvPr>
        </p:nvSpPr>
        <p:spPr bwMode="auto">
          <a:xfrm>
            <a:off x="5669864" y="-25248"/>
            <a:ext cx="522655" cy="480336"/>
          </a:xfrm>
          <a:custGeom>
            <a:avLst/>
            <a:gdLst>
              <a:gd name="T0" fmla="*/ 2147483647 w 240"/>
              <a:gd name="T1" fmla="*/ 2147483647 h 220"/>
              <a:gd name="T2" fmla="*/ 0 w 240"/>
              <a:gd name="T3" fmla="*/ 2147483647 h 220"/>
              <a:gd name="T4" fmla="*/ 0 w 240"/>
              <a:gd name="T5" fmla="*/ 2147483647 h 220"/>
              <a:gd name="T6" fmla="*/ 2147483647 w 240"/>
              <a:gd name="T7" fmla="*/ 2147483647 h 220"/>
              <a:gd name="T8" fmla="*/ 2147483647 w 240"/>
              <a:gd name="T9" fmla="*/ 2147483647 h 220"/>
              <a:gd name="T10" fmla="*/ 2147483647 w 240"/>
              <a:gd name="T11" fmla="*/ 2147483647 h 220"/>
              <a:gd name="T12" fmla="*/ 2147483647 w 240"/>
              <a:gd name="T13" fmla="*/ 2147483647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0"/>
              <a:gd name="T22" fmla="*/ 0 h 220"/>
              <a:gd name="T23" fmla="*/ 240 w 240"/>
              <a:gd name="T24" fmla="*/ 220 h 22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0" h="220">
                <a:moveTo>
                  <a:pt x="117" y="220"/>
                </a:moveTo>
                <a:cubicBezTo>
                  <a:pt x="117" y="220"/>
                  <a:pt x="76" y="179"/>
                  <a:pt x="0" y="219"/>
                </a:cubicBezTo>
                <a:cubicBezTo>
                  <a:pt x="0" y="44"/>
                  <a:pt x="0" y="44"/>
                  <a:pt x="0" y="44"/>
                </a:cubicBezTo>
                <a:cubicBezTo>
                  <a:pt x="0" y="44"/>
                  <a:pt x="78" y="0"/>
                  <a:pt x="120" y="44"/>
                </a:cubicBezTo>
                <a:cubicBezTo>
                  <a:pt x="240" y="44"/>
                  <a:pt x="240" y="44"/>
                  <a:pt x="240" y="44"/>
                </a:cubicBezTo>
                <a:cubicBezTo>
                  <a:pt x="240" y="219"/>
                  <a:pt x="240" y="219"/>
                  <a:pt x="240" y="219"/>
                </a:cubicBezTo>
                <a:lnTo>
                  <a:pt x="117" y="220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92" name="Freeform 45"/>
          <p:cNvSpPr>
            <a:spLocks noEditPoints="1"/>
          </p:cNvSpPr>
          <p:nvPr>
            <p:custDataLst>
              <p:tags r:id="rId45"/>
            </p:custDataLst>
          </p:nvPr>
        </p:nvSpPr>
        <p:spPr bwMode="auto">
          <a:xfrm>
            <a:off x="5513278" y="2634582"/>
            <a:ext cx="639036" cy="529004"/>
          </a:xfrm>
          <a:custGeom>
            <a:avLst/>
            <a:gdLst>
              <a:gd name="T0" fmla="*/ 2147483647 w 293"/>
              <a:gd name="T1" fmla="*/ 2147483647 h 242"/>
              <a:gd name="T2" fmla="*/ 2147483647 w 293"/>
              <a:gd name="T3" fmla="*/ 2147483647 h 242"/>
              <a:gd name="T4" fmla="*/ 2147483647 w 293"/>
              <a:gd name="T5" fmla="*/ 2147483647 h 242"/>
              <a:gd name="T6" fmla="*/ 2147483647 w 293"/>
              <a:gd name="T7" fmla="*/ 2147483647 h 242"/>
              <a:gd name="T8" fmla="*/ 2147483647 w 293"/>
              <a:gd name="T9" fmla="*/ 2147483647 h 242"/>
              <a:gd name="T10" fmla="*/ 2147483647 w 293"/>
              <a:gd name="T11" fmla="*/ 2147483647 h 242"/>
              <a:gd name="T12" fmla="*/ 2147483647 w 293"/>
              <a:gd name="T13" fmla="*/ 2147483647 h 242"/>
              <a:gd name="T14" fmla="*/ 2147483647 w 293"/>
              <a:gd name="T15" fmla="*/ 2147483647 h 242"/>
              <a:gd name="T16" fmla="*/ 2147483647 w 293"/>
              <a:gd name="T17" fmla="*/ 0 h 242"/>
              <a:gd name="T18" fmla="*/ 2147483647 w 293"/>
              <a:gd name="T19" fmla="*/ 2147483647 h 242"/>
              <a:gd name="T20" fmla="*/ 2147483647 w 293"/>
              <a:gd name="T21" fmla="*/ 2147483647 h 242"/>
              <a:gd name="T22" fmla="*/ 2147483647 w 293"/>
              <a:gd name="T23" fmla="*/ 2147483647 h 242"/>
              <a:gd name="T24" fmla="*/ 2147483647 w 293"/>
              <a:gd name="T25" fmla="*/ 2147483647 h 242"/>
              <a:gd name="T26" fmla="*/ 2147483647 w 293"/>
              <a:gd name="T27" fmla="*/ 2147483647 h 242"/>
              <a:gd name="T28" fmla="*/ 2147483647 w 293"/>
              <a:gd name="T29" fmla="*/ 2147483647 h 242"/>
              <a:gd name="T30" fmla="*/ 2147483647 w 293"/>
              <a:gd name="T31" fmla="*/ 2147483647 h 242"/>
              <a:gd name="T32" fmla="*/ 2147483647 w 293"/>
              <a:gd name="T33" fmla="*/ 2147483647 h 242"/>
              <a:gd name="T34" fmla="*/ 2147483647 w 293"/>
              <a:gd name="T35" fmla="*/ 2147483647 h 242"/>
              <a:gd name="T36" fmla="*/ 2147483647 w 293"/>
              <a:gd name="T37" fmla="*/ 2147483647 h 242"/>
              <a:gd name="T38" fmla="*/ 2147483647 w 293"/>
              <a:gd name="T39" fmla="*/ 2147483647 h 242"/>
              <a:gd name="T40" fmla="*/ 2147483647 w 293"/>
              <a:gd name="T41" fmla="*/ 0 h 242"/>
              <a:gd name="T42" fmla="*/ 2147483647 w 293"/>
              <a:gd name="T43" fmla="*/ 2147483647 h 242"/>
              <a:gd name="T44" fmla="*/ 2147483647 w 293"/>
              <a:gd name="T45" fmla="*/ 0 h 242"/>
              <a:gd name="T46" fmla="*/ 0 w 293"/>
              <a:gd name="T47" fmla="*/ 2147483647 h 242"/>
              <a:gd name="T48" fmla="*/ 2147483647 w 293"/>
              <a:gd name="T49" fmla="*/ 2147483647 h 242"/>
              <a:gd name="T50" fmla="*/ 2147483647 w 293"/>
              <a:gd name="T51" fmla="*/ 2147483647 h 242"/>
              <a:gd name="T52" fmla="*/ 2147483647 w 293"/>
              <a:gd name="T53" fmla="*/ 2147483647 h 242"/>
              <a:gd name="T54" fmla="*/ 2147483647 w 293"/>
              <a:gd name="T55" fmla="*/ 2147483647 h 242"/>
              <a:gd name="T56" fmla="*/ 2147483647 w 293"/>
              <a:gd name="T57" fmla="*/ 2147483647 h 242"/>
              <a:gd name="T58" fmla="*/ 2147483647 w 293"/>
              <a:gd name="T59" fmla="*/ 2147483647 h 242"/>
              <a:gd name="T60" fmla="*/ 2147483647 w 293"/>
              <a:gd name="T61" fmla="*/ 2147483647 h 242"/>
              <a:gd name="T62" fmla="*/ 2147483647 w 293"/>
              <a:gd name="T63" fmla="*/ 2147483647 h 242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293"/>
              <a:gd name="T97" fmla="*/ 0 h 242"/>
              <a:gd name="T98" fmla="*/ 293 w 293"/>
              <a:gd name="T99" fmla="*/ 242 h 242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293" h="242">
                <a:moveTo>
                  <a:pt x="219" y="192"/>
                </a:moveTo>
                <a:cubicBezTo>
                  <a:pt x="199" y="192"/>
                  <a:pt x="199" y="192"/>
                  <a:pt x="199" y="192"/>
                </a:cubicBezTo>
                <a:cubicBezTo>
                  <a:pt x="199" y="205"/>
                  <a:pt x="199" y="205"/>
                  <a:pt x="199" y="205"/>
                </a:cubicBezTo>
                <a:cubicBezTo>
                  <a:pt x="219" y="205"/>
                  <a:pt x="219" y="205"/>
                  <a:pt x="219" y="205"/>
                </a:cubicBezTo>
                <a:cubicBezTo>
                  <a:pt x="221" y="205"/>
                  <a:pt x="223" y="207"/>
                  <a:pt x="223" y="209"/>
                </a:cubicBezTo>
                <a:cubicBezTo>
                  <a:pt x="223" y="212"/>
                  <a:pt x="221" y="214"/>
                  <a:pt x="219" y="214"/>
                </a:cubicBezTo>
                <a:cubicBezTo>
                  <a:pt x="219" y="214"/>
                  <a:pt x="219" y="214"/>
                  <a:pt x="219" y="214"/>
                </a:cubicBezTo>
                <a:cubicBezTo>
                  <a:pt x="199" y="214"/>
                  <a:pt x="199" y="214"/>
                  <a:pt x="199" y="214"/>
                </a:cubicBezTo>
                <a:cubicBezTo>
                  <a:pt x="199" y="242"/>
                  <a:pt x="199" y="242"/>
                  <a:pt x="199" y="242"/>
                </a:cubicBezTo>
                <a:cubicBezTo>
                  <a:pt x="219" y="242"/>
                  <a:pt x="219" y="242"/>
                  <a:pt x="219" y="242"/>
                </a:cubicBezTo>
                <a:cubicBezTo>
                  <a:pt x="232" y="242"/>
                  <a:pt x="242" y="232"/>
                  <a:pt x="242" y="219"/>
                </a:cubicBezTo>
                <a:cubicBezTo>
                  <a:pt x="242" y="216"/>
                  <a:pt x="242" y="216"/>
                  <a:pt x="242" y="216"/>
                </a:cubicBezTo>
                <a:cubicBezTo>
                  <a:pt x="242" y="203"/>
                  <a:pt x="232" y="192"/>
                  <a:pt x="219" y="192"/>
                </a:cubicBezTo>
                <a:close/>
                <a:moveTo>
                  <a:pt x="199" y="170"/>
                </a:moveTo>
                <a:cubicBezTo>
                  <a:pt x="269" y="170"/>
                  <a:pt x="269" y="170"/>
                  <a:pt x="269" y="170"/>
                </a:cubicBezTo>
                <a:cubicBezTo>
                  <a:pt x="282" y="170"/>
                  <a:pt x="293" y="160"/>
                  <a:pt x="293" y="147"/>
                </a:cubicBezTo>
                <a:cubicBezTo>
                  <a:pt x="293" y="24"/>
                  <a:pt x="293" y="24"/>
                  <a:pt x="293" y="24"/>
                </a:cubicBezTo>
                <a:cubicBezTo>
                  <a:pt x="293" y="11"/>
                  <a:pt x="282" y="0"/>
                  <a:pt x="269" y="0"/>
                </a:cubicBezTo>
                <a:cubicBezTo>
                  <a:pt x="199" y="0"/>
                  <a:pt x="199" y="0"/>
                  <a:pt x="199" y="0"/>
                </a:cubicBezTo>
                <a:cubicBezTo>
                  <a:pt x="199" y="16"/>
                  <a:pt x="199" y="16"/>
                  <a:pt x="199" y="16"/>
                </a:cubicBezTo>
                <a:cubicBezTo>
                  <a:pt x="256" y="16"/>
                  <a:pt x="256" y="16"/>
                  <a:pt x="256" y="16"/>
                </a:cubicBezTo>
                <a:cubicBezTo>
                  <a:pt x="267" y="16"/>
                  <a:pt x="275" y="24"/>
                  <a:pt x="275" y="35"/>
                </a:cubicBezTo>
                <a:cubicBezTo>
                  <a:pt x="275" y="135"/>
                  <a:pt x="275" y="135"/>
                  <a:pt x="275" y="135"/>
                </a:cubicBezTo>
                <a:cubicBezTo>
                  <a:pt x="275" y="146"/>
                  <a:pt x="267" y="154"/>
                  <a:pt x="256" y="154"/>
                </a:cubicBezTo>
                <a:cubicBezTo>
                  <a:pt x="199" y="154"/>
                  <a:pt x="199" y="154"/>
                  <a:pt x="199" y="154"/>
                </a:cubicBezTo>
                <a:lnTo>
                  <a:pt x="199" y="170"/>
                </a:lnTo>
                <a:close/>
                <a:moveTo>
                  <a:pt x="199" y="192"/>
                </a:moveTo>
                <a:cubicBezTo>
                  <a:pt x="175" y="192"/>
                  <a:pt x="175" y="192"/>
                  <a:pt x="175" y="192"/>
                </a:cubicBezTo>
                <a:cubicBezTo>
                  <a:pt x="175" y="170"/>
                  <a:pt x="175" y="170"/>
                  <a:pt x="175" y="170"/>
                </a:cubicBezTo>
                <a:cubicBezTo>
                  <a:pt x="199" y="170"/>
                  <a:pt x="199" y="170"/>
                  <a:pt x="199" y="170"/>
                </a:cubicBezTo>
                <a:cubicBezTo>
                  <a:pt x="199" y="154"/>
                  <a:pt x="199" y="154"/>
                  <a:pt x="199" y="154"/>
                </a:cubicBezTo>
                <a:cubicBezTo>
                  <a:pt x="146" y="154"/>
                  <a:pt x="146" y="154"/>
                  <a:pt x="146" y="154"/>
                </a:cubicBezTo>
                <a:cubicBezTo>
                  <a:pt x="146" y="242"/>
                  <a:pt x="146" y="242"/>
                  <a:pt x="146" y="242"/>
                </a:cubicBezTo>
                <a:cubicBezTo>
                  <a:pt x="199" y="242"/>
                  <a:pt x="199" y="242"/>
                  <a:pt x="199" y="242"/>
                </a:cubicBezTo>
                <a:cubicBezTo>
                  <a:pt x="199" y="214"/>
                  <a:pt x="199" y="214"/>
                  <a:pt x="199" y="214"/>
                </a:cubicBezTo>
                <a:cubicBezTo>
                  <a:pt x="179" y="214"/>
                  <a:pt x="179" y="214"/>
                  <a:pt x="179" y="214"/>
                </a:cubicBezTo>
                <a:cubicBezTo>
                  <a:pt x="177" y="214"/>
                  <a:pt x="175" y="212"/>
                  <a:pt x="175" y="209"/>
                </a:cubicBezTo>
                <a:cubicBezTo>
                  <a:pt x="175" y="207"/>
                  <a:pt x="177" y="205"/>
                  <a:pt x="179" y="205"/>
                </a:cubicBezTo>
                <a:cubicBezTo>
                  <a:pt x="199" y="205"/>
                  <a:pt x="199" y="205"/>
                  <a:pt x="199" y="205"/>
                </a:cubicBezTo>
                <a:cubicBezTo>
                  <a:pt x="199" y="192"/>
                  <a:pt x="199" y="192"/>
                  <a:pt x="199" y="192"/>
                </a:cubicBezTo>
                <a:close/>
                <a:moveTo>
                  <a:pt x="199" y="0"/>
                </a:moveTo>
                <a:cubicBezTo>
                  <a:pt x="146" y="0"/>
                  <a:pt x="146" y="0"/>
                  <a:pt x="146" y="0"/>
                </a:cubicBezTo>
                <a:cubicBezTo>
                  <a:pt x="146" y="16"/>
                  <a:pt x="146" y="16"/>
                  <a:pt x="146" y="16"/>
                </a:cubicBezTo>
                <a:cubicBezTo>
                  <a:pt x="199" y="16"/>
                  <a:pt x="199" y="16"/>
                  <a:pt x="199" y="16"/>
                </a:cubicBezTo>
                <a:lnTo>
                  <a:pt x="199" y="0"/>
                </a:lnTo>
                <a:close/>
                <a:moveTo>
                  <a:pt x="146" y="0"/>
                </a:moveTo>
                <a:cubicBezTo>
                  <a:pt x="23" y="0"/>
                  <a:pt x="23" y="0"/>
                  <a:pt x="23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47"/>
                  <a:pt x="0" y="147"/>
                  <a:pt x="0" y="147"/>
                </a:cubicBezTo>
                <a:cubicBezTo>
                  <a:pt x="0" y="160"/>
                  <a:pt x="10" y="170"/>
                  <a:pt x="23" y="170"/>
                </a:cubicBezTo>
                <a:cubicBezTo>
                  <a:pt x="117" y="170"/>
                  <a:pt x="117" y="170"/>
                  <a:pt x="117" y="170"/>
                </a:cubicBezTo>
                <a:cubicBezTo>
                  <a:pt x="117" y="192"/>
                  <a:pt x="117" y="192"/>
                  <a:pt x="117" y="192"/>
                </a:cubicBezTo>
                <a:cubicBezTo>
                  <a:pt x="75" y="192"/>
                  <a:pt x="75" y="192"/>
                  <a:pt x="75" y="192"/>
                </a:cubicBezTo>
                <a:cubicBezTo>
                  <a:pt x="62" y="192"/>
                  <a:pt x="52" y="203"/>
                  <a:pt x="52" y="216"/>
                </a:cubicBezTo>
                <a:cubicBezTo>
                  <a:pt x="52" y="219"/>
                  <a:pt x="52" y="219"/>
                  <a:pt x="52" y="219"/>
                </a:cubicBezTo>
                <a:cubicBezTo>
                  <a:pt x="52" y="232"/>
                  <a:pt x="62" y="242"/>
                  <a:pt x="75" y="242"/>
                </a:cubicBezTo>
                <a:cubicBezTo>
                  <a:pt x="146" y="242"/>
                  <a:pt x="146" y="242"/>
                  <a:pt x="146" y="242"/>
                </a:cubicBezTo>
                <a:cubicBezTo>
                  <a:pt x="146" y="154"/>
                  <a:pt x="146" y="154"/>
                  <a:pt x="146" y="154"/>
                </a:cubicBezTo>
                <a:cubicBezTo>
                  <a:pt x="37" y="154"/>
                  <a:pt x="37" y="154"/>
                  <a:pt x="37" y="154"/>
                </a:cubicBezTo>
                <a:cubicBezTo>
                  <a:pt x="37" y="154"/>
                  <a:pt x="37" y="154"/>
                  <a:pt x="37" y="154"/>
                </a:cubicBezTo>
                <a:cubicBezTo>
                  <a:pt x="26" y="154"/>
                  <a:pt x="17" y="146"/>
                  <a:pt x="17" y="135"/>
                </a:cubicBezTo>
                <a:cubicBezTo>
                  <a:pt x="17" y="35"/>
                  <a:pt x="17" y="35"/>
                  <a:pt x="17" y="35"/>
                </a:cubicBezTo>
                <a:cubicBezTo>
                  <a:pt x="17" y="24"/>
                  <a:pt x="26" y="16"/>
                  <a:pt x="37" y="16"/>
                </a:cubicBezTo>
                <a:cubicBezTo>
                  <a:pt x="146" y="16"/>
                  <a:pt x="146" y="16"/>
                  <a:pt x="146" y="16"/>
                </a:cubicBezTo>
                <a:lnTo>
                  <a:pt x="146" y="0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93" name="Freeform 46"/>
          <p:cNvSpPr>
            <a:spLocks noEditPoints="1"/>
          </p:cNvSpPr>
          <p:nvPr>
            <p:custDataLst>
              <p:tags r:id="rId46"/>
            </p:custDataLst>
          </p:nvPr>
        </p:nvSpPr>
        <p:spPr bwMode="auto">
          <a:xfrm>
            <a:off x="6641113" y="1582922"/>
            <a:ext cx="818897" cy="954323"/>
          </a:xfrm>
          <a:custGeom>
            <a:avLst/>
            <a:gdLst>
              <a:gd name="T0" fmla="*/ 2147483647 w 376"/>
              <a:gd name="T1" fmla="*/ 2147483647 h 438"/>
              <a:gd name="T2" fmla="*/ 2147483647 w 376"/>
              <a:gd name="T3" fmla="*/ 2147483647 h 438"/>
              <a:gd name="T4" fmla="*/ 2147483647 w 376"/>
              <a:gd name="T5" fmla="*/ 2147483647 h 438"/>
              <a:gd name="T6" fmla="*/ 2147483647 w 376"/>
              <a:gd name="T7" fmla="*/ 2147483647 h 438"/>
              <a:gd name="T8" fmla="*/ 2147483647 w 376"/>
              <a:gd name="T9" fmla="*/ 2147483647 h 438"/>
              <a:gd name="T10" fmla="*/ 2147483647 w 376"/>
              <a:gd name="T11" fmla="*/ 2147483647 h 438"/>
              <a:gd name="T12" fmla="*/ 2147483647 w 376"/>
              <a:gd name="T13" fmla="*/ 2147483647 h 438"/>
              <a:gd name="T14" fmla="*/ 2147483647 w 376"/>
              <a:gd name="T15" fmla="*/ 2147483647 h 438"/>
              <a:gd name="T16" fmla="*/ 2147483647 w 376"/>
              <a:gd name="T17" fmla="*/ 2147483647 h 438"/>
              <a:gd name="T18" fmla="*/ 2147483647 w 376"/>
              <a:gd name="T19" fmla="*/ 2147483647 h 438"/>
              <a:gd name="T20" fmla="*/ 2147483647 w 376"/>
              <a:gd name="T21" fmla="*/ 2147483647 h 438"/>
              <a:gd name="T22" fmla="*/ 2147483647 w 376"/>
              <a:gd name="T23" fmla="*/ 2147483647 h 438"/>
              <a:gd name="T24" fmla="*/ 2147483647 w 376"/>
              <a:gd name="T25" fmla="*/ 2147483647 h 438"/>
              <a:gd name="T26" fmla="*/ 2147483647 w 376"/>
              <a:gd name="T27" fmla="*/ 2147483647 h 438"/>
              <a:gd name="T28" fmla="*/ 2147483647 w 376"/>
              <a:gd name="T29" fmla="*/ 2147483647 h 438"/>
              <a:gd name="T30" fmla="*/ 2147483647 w 376"/>
              <a:gd name="T31" fmla="*/ 2147483647 h 438"/>
              <a:gd name="T32" fmla="*/ 2147483647 w 376"/>
              <a:gd name="T33" fmla="*/ 2147483647 h 438"/>
              <a:gd name="T34" fmla="*/ 2147483647 w 376"/>
              <a:gd name="T35" fmla="*/ 2147483647 h 438"/>
              <a:gd name="T36" fmla="*/ 2147483647 w 376"/>
              <a:gd name="T37" fmla="*/ 2147483647 h 438"/>
              <a:gd name="T38" fmla="*/ 2147483647 w 376"/>
              <a:gd name="T39" fmla="*/ 2147483647 h 438"/>
              <a:gd name="T40" fmla="*/ 2147483647 w 376"/>
              <a:gd name="T41" fmla="*/ 2147483647 h 438"/>
              <a:gd name="T42" fmla="*/ 2147483647 w 376"/>
              <a:gd name="T43" fmla="*/ 2147483647 h 438"/>
              <a:gd name="T44" fmla="*/ 2147483647 w 376"/>
              <a:gd name="T45" fmla="*/ 2147483647 h 438"/>
              <a:gd name="T46" fmla="*/ 2147483647 w 376"/>
              <a:gd name="T47" fmla="*/ 2147483647 h 438"/>
              <a:gd name="T48" fmla="*/ 2147483647 w 376"/>
              <a:gd name="T49" fmla="*/ 2147483647 h 438"/>
              <a:gd name="T50" fmla="*/ 2147483647 w 376"/>
              <a:gd name="T51" fmla="*/ 2147483647 h 438"/>
              <a:gd name="T52" fmla="*/ 2147483647 w 376"/>
              <a:gd name="T53" fmla="*/ 2147483647 h 438"/>
              <a:gd name="T54" fmla="*/ 2147483647 w 376"/>
              <a:gd name="T55" fmla="*/ 2147483647 h 438"/>
              <a:gd name="T56" fmla="*/ 2147483647 w 376"/>
              <a:gd name="T57" fmla="*/ 2147483647 h 438"/>
              <a:gd name="T58" fmla="*/ 2147483647 w 376"/>
              <a:gd name="T59" fmla="*/ 2147483647 h 438"/>
              <a:gd name="T60" fmla="*/ 2147483647 w 376"/>
              <a:gd name="T61" fmla="*/ 2147483647 h 438"/>
              <a:gd name="T62" fmla="*/ 2147483647 w 376"/>
              <a:gd name="T63" fmla="*/ 2147483647 h 438"/>
              <a:gd name="T64" fmla="*/ 2147483647 w 376"/>
              <a:gd name="T65" fmla="*/ 2147483647 h 438"/>
              <a:gd name="T66" fmla="*/ 2147483647 w 376"/>
              <a:gd name="T67" fmla="*/ 2147483647 h 438"/>
              <a:gd name="T68" fmla="*/ 2147483647 w 376"/>
              <a:gd name="T69" fmla="*/ 2147483647 h 438"/>
              <a:gd name="T70" fmla="*/ 2147483647 w 376"/>
              <a:gd name="T71" fmla="*/ 2147483647 h 438"/>
              <a:gd name="T72" fmla="*/ 2147483647 w 376"/>
              <a:gd name="T73" fmla="*/ 2147483647 h 438"/>
              <a:gd name="T74" fmla="*/ 2147483647 w 376"/>
              <a:gd name="T75" fmla="*/ 2147483647 h 438"/>
              <a:gd name="T76" fmla="*/ 0 w 376"/>
              <a:gd name="T77" fmla="*/ 2147483647 h 438"/>
              <a:gd name="T78" fmla="*/ 2147483647 w 376"/>
              <a:gd name="T79" fmla="*/ 2147483647 h 438"/>
              <a:gd name="T80" fmla="*/ 2147483647 w 376"/>
              <a:gd name="T81" fmla="*/ 2147483647 h 438"/>
              <a:gd name="T82" fmla="*/ 2147483647 w 376"/>
              <a:gd name="T83" fmla="*/ 2147483647 h 438"/>
              <a:gd name="T84" fmla="*/ 2147483647 w 376"/>
              <a:gd name="T85" fmla="*/ 0 h 438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376"/>
              <a:gd name="T130" fmla="*/ 0 h 438"/>
              <a:gd name="T131" fmla="*/ 376 w 376"/>
              <a:gd name="T132" fmla="*/ 438 h 438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376" h="438">
                <a:moveTo>
                  <a:pt x="324" y="106"/>
                </a:moveTo>
                <a:cubicBezTo>
                  <a:pt x="376" y="43"/>
                  <a:pt x="376" y="43"/>
                  <a:pt x="376" y="43"/>
                </a:cubicBezTo>
                <a:cubicBezTo>
                  <a:pt x="324" y="1"/>
                  <a:pt x="324" y="1"/>
                  <a:pt x="324" y="1"/>
                </a:cubicBezTo>
                <a:cubicBezTo>
                  <a:pt x="324" y="32"/>
                  <a:pt x="324" y="32"/>
                  <a:pt x="324" y="32"/>
                </a:cubicBezTo>
                <a:cubicBezTo>
                  <a:pt x="327" y="32"/>
                  <a:pt x="330" y="33"/>
                  <a:pt x="332" y="35"/>
                </a:cubicBezTo>
                <a:cubicBezTo>
                  <a:pt x="338" y="40"/>
                  <a:pt x="339" y="49"/>
                  <a:pt x="334" y="54"/>
                </a:cubicBezTo>
                <a:cubicBezTo>
                  <a:pt x="334" y="54"/>
                  <a:pt x="334" y="54"/>
                  <a:pt x="334" y="54"/>
                </a:cubicBezTo>
                <a:cubicBezTo>
                  <a:pt x="332" y="57"/>
                  <a:pt x="328" y="59"/>
                  <a:pt x="324" y="59"/>
                </a:cubicBezTo>
                <a:lnTo>
                  <a:pt x="324" y="106"/>
                </a:lnTo>
                <a:close/>
                <a:moveTo>
                  <a:pt x="272" y="63"/>
                </a:moveTo>
                <a:cubicBezTo>
                  <a:pt x="308" y="92"/>
                  <a:pt x="308" y="92"/>
                  <a:pt x="308" y="92"/>
                </a:cubicBezTo>
                <a:cubicBezTo>
                  <a:pt x="304" y="98"/>
                  <a:pt x="304" y="98"/>
                  <a:pt x="304" y="98"/>
                </a:cubicBezTo>
                <a:cubicBezTo>
                  <a:pt x="267" y="68"/>
                  <a:pt x="267" y="68"/>
                  <a:pt x="267" y="68"/>
                </a:cubicBezTo>
                <a:cubicBezTo>
                  <a:pt x="256" y="81"/>
                  <a:pt x="256" y="81"/>
                  <a:pt x="256" y="81"/>
                </a:cubicBezTo>
                <a:cubicBezTo>
                  <a:pt x="276" y="97"/>
                  <a:pt x="276" y="97"/>
                  <a:pt x="276" y="97"/>
                </a:cubicBezTo>
                <a:cubicBezTo>
                  <a:pt x="271" y="103"/>
                  <a:pt x="271" y="103"/>
                  <a:pt x="271" y="103"/>
                </a:cubicBezTo>
                <a:cubicBezTo>
                  <a:pt x="252" y="87"/>
                  <a:pt x="252" y="87"/>
                  <a:pt x="252" y="87"/>
                </a:cubicBezTo>
                <a:cubicBezTo>
                  <a:pt x="241" y="100"/>
                  <a:pt x="241" y="100"/>
                  <a:pt x="241" y="100"/>
                </a:cubicBezTo>
                <a:cubicBezTo>
                  <a:pt x="260" y="116"/>
                  <a:pt x="260" y="116"/>
                  <a:pt x="260" y="116"/>
                </a:cubicBezTo>
                <a:cubicBezTo>
                  <a:pt x="256" y="122"/>
                  <a:pt x="256" y="122"/>
                  <a:pt x="256" y="122"/>
                </a:cubicBezTo>
                <a:cubicBezTo>
                  <a:pt x="236" y="106"/>
                  <a:pt x="236" y="106"/>
                  <a:pt x="236" y="106"/>
                </a:cubicBezTo>
                <a:cubicBezTo>
                  <a:pt x="226" y="119"/>
                  <a:pt x="226" y="119"/>
                  <a:pt x="226" y="119"/>
                </a:cubicBezTo>
                <a:cubicBezTo>
                  <a:pt x="245" y="135"/>
                  <a:pt x="245" y="135"/>
                  <a:pt x="245" y="135"/>
                </a:cubicBezTo>
                <a:cubicBezTo>
                  <a:pt x="240" y="140"/>
                  <a:pt x="240" y="140"/>
                  <a:pt x="240" y="140"/>
                </a:cubicBezTo>
                <a:cubicBezTo>
                  <a:pt x="221" y="125"/>
                  <a:pt x="221" y="125"/>
                  <a:pt x="221" y="125"/>
                </a:cubicBezTo>
                <a:cubicBezTo>
                  <a:pt x="210" y="138"/>
                  <a:pt x="210" y="138"/>
                  <a:pt x="210" y="138"/>
                </a:cubicBezTo>
                <a:cubicBezTo>
                  <a:pt x="247" y="167"/>
                  <a:pt x="247" y="167"/>
                  <a:pt x="247" y="167"/>
                </a:cubicBezTo>
                <a:cubicBezTo>
                  <a:pt x="242" y="173"/>
                  <a:pt x="242" y="173"/>
                  <a:pt x="242" y="173"/>
                </a:cubicBezTo>
                <a:cubicBezTo>
                  <a:pt x="206" y="143"/>
                  <a:pt x="206" y="143"/>
                  <a:pt x="206" y="143"/>
                </a:cubicBezTo>
                <a:cubicBezTo>
                  <a:pt x="195" y="156"/>
                  <a:pt x="195" y="156"/>
                  <a:pt x="195" y="156"/>
                </a:cubicBezTo>
                <a:cubicBezTo>
                  <a:pt x="214" y="172"/>
                  <a:pt x="214" y="172"/>
                  <a:pt x="214" y="172"/>
                </a:cubicBezTo>
                <a:cubicBezTo>
                  <a:pt x="210" y="178"/>
                  <a:pt x="210" y="178"/>
                  <a:pt x="210" y="178"/>
                </a:cubicBezTo>
                <a:cubicBezTo>
                  <a:pt x="190" y="162"/>
                  <a:pt x="190" y="162"/>
                  <a:pt x="190" y="162"/>
                </a:cubicBezTo>
                <a:cubicBezTo>
                  <a:pt x="180" y="175"/>
                  <a:pt x="180" y="175"/>
                  <a:pt x="180" y="175"/>
                </a:cubicBezTo>
                <a:cubicBezTo>
                  <a:pt x="199" y="191"/>
                  <a:pt x="199" y="191"/>
                  <a:pt x="199" y="191"/>
                </a:cubicBezTo>
                <a:cubicBezTo>
                  <a:pt x="194" y="197"/>
                  <a:pt x="194" y="197"/>
                  <a:pt x="194" y="197"/>
                </a:cubicBezTo>
                <a:cubicBezTo>
                  <a:pt x="175" y="181"/>
                  <a:pt x="175" y="181"/>
                  <a:pt x="175" y="181"/>
                </a:cubicBezTo>
                <a:cubicBezTo>
                  <a:pt x="164" y="194"/>
                  <a:pt x="164" y="194"/>
                  <a:pt x="164" y="194"/>
                </a:cubicBezTo>
                <a:cubicBezTo>
                  <a:pt x="184" y="210"/>
                  <a:pt x="184" y="210"/>
                  <a:pt x="184" y="210"/>
                </a:cubicBezTo>
                <a:cubicBezTo>
                  <a:pt x="179" y="215"/>
                  <a:pt x="179" y="215"/>
                  <a:pt x="179" y="215"/>
                </a:cubicBezTo>
                <a:cubicBezTo>
                  <a:pt x="160" y="200"/>
                  <a:pt x="160" y="200"/>
                  <a:pt x="160" y="200"/>
                </a:cubicBezTo>
                <a:cubicBezTo>
                  <a:pt x="149" y="213"/>
                  <a:pt x="149" y="213"/>
                  <a:pt x="149" y="213"/>
                </a:cubicBezTo>
                <a:cubicBezTo>
                  <a:pt x="185" y="243"/>
                  <a:pt x="185" y="243"/>
                  <a:pt x="185" y="243"/>
                </a:cubicBezTo>
                <a:cubicBezTo>
                  <a:pt x="181" y="248"/>
                  <a:pt x="181" y="248"/>
                  <a:pt x="181" y="248"/>
                </a:cubicBezTo>
                <a:cubicBezTo>
                  <a:pt x="144" y="218"/>
                  <a:pt x="144" y="218"/>
                  <a:pt x="144" y="218"/>
                </a:cubicBezTo>
                <a:cubicBezTo>
                  <a:pt x="134" y="232"/>
                  <a:pt x="134" y="232"/>
                  <a:pt x="134" y="232"/>
                </a:cubicBezTo>
                <a:cubicBezTo>
                  <a:pt x="153" y="247"/>
                  <a:pt x="153" y="247"/>
                  <a:pt x="153" y="247"/>
                </a:cubicBezTo>
                <a:cubicBezTo>
                  <a:pt x="148" y="253"/>
                  <a:pt x="148" y="253"/>
                  <a:pt x="148" y="253"/>
                </a:cubicBezTo>
                <a:cubicBezTo>
                  <a:pt x="129" y="237"/>
                  <a:pt x="129" y="237"/>
                  <a:pt x="129" y="237"/>
                </a:cubicBezTo>
                <a:cubicBezTo>
                  <a:pt x="118" y="250"/>
                  <a:pt x="118" y="250"/>
                  <a:pt x="118" y="250"/>
                </a:cubicBezTo>
                <a:cubicBezTo>
                  <a:pt x="137" y="266"/>
                  <a:pt x="137" y="266"/>
                  <a:pt x="137" y="266"/>
                </a:cubicBezTo>
                <a:cubicBezTo>
                  <a:pt x="133" y="272"/>
                  <a:pt x="133" y="272"/>
                  <a:pt x="133" y="272"/>
                </a:cubicBezTo>
                <a:cubicBezTo>
                  <a:pt x="114" y="256"/>
                  <a:pt x="114" y="256"/>
                  <a:pt x="114" y="256"/>
                </a:cubicBezTo>
                <a:cubicBezTo>
                  <a:pt x="103" y="269"/>
                  <a:pt x="103" y="269"/>
                  <a:pt x="103" y="269"/>
                </a:cubicBezTo>
                <a:cubicBezTo>
                  <a:pt x="122" y="285"/>
                  <a:pt x="122" y="285"/>
                  <a:pt x="122" y="285"/>
                </a:cubicBezTo>
                <a:cubicBezTo>
                  <a:pt x="117" y="290"/>
                  <a:pt x="117" y="290"/>
                  <a:pt x="117" y="290"/>
                </a:cubicBezTo>
                <a:cubicBezTo>
                  <a:pt x="98" y="275"/>
                  <a:pt x="98" y="275"/>
                  <a:pt x="98" y="275"/>
                </a:cubicBezTo>
                <a:cubicBezTo>
                  <a:pt x="88" y="288"/>
                  <a:pt x="88" y="288"/>
                  <a:pt x="88" y="288"/>
                </a:cubicBezTo>
                <a:cubicBezTo>
                  <a:pt x="124" y="318"/>
                  <a:pt x="124" y="318"/>
                  <a:pt x="124" y="318"/>
                </a:cubicBezTo>
                <a:cubicBezTo>
                  <a:pt x="119" y="323"/>
                  <a:pt x="119" y="323"/>
                  <a:pt x="119" y="323"/>
                </a:cubicBezTo>
                <a:cubicBezTo>
                  <a:pt x="83" y="294"/>
                  <a:pt x="83" y="294"/>
                  <a:pt x="83" y="294"/>
                </a:cubicBezTo>
                <a:cubicBezTo>
                  <a:pt x="72" y="307"/>
                  <a:pt x="72" y="307"/>
                  <a:pt x="72" y="307"/>
                </a:cubicBezTo>
                <a:cubicBezTo>
                  <a:pt x="91" y="322"/>
                  <a:pt x="91" y="322"/>
                  <a:pt x="91" y="322"/>
                </a:cubicBezTo>
                <a:cubicBezTo>
                  <a:pt x="87" y="328"/>
                  <a:pt x="87" y="328"/>
                  <a:pt x="87" y="328"/>
                </a:cubicBezTo>
                <a:cubicBezTo>
                  <a:pt x="68" y="312"/>
                  <a:pt x="68" y="312"/>
                  <a:pt x="68" y="312"/>
                </a:cubicBezTo>
                <a:cubicBezTo>
                  <a:pt x="57" y="325"/>
                  <a:pt x="57" y="325"/>
                  <a:pt x="57" y="325"/>
                </a:cubicBezTo>
                <a:cubicBezTo>
                  <a:pt x="76" y="341"/>
                  <a:pt x="76" y="341"/>
                  <a:pt x="76" y="341"/>
                </a:cubicBezTo>
                <a:cubicBezTo>
                  <a:pt x="71" y="347"/>
                  <a:pt x="71" y="347"/>
                  <a:pt x="71" y="347"/>
                </a:cubicBezTo>
                <a:cubicBezTo>
                  <a:pt x="52" y="331"/>
                  <a:pt x="52" y="331"/>
                  <a:pt x="52" y="331"/>
                </a:cubicBezTo>
                <a:cubicBezTo>
                  <a:pt x="42" y="344"/>
                  <a:pt x="42" y="344"/>
                  <a:pt x="42" y="344"/>
                </a:cubicBezTo>
                <a:cubicBezTo>
                  <a:pt x="61" y="360"/>
                  <a:pt x="61" y="360"/>
                  <a:pt x="61" y="360"/>
                </a:cubicBezTo>
                <a:cubicBezTo>
                  <a:pt x="56" y="366"/>
                  <a:pt x="56" y="366"/>
                  <a:pt x="56" y="366"/>
                </a:cubicBezTo>
                <a:cubicBezTo>
                  <a:pt x="37" y="350"/>
                  <a:pt x="37" y="350"/>
                  <a:pt x="37" y="350"/>
                </a:cubicBezTo>
                <a:cubicBezTo>
                  <a:pt x="26" y="363"/>
                  <a:pt x="26" y="363"/>
                  <a:pt x="26" y="363"/>
                </a:cubicBezTo>
                <a:cubicBezTo>
                  <a:pt x="63" y="393"/>
                  <a:pt x="63" y="393"/>
                  <a:pt x="63" y="393"/>
                </a:cubicBezTo>
                <a:cubicBezTo>
                  <a:pt x="58" y="398"/>
                  <a:pt x="58" y="398"/>
                  <a:pt x="58" y="398"/>
                </a:cubicBezTo>
                <a:cubicBezTo>
                  <a:pt x="22" y="369"/>
                  <a:pt x="22" y="369"/>
                  <a:pt x="22" y="369"/>
                </a:cubicBezTo>
                <a:cubicBezTo>
                  <a:pt x="0" y="395"/>
                  <a:pt x="0" y="395"/>
                  <a:pt x="0" y="395"/>
                </a:cubicBezTo>
                <a:cubicBezTo>
                  <a:pt x="53" y="438"/>
                  <a:pt x="53" y="438"/>
                  <a:pt x="53" y="438"/>
                </a:cubicBezTo>
                <a:cubicBezTo>
                  <a:pt x="324" y="106"/>
                  <a:pt x="324" y="106"/>
                  <a:pt x="324" y="106"/>
                </a:cubicBezTo>
                <a:cubicBezTo>
                  <a:pt x="324" y="59"/>
                  <a:pt x="324" y="59"/>
                  <a:pt x="324" y="59"/>
                </a:cubicBezTo>
                <a:cubicBezTo>
                  <a:pt x="321" y="59"/>
                  <a:pt x="318" y="58"/>
                  <a:pt x="316" y="56"/>
                </a:cubicBezTo>
                <a:cubicBezTo>
                  <a:pt x="310" y="51"/>
                  <a:pt x="309" y="43"/>
                  <a:pt x="314" y="37"/>
                </a:cubicBezTo>
                <a:cubicBezTo>
                  <a:pt x="316" y="34"/>
                  <a:pt x="320" y="32"/>
                  <a:pt x="324" y="32"/>
                </a:cubicBezTo>
                <a:cubicBezTo>
                  <a:pt x="324" y="1"/>
                  <a:pt x="324" y="1"/>
                  <a:pt x="324" y="1"/>
                </a:cubicBezTo>
                <a:cubicBezTo>
                  <a:pt x="323" y="0"/>
                  <a:pt x="323" y="0"/>
                  <a:pt x="323" y="0"/>
                </a:cubicBezTo>
                <a:lnTo>
                  <a:pt x="272" y="63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94" name="Freeform 47"/>
          <p:cNvSpPr>
            <a:spLocks noEditPoints="1"/>
          </p:cNvSpPr>
          <p:nvPr>
            <p:custDataLst>
              <p:tags r:id="rId47"/>
            </p:custDataLst>
          </p:nvPr>
        </p:nvSpPr>
        <p:spPr bwMode="auto">
          <a:xfrm>
            <a:off x="7261104" y="1862236"/>
            <a:ext cx="355491" cy="694052"/>
          </a:xfrm>
          <a:custGeom>
            <a:avLst/>
            <a:gdLst>
              <a:gd name="T0" fmla="*/ 2147483647 w 162"/>
              <a:gd name="T1" fmla="*/ 2147483647 h 319"/>
              <a:gd name="T2" fmla="*/ 2147483647 w 162"/>
              <a:gd name="T3" fmla="*/ 2147483647 h 319"/>
              <a:gd name="T4" fmla="*/ 2147483647 w 162"/>
              <a:gd name="T5" fmla="*/ 2147483647 h 319"/>
              <a:gd name="T6" fmla="*/ 2147483647 w 162"/>
              <a:gd name="T7" fmla="*/ 2147483647 h 319"/>
              <a:gd name="T8" fmla="*/ 2147483647 w 162"/>
              <a:gd name="T9" fmla="*/ 2147483647 h 319"/>
              <a:gd name="T10" fmla="*/ 2147483647 w 162"/>
              <a:gd name="T11" fmla="*/ 2147483647 h 319"/>
              <a:gd name="T12" fmla="*/ 2147483647 w 162"/>
              <a:gd name="T13" fmla="*/ 2147483647 h 319"/>
              <a:gd name="T14" fmla="*/ 2147483647 w 162"/>
              <a:gd name="T15" fmla="*/ 2147483647 h 319"/>
              <a:gd name="T16" fmla="*/ 2147483647 w 162"/>
              <a:gd name="T17" fmla="*/ 2147483647 h 319"/>
              <a:gd name="T18" fmla="*/ 2147483647 w 162"/>
              <a:gd name="T19" fmla="*/ 2147483647 h 319"/>
              <a:gd name="T20" fmla="*/ 2147483647 w 162"/>
              <a:gd name="T21" fmla="*/ 2147483647 h 319"/>
              <a:gd name="T22" fmla="*/ 2147483647 w 162"/>
              <a:gd name="T23" fmla="*/ 2147483647 h 319"/>
              <a:gd name="T24" fmla="*/ 2147483647 w 162"/>
              <a:gd name="T25" fmla="*/ 2147483647 h 319"/>
              <a:gd name="T26" fmla="*/ 2147483647 w 162"/>
              <a:gd name="T27" fmla="*/ 2147483647 h 319"/>
              <a:gd name="T28" fmla="*/ 2147483647 w 162"/>
              <a:gd name="T29" fmla="*/ 2147483647 h 319"/>
              <a:gd name="T30" fmla="*/ 2147483647 w 162"/>
              <a:gd name="T31" fmla="*/ 2147483647 h 319"/>
              <a:gd name="T32" fmla="*/ 2147483647 w 162"/>
              <a:gd name="T33" fmla="*/ 2147483647 h 319"/>
              <a:gd name="T34" fmla="*/ 2147483647 w 162"/>
              <a:gd name="T35" fmla="*/ 2147483647 h 319"/>
              <a:gd name="T36" fmla="*/ 2147483647 w 162"/>
              <a:gd name="T37" fmla="*/ 2147483647 h 319"/>
              <a:gd name="T38" fmla="*/ 2147483647 w 162"/>
              <a:gd name="T39" fmla="*/ 2147483647 h 319"/>
              <a:gd name="T40" fmla="*/ 2147483647 w 162"/>
              <a:gd name="T41" fmla="*/ 2147483647 h 319"/>
              <a:gd name="T42" fmla="*/ 2147483647 w 162"/>
              <a:gd name="T43" fmla="*/ 2147483647 h 319"/>
              <a:gd name="T44" fmla="*/ 2147483647 w 162"/>
              <a:gd name="T45" fmla="*/ 2147483647 h 319"/>
              <a:gd name="T46" fmla="*/ 2147483647 w 162"/>
              <a:gd name="T47" fmla="*/ 2147483647 h 319"/>
              <a:gd name="T48" fmla="*/ 2147483647 w 162"/>
              <a:gd name="T49" fmla="*/ 2147483647 h 319"/>
              <a:gd name="T50" fmla="*/ 2147483647 w 162"/>
              <a:gd name="T51" fmla="*/ 2147483647 h 319"/>
              <a:gd name="T52" fmla="*/ 2147483647 w 162"/>
              <a:gd name="T53" fmla="*/ 2147483647 h 319"/>
              <a:gd name="T54" fmla="*/ 2147483647 w 162"/>
              <a:gd name="T55" fmla="*/ 2147483647 h 319"/>
              <a:gd name="T56" fmla="*/ 2147483647 w 162"/>
              <a:gd name="T57" fmla="*/ 2147483647 h 319"/>
              <a:gd name="T58" fmla="*/ 2147483647 w 162"/>
              <a:gd name="T59" fmla="*/ 2147483647 h 319"/>
              <a:gd name="T60" fmla="*/ 2147483647 w 162"/>
              <a:gd name="T61" fmla="*/ 2147483647 h 319"/>
              <a:gd name="T62" fmla="*/ 2147483647 w 162"/>
              <a:gd name="T63" fmla="*/ 2147483647 h 319"/>
              <a:gd name="T64" fmla="*/ 2147483647 w 162"/>
              <a:gd name="T65" fmla="*/ 2147483647 h 319"/>
              <a:gd name="T66" fmla="*/ 2147483647 w 162"/>
              <a:gd name="T67" fmla="*/ 2147483647 h 319"/>
              <a:gd name="T68" fmla="*/ 2147483647 w 162"/>
              <a:gd name="T69" fmla="*/ 2147483647 h 319"/>
              <a:gd name="T70" fmla="*/ 2147483647 w 162"/>
              <a:gd name="T71" fmla="*/ 2147483647 h 319"/>
              <a:gd name="T72" fmla="*/ 2147483647 w 162"/>
              <a:gd name="T73" fmla="*/ 2147483647 h 319"/>
              <a:gd name="T74" fmla="*/ 2147483647 w 162"/>
              <a:gd name="T75" fmla="*/ 2147483647 h 319"/>
              <a:gd name="T76" fmla="*/ 2147483647 w 162"/>
              <a:gd name="T77" fmla="*/ 2147483647 h 319"/>
              <a:gd name="T78" fmla="*/ 2147483647 w 162"/>
              <a:gd name="T79" fmla="*/ 2147483647 h 319"/>
              <a:gd name="T80" fmla="*/ 2147483647 w 162"/>
              <a:gd name="T81" fmla="*/ 2147483647 h 319"/>
              <a:gd name="T82" fmla="*/ 2147483647 w 162"/>
              <a:gd name="T83" fmla="*/ 2147483647 h 319"/>
              <a:gd name="T84" fmla="*/ 2147483647 w 162"/>
              <a:gd name="T85" fmla="*/ 2147483647 h 319"/>
              <a:gd name="T86" fmla="*/ 2147483647 w 162"/>
              <a:gd name="T87" fmla="*/ 2147483647 h 319"/>
              <a:gd name="T88" fmla="*/ 2147483647 w 162"/>
              <a:gd name="T89" fmla="*/ 2147483647 h 319"/>
              <a:gd name="T90" fmla="*/ 2147483647 w 162"/>
              <a:gd name="T91" fmla="*/ 2147483647 h 319"/>
              <a:gd name="T92" fmla="*/ 2147483647 w 162"/>
              <a:gd name="T93" fmla="*/ 2147483647 h 319"/>
              <a:gd name="T94" fmla="*/ 2147483647 w 162"/>
              <a:gd name="T95" fmla="*/ 2147483647 h 319"/>
              <a:gd name="T96" fmla="*/ 0 w 162"/>
              <a:gd name="T97" fmla="*/ 2147483647 h 319"/>
              <a:gd name="T98" fmla="*/ 2147483647 w 162"/>
              <a:gd name="T99" fmla="*/ 2147483647 h 319"/>
              <a:gd name="T100" fmla="*/ 2147483647 w 162"/>
              <a:gd name="T101" fmla="*/ 2147483647 h 319"/>
              <a:gd name="T102" fmla="*/ 2147483647 w 162"/>
              <a:gd name="T103" fmla="*/ 2147483647 h 319"/>
              <a:gd name="T104" fmla="*/ 2147483647 w 162"/>
              <a:gd name="T105" fmla="*/ 2147483647 h 319"/>
              <a:gd name="T106" fmla="*/ 2147483647 w 162"/>
              <a:gd name="T107" fmla="*/ 2147483647 h 319"/>
              <a:gd name="T108" fmla="*/ 2147483647 w 162"/>
              <a:gd name="T109" fmla="*/ 2147483647 h 319"/>
              <a:gd name="T110" fmla="*/ 2147483647 w 162"/>
              <a:gd name="T111" fmla="*/ 2147483647 h 319"/>
              <a:gd name="T112" fmla="*/ 2147483647 w 162"/>
              <a:gd name="T113" fmla="*/ 2147483647 h 319"/>
              <a:gd name="T114" fmla="*/ 2147483647 w 162"/>
              <a:gd name="T115" fmla="*/ 2147483647 h 319"/>
              <a:gd name="T116" fmla="*/ 2147483647 w 162"/>
              <a:gd name="T117" fmla="*/ 2147483647 h 319"/>
              <a:gd name="T118" fmla="*/ 2147483647 w 162"/>
              <a:gd name="T119" fmla="*/ 2147483647 h 319"/>
              <a:gd name="T120" fmla="*/ 2147483647 w 162"/>
              <a:gd name="T121" fmla="*/ 2147483647 h 319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162"/>
              <a:gd name="T184" fmla="*/ 0 h 319"/>
              <a:gd name="T185" fmla="*/ 162 w 162"/>
              <a:gd name="T186" fmla="*/ 319 h 319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162" h="319">
                <a:moveTo>
                  <a:pt x="121" y="144"/>
                </a:moveTo>
                <a:cubicBezTo>
                  <a:pt x="124" y="143"/>
                  <a:pt x="127" y="141"/>
                  <a:pt x="128" y="138"/>
                </a:cubicBezTo>
                <a:cubicBezTo>
                  <a:pt x="150" y="80"/>
                  <a:pt x="150" y="80"/>
                  <a:pt x="150" y="80"/>
                </a:cubicBezTo>
                <a:cubicBezTo>
                  <a:pt x="152" y="76"/>
                  <a:pt x="150" y="71"/>
                  <a:pt x="147" y="69"/>
                </a:cubicBezTo>
                <a:cubicBezTo>
                  <a:pt x="156" y="46"/>
                  <a:pt x="156" y="46"/>
                  <a:pt x="156" y="46"/>
                </a:cubicBezTo>
                <a:cubicBezTo>
                  <a:pt x="162" y="29"/>
                  <a:pt x="154" y="9"/>
                  <a:pt x="137" y="3"/>
                </a:cubicBezTo>
                <a:cubicBezTo>
                  <a:pt x="132" y="1"/>
                  <a:pt x="126" y="0"/>
                  <a:pt x="121" y="1"/>
                </a:cubicBezTo>
                <a:cubicBezTo>
                  <a:pt x="121" y="58"/>
                  <a:pt x="121" y="58"/>
                  <a:pt x="121" y="58"/>
                </a:cubicBezTo>
                <a:cubicBezTo>
                  <a:pt x="126" y="61"/>
                  <a:pt x="126" y="61"/>
                  <a:pt x="126" y="61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121" y="85"/>
                  <a:pt x="121" y="85"/>
                  <a:pt x="121" y="85"/>
                </a:cubicBezTo>
                <a:cubicBezTo>
                  <a:pt x="125" y="75"/>
                  <a:pt x="125" y="75"/>
                  <a:pt x="125" y="75"/>
                </a:cubicBezTo>
                <a:cubicBezTo>
                  <a:pt x="126" y="72"/>
                  <a:pt x="126" y="68"/>
                  <a:pt x="123" y="66"/>
                </a:cubicBezTo>
                <a:cubicBezTo>
                  <a:pt x="139" y="72"/>
                  <a:pt x="139" y="72"/>
                  <a:pt x="139" y="72"/>
                </a:cubicBezTo>
                <a:cubicBezTo>
                  <a:pt x="143" y="73"/>
                  <a:pt x="146" y="78"/>
                  <a:pt x="144" y="83"/>
                </a:cubicBezTo>
                <a:cubicBezTo>
                  <a:pt x="125" y="132"/>
                  <a:pt x="125" y="132"/>
                  <a:pt x="125" y="132"/>
                </a:cubicBezTo>
                <a:cubicBezTo>
                  <a:pt x="124" y="134"/>
                  <a:pt x="123" y="135"/>
                  <a:pt x="121" y="136"/>
                </a:cubicBezTo>
                <a:lnTo>
                  <a:pt x="121" y="144"/>
                </a:lnTo>
                <a:close/>
                <a:moveTo>
                  <a:pt x="66" y="284"/>
                </a:moveTo>
                <a:cubicBezTo>
                  <a:pt x="121" y="144"/>
                  <a:pt x="121" y="144"/>
                  <a:pt x="121" y="144"/>
                </a:cubicBezTo>
                <a:cubicBezTo>
                  <a:pt x="121" y="144"/>
                  <a:pt x="121" y="144"/>
                  <a:pt x="121" y="144"/>
                </a:cubicBezTo>
                <a:cubicBezTo>
                  <a:pt x="121" y="136"/>
                  <a:pt x="121" y="136"/>
                  <a:pt x="121" y="136"/>
                </a:cubicBezTo>
                <a:cubicBezTo>
                  <a:pt x="119" y="137"/>
                  <a:pt x="117" y="137"/>
                  <a:pt x="114" y="137"/>
                </a:cubicBezTo>
                <a:cubicBezTo>
                  <a:pt x="98" y="130"/>
                  <a:pt x="98" y="130"/>
                  <a:pt x="98" y="130"/>
                </a:cubicBezTo>
                <a:cubicBezTo>
                  <a:pt x="98" y="130"/>
                  <a:pt x="98" y="130"/>
                  <a:pt x="98" y="130"/>
                </a:cubicBezTo>
                <a:cubicBezTo>
                  <a:pt x="102" y="130"/>
                  <a:pt x="105" y="128"/>
                  <a:pt x="106" y="125"/>
                </a:cubicBezTo>
                <a:cubicBezTo>
                  <a:pt x="121" y="85"/>
                  <a:pt x="121" y="85"/>
                  <a:pt x="121" y="85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85" y="45"/>
                  <a:pt x="85" y="45"/>
                  <a:pt x="85" y="45"/>
                </a:cubicBezTo>
                <a:cubicBezTo>
                  <a:pt x="80" y="44"/>
                  <a:pt x="76" y="47"/>
                  <a:pt x="74" y="51"/>
                </a:cubicBezTo>
                <a:cubicBezTo>
                  <a:pt x="52" y="108"/>
                  <a:pt x="52" y="108"/>
                  <a:pt x="52" y="108"/>
                </a:cubicBezTo>
                <a:cubicBezTo>
                  <a:pt x="51" y="112"/>
                  <a:pt x="52" y="115"/>
                  <a:pt x="54" y="118"/>
                </a:cubicBezTo>
                <a:cubicBezTo>
                  <a:pt x="35" y="168"/>
                  <a:pt x="35" y="168"/>
                  <a:pt x="35" y="168"/>
                </a:cubicBezTo>
                <a:cubicBezTo>
                  <a:pt x="35" y="256"/>
                  <a:pt x="35" y="256"/>
                  <a:pt x="35" y="256"/>
                </a:cubicBezTo>
                <a:cubicBezTo>
                  <a:pt x="36" y="256"/>
                  <a:pt x="37" y="257"/>
                  <a:pt x="39" y="257"/>
                </a:cubicBezTo>
                <a:cubicBezTo>
                  <a:pt x="43" y="259"/>
                  <a:pt x="46" y="264"/>
                  <a:pt x="45" y="268"/>
                </a:cubicBezTo>
                <a:cubicBezTo>
                  <a:pt x="48" y="264"/>
                  <a:pt x="53" y="263"/>
                  <a:pt x="58" y="264"/>
                </a:cubicBezTo>
                <a:cubicBezTo>
                  <a:pt x="63" y="267"/>
                  <a:pt x="66" y="273"/>
                  <a:pt x="64" y="278"/>
                </a:cubicBezTo>
                <a:cubicBezTo>
                  <a:pt x="63" y="281"/>
                  <a:pt x="63" y="281"/>
                  <a:pt x="63" y="281"/>
                </a:cubicBezTo>
                <a:cubicBezTo>
                  <a:pt x="35" y="300"/>
                  <a:pt x="35" y="300"/>
                  <a:pt x="35" y="300"/>
                </a:cubicBezTo>
                <a:cubicBezTo>
                  <a:pt x="35" y="306"/>
                  <a:pt x="35" y="306"/>
                  <a:pt x="35" y="306"/>
                </a:cubicBezTo>
                <a:cubicBezTo>
                  <a:pt x="66" y="284"/>
                  <a:pt x="66" y="284"/>
                  <a:pt x="66" y="284"/>
                </a:cubicBezTo>
                <a:close/>
                <a:moveTo>
                  <a:pt x="121" y="1"/>
                </a:moveTo>
                <a:cubicBezTo>
                  <a:pt x="121" y="58"/>
                  <a:pt x="121" y="58"/>
                  <a:pt x="121" y="58"/>
                </a:cubicBezTo>
                <a:cubicBezTo>
                  <a:pt x="88" y="36"/>
                  <a:pt x="88" y="36"/>
                  <a:pt x="88" y="36"/>
                </a:cubicBezTo>
                <a:cubicBezTo>
                  <a:pt x="94" y="22"/>
                  <a:pt x="94" y="22"/>
                  <a:pt x="94" y="22"/>
                </a:cubicBezTo>
                <a:cubicBezTo>
                  <a:pt x="98" y="10"/>
                  <a:pt x="109" y="2"/>
                  <a:pt x="121" y="1"/>
                </a:cubicBezTo>
                <a:close/>
                <a:moveTo>
                  <a:pt x="35" y="168"/>
                </a:moveTo>
                <a:cubicBezTo>
                  <a:pt x="0" y="258"/>
                  <a:pt x="0" y="258"/>
                  <a:pt x="0" y="258"/>
                </a:cubicBezTo>
                <a:cubicBezTo>
                  <a:pt x="15" y="319"/>
                  <a:pt x="15" y="319"/>
                  <a:pt x="15" y="319"/>
                </a:cubicBezTo>
                <a:cubicBezTo>
                  <a:pt x="35" y="306"/>
                  <a:pt x="35" y="306"/>
                  <a:pt x="35" y="306"/>
                </a:cubicBezTo>
                <a:cubicBezTo>
                  <a:pt x="35" y="300"/>
                  <a:pt x="35" y="300"/>
                  <a:pt x="35" y="300"/>
                </a:cubicBezTo>
                <a:cubicBezTo>
                  <a:pt x="33" y="301"/>
                  <a:pt x="33" y="301"/>
                  <a:pt x="33" y="301"/>
                </a:cubicBezTo>
                <a:cubicBezTo>
                  <a:pt x="13" y="294"/>
                  <a:pt x="13" y="294"/>
                  <a:pt x="13" y="294"/>
                </a:cubicBezTo>
                <a:cubicBezTo>
                  <a:pt x="5" y="259"/>
                  <a:pt x="5" y="259"/>
                  <a:pt x="5" y="259"/>
                </a:cubicBezTo>
                <a:cubicBezTo>
                  <a:pt x="5" y="259"/>
                  <a:pt x="5" y="259"/>
                  <a:pt x="5" y="259"/>
                </a:cubicBezTo>
                <a:cubicBezTo>
                  <a:pt x="6" y="256"/>
                  <a:pt x="6" y="256"/>
                  <a:pt x="6" y="256"/>
                </a:cubicBezTo>
                <a:cubicBezTo>
                  <a:pt x="8" y="250"/>
                  <a:pt x="14" y="248"/>
                  <a:pt x="19" y="250"/>
                </a:cubicBezTo>
                <a:cubicBezTo>
                  <a:pt x="24" y="251"/>
                  <a:pt x="27" y="256"/>
                  <a:pt x="26" y="261"/>
                </a:cubicBezTo>
                <a:cubicBezTo>
                  <a:pt x="28" y="258"/>
                  <a:pt x="31" y="256"/>
                  <a:pt x="35" y="256"/>
                </a:cubicBezTo>
                <a:lnTo>
                  <a:pt x="35" y="168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95" name="Freeform 48"/>
          <p:cNvSpPr>
            <a:spLocks noEditPoints="1"/>
          </p:cNvSpPr>
          <p:nvPr>
            <p:custDataLst>
              <p:tags r:id="rId48"/>
            </p:custDataLst>
          </p:nvPr>
        </p:nvSpPr>
        <p:spPr bwMode="auto">
          <a:xfrm>
            <a:off x="6027469" y="1951110"/>
            <a:ext cx="579788" cy="579788"/>
          </a:xfrm>
          <a:custGeom>
            <a:avLst/>
            <a:gdLst>
              <a:gd name="T0" fmla="*/ 2147483647 w 266"/>
              <a:gd name="T1" fmla="*/ 0 h 266"/>
              <a:gd name="T2" fmla="*/ 2147483647 w 266"/>
              <a:gd name="T3" fmla="*/ 0 h 266"/>
              <a:gd name="T4" fmla="*/ 2147483647 w 266"/>
              <a:gd name="T5" fmla="*/ 2147483647 h 266"/>
              <a:gd name="T6" fmla="*/ 2147483647 w 266"/>
              <a:gd name="T7" fmla="*/ 2147483647 h 266"/>
              <a:gd name="T8" fmla="*/ 2147483647 w 266"/>
              <a:gd name="T9" fmla="*/ 2147483647 h 266"/>
              <a:gd name="T10" fmla="*/ 2147483647 w 266"/>
              <a:gd name="T11" fmla="*/ 2147483647 h 266"/>
              <a:gd name="T12" fmla="*/ 2147483647 w 266"/>
              <a:gd name="T13" fmla="*/ 2147483647 h 266"/>
              <a:gd name="T14" fmla="*/ 2147483647 w 266"/>
              <a:gd name="T15" fmla="*/ 2147483647 h 266"/>
              <a:gd name="T16" fmla="*/ 2147483647 w 266"/>
              <a:gd name="T17" fmla="*/ 2147483647 h 266"/>
              <a:gd name="T18" fmla="*/ 2147483647 w 266"/>
              <a:gd name="T19" fmla="*/ 2147483647 h 266"/>
              <a:gd name="T20" fmla="*/ 2147483647 w 266"/>
              <a:gd name="T21" fmla="*/ 2147483647 h 266"/>
              <a:gd name="T22" fmla="*/ 2147483647 w 266"/>
              <a:gd name="T23" fmla="*/ 2147483647 h 266"/>
              <a:gd name="T24" fmla="*/ 2147483647 w 266"/>
              <a:gd name="T25" fmla="*/ 2147483647 h 266"/>
              <a:gd name="T26" fmla="*/ 2147483647 w 266"/>
              <a:gd name="T27" fmla="*/ 0 h 266"/>
              <a:gd name="T28" fmla="*/ 2147483647 w 266"/>
              <a:gd name="T29" fmla="*/ 0 h 266"/>
              <a:gd name="T30" fmla="*/ 2147483647 w 266"/>
              <a:gd name="T31" fmla="*/ 0 h 266"/>
              <a:gd name="T32" fmla="*/ 0 w 266"/>
              <a:gd name="T33" fmla="*/ 2147483647 h 266"/>
              <a:gd name="T34" fmla="*/ 2147483647 w 266"/>
              <a:gd name="T35" fmla="*/ 2147483647 h 266"/>
              <a:gd name="T36" fmla="*/ 2147483647 w 266"/>
              <a:gd name="T37" fmla="*/ 2147483647 h 266"/>
              <a:gd name="T38" fmla="*/ 2147483647 w 266"/>
              <a:gd name="T39" fmla="*/ 2147483647 h 266"/>
              <a:gd name="T40" fmla="*/ 2147483647 w 266"/>
              <a:gd name="T41" fmla="*/ 2147483647 h 266"/>
              <a:gd name="T42" fmla="*/ 2147483647 w 266"/>
              <a:gd name="T43" fmla="*/ 2147483647 h 266"/>
              <a:gd name="T44" fmla="*/ 2147483647 w 266"/>
              <a:gd name="T45" fmla="*/ 2147483647 h 266"/>
              <a:gd name="T46" fmla="*/ 2147483647 w 266"/>
              <a:gd name="T47" fmla="*/ 2147483647 h 266"/>
              <a:gd name="T48" fmla="*/ 2147483647 w 266"/>
              <a:gd name="T49" fmla="*/ 2147483647 h 266"/>
              <a:gd name="T50" fmla="*/ 2147483647 w 266"/>
              <a:gd name="T51" fmla="*/ 2147483647 h 266"/>
              <a:gd name="T52" fmla="*/ 2147483647 w 266"/>
              <a:gd name="T53" fmla="*/ 2147483647 h 266"/>
              <a:gd name="T54" fmla="*/ 2147483647 w 266"/>
              <a:gd name="T55" fmla="*/ 2147483647 h 266"/>
              <a:gd name="T56" fmla="*/ 2147483647 w 266"/>
              <a:gd name="T57" fmla="*/ 0 h 26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266"/>
              <a:gd name="T88" fmla="*/ 0 h 266"/>
              <a:gd name="T89" fmla="*/ 266 w 266"/>
              <a:gd name="T90" fmla="*/ 266 h 26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266" h="266">
                <a:moveTo>
                  <a:pt x="133" y="0"/>
                </a:moveTo>
                <a:cubicBezTo>
                  <a:pt x="133" y="0"/>
                  <a:pt x="133" y="0"/>
                  <a:pt x="133" y="0"/>
                </a:cubicBezTo>
                <a:cubicBezTo>
                  <a:pt x="133" y="35"/>
                  <a:pt x="133" y="35"/>
                  <a:pt x="133" y="35"/>
                </a:cubicBezTo>
                <a:cubicBezTo>
                  <a:pt x="141" y="35"/>
                  <a:pt x="147" y="30"/>
                  <a:pt x="150" y="24"/>
                </a:cubicBezTo>
                <a:cubicBezTo>
                  <a:pt x="197" y="31"/>
                  <a:pt x="235" y="69"/>
                  <a:pt x="242" y="117"/>
                </a:cubicBezTo>
                <a:cubicBezTo>
                  <a:pt x="236" y="119"/>
                  <a:pt x="231" y="125"/>
                  <a:pt x="231" y="133"/>
                </a:cubicBezTo>
                <a:cubicBezTo>
                  <a:pt x="231" y="140"/>
                  <a:pt x="236" y="147"/>
                  <a:pt x="242" y="149"/>
                </a:cubicBezTo>
                <a:cubicBezTo>
                  <a:pt x="235" y="197"/>
                  <a:pt x="197" y="235"/>
                  <a:pt x="150" y="242"/>
                </a:cubicBezTo>
                <a:cubicBezTo>
                  <a:pt x="150" y="242"/>
                  <a:pt x="150" y="242"/>
                  <a:pt x="150" y="242"/>
                </a:cubicBezTo>
                <a:cubicBezTo>
                  <a:pt x="147" y="236"/>
                  <a:pt x="141" y="231"/>
                  <a:pt x="133" y="231"/>
                </a:cubicBezTo>
                <a:cubicBezTo>
                  <a:pt x="133" y="266"/>
                  <a:pt x="133" y="266"/>
                  <a:pt x="133" y="266"/>
                </a:cubicBezTo>
                <a:cubicBezTo>
                  <a:pt x="133" y="266"/>
                  <a:pt x="133" y="266"/>
                  <a:pt x="133" y="266"/>
                </a:cubicBezTo>
                <a:cubicBezTo>
                  <a:pt x="207" y="266"/>
                  <a:pt x="266" y="206"/>
                  <a:pt x="266" y="133"/>
                </a:cubicBezTo>
                <a:cubicBezTo>
                  <a:pt x="266" y="59"/>
                  <a:pt x="207" y="0"/>
                  <a:pt x="133" y="0"/>
                </a:cubicBezTo>
                <a:close/>
                <a:moveTo>
                  <a:pt x="133" y="0"/>
                </a:moveTo>
                <a:cubicBezTo>
                  <a:pt x="133" y="0"/>
                  <a:pt x="133" y="0"/>
                  <a:pt x="133" y="0"/>
                </a:cubicBezTo>
                <a:cubicBezTo>
                  <a:pt x="60" y="0"/>
                  <a:pt x="0" y="59"/>
                  <a:pt x="0" y="133"/>
                </a:cubicBezTo>
                <a:cubicBezTo>
                  <a:pt x="0" y="206"/>
                  <a:pt x="60" y="266"/>
                  <a:pt x="133" y="266"/>
                </a:cubicBezTo>
                <a:cubicBezTo>
                  <a:pt x="133" y="266"/>
                  <a:pt x="133" y="266"/>
                  <a:pt x="133" y="266"/>
                </a:cubicBezTo>
                <a:cubicBezTo>
                  <a:pt x="133" y="231"/>
                  <a:pt x="133" y="231"/>
                  <a:pt x="133" y="231"/>
                </a:cubicBezTo>
                <a:cubicBezTo>
                  <a:pt x="133" y="231"/>
                  <a:pt x="133" y="231"/>
                  <a:pt x="133" y="231"/>
                </a:cubicBezTo>
                <a:cubicBezTo>
                  <a:pt x="126" y="231"/>
                  <a:pt x="120" y="236"/>
                  <a:pt x="117" y="242"/>
                </a:cubicBezTo>
                <a:cubicBezTo>
                  <a:pt x="69" y="235"/>
                  <a:pt x="31" y="197"/>
                  <a:pt x="24" y="149"/>
                </a:cubicBezTo>
                <a:cubicBezTo>
                  <a:pt x="31" y="147"/>
                  <a:pt x="35" y="140"/>
                  <a:pt x="35" y="133"/>
                </a:cubicBezTo>
                <a:cubicBezTo>
                  <a:pt x="35" y="125"/>
                  <a:pt x="31" y="119"/>
                  <a:pt x="24" y="117"/>
                </a:cubicBezTo>
                <a:cubicBezTo>
                  <a:pt x="31" y="69"/>
                  <a:pt x="69" y="31"/>
                  <a:pt x="117" y="24"/>
                </a:cubicBezTo>
                <a:cubicBezTo>
                  <a:pt x="120" y="30"/>
                  <a:pt x="126" y="35"/>
                  <a:pt x="133" y="35"/>
                </a:cubicBezTo>
                <a:cubicBezTo>
                  <a:pt x="133" y="35"/>
                  <a:pt x="133" y="35"/>
                  <a:pt x="133" y="35"/>
                </a:cubicBezTo>
                <a:lnTo>
                  <a:pt x="133" y="0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96" name="Freeform 49"/>
          <p:cNvSpPr/>
          <p:nvPr>
            <p:custDataLst>
              <p:tags r:id="rId49"/>
            </p:custDataLst>
          </p:nvPr>
        </p:nvSpPr>
        <p:spPr bwMode="auto">
          <a:xfrm>
            <a:off x="6133269" y="2135202"/>
            <a:ext cx="289895" cy="152353"/>
          </a:xfrm>
          <a:custGeom>
            <a:avLst/>
            <a:gdLst>
              <a:gd name="T0" fmla="*/ 2147483647 w 133"/>
              <a:gd name="T1" fmla="*/ 0 h 70"/>
              <a:gd name="T2" fmla="*/ 2147483647 w 133"/>
              <a:gd name="T3" fmla="*/ 2147483647 h 70"/>
              <a:gd name="T4" fmla="*/ 2147483647 w 133"/>
              <a:gd name="T5" fmla="*/ 2147483647 h 70"/>
              <a:gd name="T6" fmla="*/ 2147483647 w 133"/>
              <a:gd name="T7" fmla="*/ 2147483647 h 70"/>
              <a:gd name="T8" fmla="*/ 0 w 133"/>
              <a:gd name="T9" fmla="*/ 2147483647 h 70"/>
              <a:gd name="T10" fmla="*/ 0 w 133"/>
              <a:gd name="T11" fmla="*/ 2147483647 h 70"/>
              <a:gd name="T12" fmla="*/ 2147483647 w 133"/>
              <a:gd name="T13" fmla="*/ 2147483647 h 70"/>
              <a:gd name="T14" fmla="*/ 2147483647 w 133"/>
              <a:gd name="T15" fmla="*/ 2147483647 h 70"/>
              <a:gd name="T16" fmla="*/ 2147483647 w 133"/>
              <a:gd name="T17" fmla="*/ 2147483647 h 70"/>
              <a:gd name="T18" fmla="*/ 2147483647 w 133"/>
              <a:gd name="T19" fmla="*/ 2147483647 h 70"/>
              <a:gd name="T20" fmla="*/ 2147483647 w 133"/>
              <a:gd name="T21" fmla="*/ 2147483647 h 70"/>
              <a:gd name="T22" fmla="*/ 2147483647 w 133"/>
              <a:gd name="T23" fmla="*/ 0 h 7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33"/>
              <a:gd name="T37" fmla="*/ 0 h 70"/>
              <a:gd name="T38" fmla="*/ 133 w 133"/>
              <a:gd name="T39" fmla="*/ 70 h 7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33" h="70">
                <a:moveTo>
                  <a:pt x="124" y="0"/>
                </a:moveTo>
                <a:cubicBezTo>
                  <a:pt x="93" y="30"/>
                  <a:pt x="93" y="30"/>
                  <a:pt x="93" y="30"/>
                </a:cubicBezTo>
                <a:cubicBezTo>
                  <a:pt x="91" y="29"/>
                  <a:pt x="88" y="28"/>
                  <a:pt x="84" y="28"/>
                </a:cubicBezTo>
                <a:cubicBezTo>
                  <a:pt x="75" y="28"/>
                  <a:pt x="67" y="34"/>
                  <a:pt x="65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56"/>
                  <a:pt x="0" y="56"/>
                  <a:pt x="0" y="56"/>
                </a:cubicBezTo>
                <a:cubicBezTo>
                  <a:pt x="65" y="56"/>
                  <a:pt x="65" y="56"/>
                  <a:pt x="65" y="56"/>
                </a:cubicBezTo>
                <a:cubicBezTo>
                  <a:pt x="67" y="64"/>
                  <a:pt x="75" y="70"/>
                  <a:pt x="84" y="70"/>
                </a:cubicBezTo>
                <a:cubicBezTo>
                  <a:pt x="96" y="70"/>
                  <a:pt x="105" y="60"/>
                  <a:pt x="105" y="49"/>
                </a:cubicBezTo>
                <a:cubicBezTo>
                  <a:pt x="105" y="46"/>
                  <a:pt x="104" y="43"/>
                  <a:pt x="103" y="40"/>
                </a:cubicBezTo>
                <a:cubicBezTo>
                  <a:pt x="133" y="9"/>
                  <a:pt x="133" y="9"/>
                  <a:pt x="133" y="9"/>
                </a:cubicBezTo>
                <a:lnTo>
                  <a:pt x="124" y="0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grpSp>
        <p:nvGrpSpPr>
          <p:cNvPr id="97" name="Group 126"/>
          <p:cNvGrpSpPr/>
          <p:nvPr>
            <p:custDataLst>
              <p:tags r:id="rId50"/>
            </p:custDataLst>
          </p:nvPr>
        </p:nvGrpSpPr>
        <p:grpSpPr>
          <a:xfrm>
            <a:off x="6259272" y="2696938"/>
            <a:ext cx="453767" cy="431688"/>
            <a:chOff x="8505825" y="3605213"/>
            <a:chExt cx="454025" cy="431800"/>
          </a:xfrm>
          <a:solidFill>
            <a:srgbClr val="151472"/>
          </a:solidFill>
        </p:grpSpPr>
        <p:sp>
          <p:nvSpPr>
            <p:cNvPr id="98" name="Freeform 50"/>
            <p:cNvSpPr/>
            <p:nvPr>
              <p:custDataLst>
                <p:tags r:id="rId51"/>
              </p:custDataLst>
            </p:nvPr>
          </p:nvSpPr>
          <p:spPr bwMode="auto">
            <a:xfrm>
              <a:off x="8505825" y="3694113"/>
              <a:ext cx="454025" cy="342900"/>
            </a:xfrm>
            <a:custGeom>
              <a:avLst/>
              <a:gdLst>
                <a:gd name="T0" fmla="*/ 146 w 208"/>
                <a:gd name="T1" fmla="*/ 0 h 157"/>
                <a:gd name="T2" fmla="*/ 104 w 208"/>
                <a:gd name="T3" fmla="*/ 15 h 157"/>
                <a:gd name="T4" fmla="*/ 62 w 208"/>
                <a:gd name="T5" fmla="*/ 0 h 157"/>
                <a:gd name="T6" fmla="*/ 0 w 208"/>
                <a:gd name="T7" fmla="*/ 60 h 157"/>
                <a:gd name="T8" fmla="*/ 107 w 208"/>
                <a:gd name="T9" fmla="*/ 157 h 157"/>
                <a:gd name="T10" fmla="*/ 208 w 208"/>
                <a:gd name="T11" fmla="*/ 60 h 157"/>
                <a:gd name="T12" fmla="*/ 146 w 208"/>
                <a:gd name="T1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8" h="157">
                  <a:moveTo>
                    <a:pt x="146" y="0"/>
                  </a:moveTo>
                  <a:cubicBezTo>
                    <a:pt x="130" y="0"/>
                    <a:pt x="115" y="6"/>
                    <a:pt x="104" y="15"/>
                  </a:cubicBezTo>
                  <a:cubicBezTo>
                    <a:pt x="93" y="6"/>
                    <a:pt x="78" y="0"/>
                    <a:pt x="62" y="0"/>
                  </a:cubicBezTo>
                  <a:cubicBezTo>
                    <a:pt x="28" y="0"/>
                    <a:pt x="0" y="27"/>
                    <a:pt x="0" y="60"/>
                  </a:cubicBezTo>
                  <a:cubicBezTo>
                    <a:pt x="0" y="98"/>
                    <a:pt x="31" y="157"/>
                    <a:pt x="107" y="157"/>
                  </a:cubicBezTo>
                  <a:cubicBezTo>
                    <a:pt x="185" y="157"/>
                    <a:pt x="208" y="95"/>
                    <a:pt x="208" y="60"/>
                  </a:cubicBezTo>
                  <a:cubicBezTo>
                    <a:pt x="208" y="27"/>
                    <a:pt x="180" y="0"/>
                    <a:pt x="1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91388" tIns="45693" rIns="91388" bIns="45693"/>
            <a:lstStyle/>
            <a:p>
              <a:pPr eaLnBrk="1" hangingPunct="1">
                <a:defRPr/>
              </a:pPr>
              <a:endParaRPr lang="id-ID" sz="1335" dirty="0"/>
            </a:p>
          </p:txBody>
        </p:sp>
        <p:sp>
          <p:nvSpPr>
            <p:cNvPr id="99" name="Freeform 51"/>
            <p:cNvSpPr/>
            <p:nvPr>
              <p:custDataLst>
                <p:tags r:id="rId52"/>
              </p:custDataLst>
            </p:nvPr>
          </p:nvSpPr>
          <p:spPr bwMode="auto">
            <a:xfrm>
              <a:off x="8709025" y="3605213"/>
              <a:ext cx="123825" cy="157163"/>
            </a:xfrm>
            <a:custGeom>
              <a:avLst/>
              <a:gdLst>
                <a:gd name="T0" fmla="*/ 12 w 57"/>
                <a:gd name="T1" fmla="*/ 72 h 72"/>
                <a:gd name="T2" fmla="*/ 27 w 57"/>
                <a:gd name="T3" fmla="*/ 0 h 72"/>
                <a:gd name="T4" fmla="*/ 57 w 57"/>
                <a:gd name="T5" fmla="*/ 6 h 72"/>
                <a:gd name="T6" fmla="*/ 12 w 57"/>
                <a:gd name="T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" h="72">
                  <a:moveTo>
                    <a:pt x="12" y="72"/>
                  </a:moveTo>
                  <a:cubicBezTo>
                    <a:pt x="0" y="48"/>
                    <a:pt x="7" y="20"/>
                    <a:pt x="27" y="0"/>
                  </a:cubicBezTo>
                  <a:cubicBezTo>
                    <a:pt x="57" y="6"/>
                    <a:pt x="57" y="6"/>
                    <a:pt x="57" y="6"/>
                  </a:cubicBezTo>
                  <a:cubicBezTo>
                    <a:pt x="29" y="21"/>
                    <a:pt x="12" y="37"/>
                    <a:pt x="12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91388" tIns="45693" rIns="91388" bIns="45693"/>
            <a:lstStyle/>
            <a:p>
              <a:pPr eaLnBrk="1" hangingPunct="1">
                <a:defRPr/>
              </a:pPr>
              <a:endParaRPr lang="id-ID" sz="1335" dirty="0"/>
            </a:p>
          </p:txBody>
        </p:sp>
      </p:grpSp>
      <p:sp>
        <p:nvSpPr>
          <p:cNvPr id="100" name="Freeform 52"/>
          <p:cNvSpPr/>
          <p:nvPr>
            <p:custDataLst>
              <p:tags r:id="rId53"/>
            </p:custDataLst>
          </p:nvPr>
        </p:nvSpPr>
        <p:spPr bwMode="auto">
          <a:xfrm>
            <a:off x="4859429" y="127104"/>
            <a:ext cx="679241" cy="552280"/>
          </a:xfrm>
          <a:custGeom>
            <a:avLst/>
            <a:gdLst>
              <a:gd name="T0" fmla="*/ 2147483647 w 312"/>
              <a:gd name="T1" fmla="*/ 2147483647 h 253"/>
              <a:gd name="T2" fmla="*/ 2147483647 w 312"/>
              <a:gd name="T3" fmla="*/ 2147483647 h 253"/>
              <a:gd name="T4" fmla="*/ 2147483647 w 312"/>
              <a:gd name="T5" fmla="*/ 2147483647 h 253"/>
              <a:gd name="T6" fmla="*/ 2147483647 w 312"/>
              <a:gd name="T7" fmla="*/ 2147483647 h 253"/>
              <a:gd name="T8" fmla="*/ 2147483647 w 312"/>
              <a:gd name="T9" fmla="*/ 2147483647 h 253"/>
              <a:gd name="T10" fmla="*/ 2147483647 w 312"/>
              <a:gd name="T11" fmla="*/ 2147483647 h 253"/>
              <a:gd name="T12" fmla="*/ 2147483647 w 312"/>
              <a:gd name="T13" fmla="*/ 0 h 253"/>
              <a:gd name="T14" fmla="*/ 2147483647 w 312"/>
              <a:gd name="T15" fmla="*/ 2147483647 h 253"/>
              <a:gd name="T16" fmla="*/ 2147483647 w 312"/>
              <a:gd name="T17" fmla="*/ 2147483647 h 253"/>
              <a:gd name="T18" fmla="*/ 2147483647 w 312"/>
              <a:gd name="T19" fmla="*/ 2147483647 h 253"/>
              <a:gd name="T20" fmla="*/ 2147483647 w 312"/>
              <a:gd name="T21" fmla="*/ 2147483647 h 25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12"/>
              <a:gd name="T34" fmla="*/ 0 h 253"/>
              <a:gd name="T35" fmla="*/ 312 w 312"/>
              <a:gd name="T36" fmla="*/ 253 h 25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12" h="253">
                <a:moveTo>
                  <a:pt x="312" y="86"/>
                </a:moveTo>
                <a:cubicBezTo>
                  <a:pt x="305" y="75"/>
                  <a:pt x="305" y="75"/>
                  <a:pt x="305" y="75"/>
                </a:cubicBezTo>
                <a:cubicBezTo>
                  <a:pt x="79" y="226"/>
                  <a:pt x="79" y="226"/>
                  <a:pt x="79" y="226"/>
                </a:cubicBezTo>
                <a:cubicBezTo>
                  <a:pt x="63" y="237"/>
                  <a:pt x="40" y="231"/>
                  <a:pt x="28" y="214"/>
                </a:cubicBezTo>
                <a:cubicBezTo>
                  <a:pt x="16" y="196"/>
                  <a:pt x="19" y="173"/>
                  <a:pt x="35" y="162"/>
                </a:cubicBezTo>
                <a:cubicBezTo>
                  <a:pt x="262" y="11"/>
                  <a:pt x="262" y="11"/>
                  <a:pt x="262" y="11"/>
                </a:cubicBezTo>
                <a:cubicBezTo>
                  <a:pt x="254" y="0"/>
                  <a:pt x="254" y="0"/>
                  <a:pt x="254" y="0"/>
                </a:cubicBezTo>
                <a:cubicBezTo>
                  <a:pt x="26" y="153"/>
                  <a:pt x="26" y="153"/>
                  <a:pt x="26" y="153"/>
                </a:cubicBezTo>
                <a:cubicBezTo>
                  <a:pt x="4" y="167"/>
                  <a:pt x="0" y="198"/>
                  <a:pt x="15" y="222"/>
                </a:cubicBezTo>
                <a:cubicBezTo>
                  <a:pt x="31" y="246"/>
                  <a:pt x="62" y="253"/>
                  <a:pt x="83" y="239"/>
                </a:cubicBezTo>
                <a:lnTo>
                  <a:pt x="312" y="86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01" name="Freeform 53"/>
          <p:cNvSpPr/>
          <p:nvPr>
            <p:custDataLst>
              <p:tags r:id="rId54"/>
            </p:custDataLst>
          </p:nvPr>
        </p:nvSpPr>
        <p:spPr bwMode="auto">
          <a:xfrm>
            <a:off x="5375737" y="97480"/>
            <a:ext cx="186209" cy="256039"/>
          </a:xfrm>
          <a:custGeom>
            <a:avLst/>
            <a:gdLst>
              <a:gd name="T0" fmla="*/ 2147483647 w 86"/>
              <a:gd name="T1" fmla="*/ 2147483647 h 118"/>
              <a:gd name="T2" fmla="*/ 2147483647 w 86"/>
              <a:gd name="T3" fmla="*/ 2147483647 h 118"/>
              <a:gd name="T4" fmla="*/ 2147483647 w 86"/>
              <a:gd name="T5" fmla="*/ 2147483647 h 118"/>
              <a:gd name="T6" fmla="*/ 2147483647 w 86"/>
              <a:gd name="T7" fmla="*/ 2147483647 h 118"/>
              <a:gd name="T8" fmla="*/ 2147483647 w 86"/>
              <a:gd name="T9" fmla="*/ 2147483647 h 118"/>
              <a:gd name="T10" fmla="*/ 2147483647 w 86"/>
              <a:gd name="T11" fmla="*/ 2147483647 h 118"/>
              <a:gd name="T12" fmla="*/ 2147483647 w 86"/>
              <a:gd name="T13" fmla="*/ 2147483647 h 11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6"/>
              <a:gd name="T22" fmla="*/ 0 h 118"/>
              <a:gd name="T23" fmla="*/ 86 w 86"/>
              <a:gd name="T24" fmla="*/ 118 h 11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6" h="118">
                <a:moveTo>
                  <a:pt x="80" y="115"/>
                </a:moveTo>
                <a:cubicBezTo>
                  <a:pt x="76" y="118"/>
                  <a:pt x="70" y="117"/>
                  <a:pt x="68" y="113"/>
                </a:cubicBezTo>
                <a:cubicBezTo>
                  <a:pt x="3" y="16"/>
                  <a:pt x="3" y="16"/>
                  <a:pt x="3" y="16"/>
                </a:cubicBezTo>
                <a:cubicBezTo>
                  <a:pt x="0" y="12"/>
                  <a:pt x="1" y="6"/>
                  <a:pt x="6" y="3"/>
                </a:cubicBezTo>
                <a:cubicBezTo>
                  <a:pt x="10" y="0"/>
                  <a:pt x="16" y="2"/>
                  <a:pt x="19" y="6"/>
                </a:cubicBezTo>
                <a:cubicBezTo>
                  <a:pt x="83" y="102"/>
                  <a:pt x="83" y="102"/>
                  <a:pt x="83" y="102"/>
                </a:cubicBezTo>
                <a:cubicBezTo>
                  <a:pt x="86" y="107"/>
                  <a:pt x="85" y="112"/>
                  <a:pt x="80" y="115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02" name="Freeform 54"/>
          <p:cNvSpPr/>
          <p:nvPr>
            <p:custDataLst>
              <p:tags r:id="rId55"/>
            </p:custDataLst>
          </p:nvPr>
        </p:nvSpPr>
        <p:spPr bwMode="auto">
          <a:xfrm>
            <a:off x="4948302" y="273111"/>
            <a:ext cx="514192" cy="336445"/>
          </a:xfrm>
          <a:custGeom>
            <a:avLst/>
            <a:gdLst>
              <a:gd name="T0" fmla="*/ 2147483647 w 236"/>
              <a:gd name="T1" fmla="*/ 2147483647 h 154"/>
              <a:gd name="T2" fmla="*/ 2147483647 w 236"/>
              <a:gd name="T3" fmla="*/ 0 h 154"/>
              <a:gd name="T4" fmla="*/ 2147483647 w 236"/>
              <a:gd name="T5" fmla="*/ 2147483647 h 154"/>
              <a:gd name="T6" fmla="*/ 0 w 236"/>
              <a:gd name="T7" fmla="*/ 2147483647 h 154"/>
              <a:gd name="T8" fmla="*/ 2147483647 w 236"/>
              <a:gd name="T9" fmla="*/ 2147483647 h 154"/>
              <a:gd name="T10" fmla="*/ 2147483647 w 236"/>
              <a:gd name="T11" fmla="*/ 2147483647 h 154"/>
              <a:gd name="T12" fmla="*/ 2147483647 w 236"/>
              <a:gd name="T13" fmla="*/ 2147483647 h 1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6"/>
              <a:gd name="T22" fmla="*/ 0 h 154"/>
              <a:gd name="T23" fmla="*/ 236 w 236"/>
              <a:gd name="T24" fmla="*/ 154 h 15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6" h="154">
                <a:moveTo>
                  <a:pt x="236" y="13"/>
                </a:moveTo>
                <a:cubicBezTo>
                  <a:pt x="227" y="0"/>
                  <a:pt x="227" y="0"/>
                  <a:pt x="227" y="0"/>
                </a:cubicBezTo>
                <a:cubicBezTo>
                  <a:pt x="25" y="135"/>
                  <a:pt x="25" y="135"/>
                  <a:pt x="25" y="135"/>
                </a:cubicBezTo>
                <a:cubicBezTo>
                  <a:pt x="17" y="140"/>
                  <a:pt x="8" y="140"/>
                  <a:pt x="0" y="136"/>
                </a:cubicBezTo>
                <a:cubicBezTo>
                  <a:pt x="0" y="137"/>
                  <a:pt x="0" y="137"/>
                  <a:pt x="1" y="138"/>
                </a:cubicBezTo>
                <a:cubicBezTo>
                  <a:pt x="9" y="150"/>
                  <a:pt x="25" y="154"/>
                  <a:pt x="36" y="146"/>
                </a:cubicBezTo>
                <a:lnTo>
                  <a:pt x="236" y="13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03" name="Freeform 55"/>
          <p:cNvSpPr>
            <a:spLocks noEditPoints="1"/>
          </p:cNvSpPr>
          <p:nvPr>
            <p:custDataLst>
              <p:tags r:id="rId56"/>
            </p:custDataLst>
          </p:nvPr>
        </p:nvSpPr>
        <p:spPr bwMode="auto">
          <a:xfrm>
            <a:off x="4529332" y="569352"/>
            <a:ext cx="296241" cy="520540"/>
          </a:xfrm>
          <a:custGeom>
            <a:avLst/>
            <a:gdLst>
              <a:gd name="T0" fmla="*/ 2147483647 w 136"/>
              <a:gd name="T1" fmla="*/ 2147483647 h 239"/>
              <a:gd name="T2" fmla="*/ 2147483647 w 136"/>
              <a:gd name="T3" fmla="*/ 2147483647 h 239"/>
              <a:gd name="T4" fmla="*/ 2147483647 w 136"/>
              <a:gd name="T5" fmla="*/ 2147483647 h 239"/>
              <a:gd name="T6" fmla="*/ 2147483647 w 136"/>
              <a:gd name="T7" fmla="*/ 2147483647 h 239"/>
              <a:gd name="T8" fmla="*/ 2147483647 w 136"/>
              <a:gd name="T9" fmla="*/ 2147483647 h 239"/>
              <a:gd name="T10" fmla="*/ 2147483647 w 136"/>
              <a:gd name="T11" fmla="*/ 2147483647 h 239"/>
              <a:gd name="T12" fmla="*/ 2147483647 w 136"/>
              <a:gd name="T13" fmla="*/ 2147483647 h 239"/>
              <a:gd name="T14" fmla="*/ 2147483647 w 136"/>
              <a:gd name="T15" fmla="*/ 2147483647 h 239"/>
              <a:gd name="T16" fmla="*/ 2147483647 w 136"/>
              <a:gd name="T17" fmla="*/ 2147483647 h 239"/>
              <a:gd name="T18" fmla="*/ 2147483647 w 136"/>
              <a:gd name="T19" fmla="*/ 2147483647 h 239"/>
              <a:gd name="T20" fmla="*/ 2147483647 w 136"/>
              <a:gd name="T21" fmla="*/ 2147483647 h 239"/>
              <a:gd name="T22" fmla="*/ 2147483647 w 136"/>
              <a:gd name="T23" fmla="*/ 2147483647 h 239"/>
              <a:gd name="T24" fmla="*/ 2147483647 w 136"/>
              <a:gd name="T25" fmla="*/ 2147483647 h 239"/>
              <a:gd name="T26" fmla="*/ 2147483647 w 136"/>
              <a:gd name="T27" fmla="*/ 2147483647 h 239"/>
              <a:gd name="T28" fmla="*/ 2147483647 w 136"/>
              <a:gd name="T29" fmla="*/ 2147483647 h 239"/>
              <a:gd name="T30" fmla="*/ 2147483647 w 136"/>
              <a:gd name="T31" fmla="*/ 2147483647 h 239"/>
              <a:gd name="T32" fmla="*/ 2147483647 w 136"/>
              <a:gd name="T33" fmla="*/ 2147483647 h 239"/>
              <a:gd name="T34" fmla="*/ 2147483647 w 136"/>
              <a:gd name="T35" fmla="*/ 2147483647 h 239"/>
              <a:gd name="T36" fmla="*/ 2147483647 w 136"/>
              <a:gd name="T37" fmla="*/ 2147483647 h 239"/>
              <a:gd name="T38" fmla="*/ 2147483647 w 136"/>
              <a:gd name="T39" fmla="*/ 2147483647 h 239"/>
              <a:gd name="T40" fmla="*/ 2147483647 w 136"/>
              <a:gd name="T41" fmla="*/ 2147483647 h 239"/>
              <a:gd name="T42" fmla="*/ 2147483647 w 136"/>
              <a:gd name="T43" fmla="*/ 2147483647 h 239"/>
              <a:gd name="T44" fmla="*/ 2147483647 w 136"/>
              <a:gd name="T45" fmla="*/ 2147483647 h 239"/>
              <a:gd name="T46" fmla="*/ 2147483647 w 136"/>
              <a:gd name="T47" fmla="*/ 2147483647 h 239"/>
              <a:gd name="T48" fmla="*/ 2147483647 w 136"/>
              <a:gd name="T49" fmla="*/ 2147483647 h 239"/>
              <a:gd name="T50" fmla="*/ 0 w 136"/>
              <a:gd name="T51" fmla="*/ 2147483647 h 239"/>
              <a:gd name="T52" fmla="*/ 2147483647 w 136"/>
              <a:gd name="T53" fmla="*/ 2147483647 h 239"/>
              <a:gd name="T54" fmla="*/ 2147483647 w 136"/>
              <a:gd name="T55" fmla="*/ 2147483647 h 239"/>
              <a:gd name="T56" fmla="*/ 2147483647 w 136"/>
              <a:gd name="T57" fmla="*/ 2147483647 h 239"/>
              <a:gd name="T58" fmla="*/ 2147483647 w 136"/>
              <a:gd name="T59" fmla="*/ 2147483647 h 239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136"/>
              <a:gd name="T91" fmla="*/ 0 h 239"/>
              <a:gd name="T92" fmla="*/ 136 w 136"/>
              <a:gd name="T93" fmla="*/ 239 h 239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136" h="239">
                <a:moveTo>
                  <a:pt x="59" y="203"/>
                </a:moveTo>
                <a:cubicBezTo>
                  <a:pt x="57" y="203"/>
                  <a:pt x="56" y="203"/>
                  <a:pt x="54" y="203"/>
                </a:cubicBezTo>
                <a:cubicBezTo>
                  <a:pt x="54" y="239"/>
                  <a:pt x="54" y="239"/>
                  <a:pt x="54" y="239"/>
                </a:cubicBezTo>
                <a:cubicBezTo>
                  <a:pt x="62" y="239"/>
                  <a:pt x="70" y="234"/>
                  <a:pt x="72" y="226"/>
                </a:cubicBezTo>
                <a:cubicBezTo>
                  <a:pt x="74" y="216"/>
                  <a:pt x="69" y="206"/>
                  <a:pt x="59" y="203"/>
                </a:cubicBezTo>
                <a:close/>
                <a:moveTo>
                  <a:pt x="54" y="187"/>
                </a:moveTo>
                <a:cubicBezTo>
                  <a:pt x="54" y="82"/>
                  <a:pt x="54" y="82"/>
                  <a:pt x="54" y="82"/>
                </a:cubicBezTo>
                <a:cubicBezTo>
                  <a:pt x="62" y="76"/>
                  <a:pt x="71" y="74"/>
                  <a:pt x="81" y="74"/>
                </a:cubicBezTo>
                <a:cubicBezTo>
                  <a:pt x="97" y="13"/>
                  <a:pt x="97" y="13"/>
                  <a:pt x="97" y="13"/>
                </a:cubicBezTo>
                <a:cubicBezTo>
                  <a:pt x="99" y="5"/>
                  <a:pt x="107" y="0"/>
                  <a:pt x="114" y="2"/>
                </a:cubicBezTo>
                <a:cubicBezTo>
                  <a:pt x="122" y="4"/>
                  <a:pt x="126" y="12"/>
                  <a:pt x="124" y="20"/>
                </a:cubicBezTo>
                <a:cubicBezTo>
                  <a:pt x="109" y="81"/>
                  <a:pt x="109" y="81"/>
                  <a:pt x="109" y="81"/>
                </a:cubicBezTo>
                <a:cubicBezTo>
                  <a:pt x="125" y="90"/>
                  <a:pt x="136" y="109"/>
                  <a:pt x="130" y="134"/>
                </a:cubicBezTo>
                <a:cubicBezTo>
                  <a:pt x="130" y="134"/>
                  <a:pt x="125" y="154"/>
                  <a:pt x="122" y="164"/>
                </a:cubicBezTo>
                <a:cubicBezTo>
                  <a:pt x="122" y="164"/>
                  <a:pt x="122" y="164"/>
                  <a:pt x="122" y="164"/>
                </a:cubicBezTo>
                <a:cubicBezTo>
                  <a:pt x="118" y="178"/>
                  <a:pt x="136" y="187"/>
                  <a:pt x="136" y="187"/>
                </a:cubicBezTo>
                <a:cubicBezTo>
                  <a:pt x="131" y="207"/>
                  <a:pt x="131" y="207"/>
                  <a:pt x="131" y="207"/>
                </a:cubicBezTo>
                <a:lnTo>
                  <a:pt x="54" y="187"/>
                </a:lnTo>
                <a:close/>
                <a:moveTo>
                  <a:pt x="54" y="203"/>
                </a:moveTo>
                <a:cubicBezTo>
                  <a:pt x="46" y="203"/>
                  <a:pt x="38" y="208"/>
                  <a:pt x="36" y="216"/>
                </a:cubicBezTo>
                <a:cubicBezTo>
                  <a:pt x="34" y="226"/>
                  <a:pt x="40" y="236"/>
                  <a:pt x="50" y="239"/>
                </a:cubicBezTo>
                <a:cubicBezTo>
                  <a:pt x="51" y="239"/>
                  <a:pt x="53" y="239"/>
                  <a:pt x="54" y="239"/>
                </a:cubicBezTo>
                <a:cubicBezTo>
                  <a:pt x="54" y="203"/>
                  <a:pt x="54" y="203"/>
                  <a:pt x="54" y="203"/>
                </a:cubicBezTo>
                <a:close/>
                <a:moveTo>
                  <a:pt x="54" y="82"/>
                </a:moveTo>
                <a:cubicBezTo>
                  <a:pt x="54" y="187"/>
                  <a:pt x="54" y="187"/>
                  <a:pt x="54" y="187"/>
                </a:cubicBezTo>
                <a:cubicBezTo>
                  <a:pt x="0" y="173"/>
                  <a:pt x="0" y="173"/>
                  <a:pt x="0" y="173"/>
                </a:cubicBezTo>
                <a:cubicBezTo>
                  <a:pt x="5" y="152"/>
                  <a:pt x="5" y="152"/>
                  <a:pt x="5" y="152"/>
                </a:cubicBezTo>
                <a:cubicBezTo>
                  <a:pt x="5" y="152"/>
                  <a:pt x="25" y="154"/>
                  <a:pt x="29" y="140"/>
                </a:cubicBezTo>
                <a:cubicBezTo>
                  <a:pt x="32" y="128"/>
                  <a:pt x="37" y="109"/>
                  <a:pt x="37" y="109"/>
                </a:cubicBezTo>
                <a:cubicBezTo>
                  <a:pt x="40" y="97"/>
                  <a:pt x="46" y="88"/>
                  <a:pt x="54" y="82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04" name="Freeform 56"/>
          <p:cNvSpPr>
            <a:spLocks noEditPoints="1"/>
          </p:cNvSpPr>
          <p:nvPr>
            <p:custDataLst>
              <p:tags r:id="rId57"/>
            </p:custDataLst>
          </p:nvPr>
        </p:nvSpPr>
        <p:spPr bwMode="auto">
          <a:xfrm>
            <a:off x="4260598" y="1659099"/>
            <a:ext cx="554396" cy="605180"/>
          </a:xfrm>
          <a:custGeom>
            <a:avLst/>
            <a:gdLst>
              <a:gd name="T0" fmla="*/ 198 w 255"/>
              <a:gd name="T1" fmla="*/ 128 h 277"/>
              <a:gd name="T2" fmla="*/ 191 w 255"/>
              <a:gd name="T3" fmla="*/ 158 h 277"/>
              <a:gd name="T4" fmla="*/ 191 w 255"/>
              <a:gd name="T5" fmla="*/ 185 h 277"/>
              <a:gd name="T6" fmla="*/ 196 w 255"/>
              <a:gd name="T7" fmla="*/ 187 h 277"/>
              <a:gd name="T8" fmla="*/ 218 w 255"/>
              <a:gd name="T9" fmla="*/ 218 h 277"/>
              <a:gd name="T10" fmla="*/ 191 w 255"/>
              <a:gd name="T11" fmla="*/ 201 h 277"/>
              <a:gd name="T12" fmla="*/ 191 w 255"/>
              <a:gd name="T13" fmla="*/ 55 h 277"/>
              <a:gd name="T14" fmla="*/ 218 w 255"/>
              <a:gd name="T15" fmla="*/ 38 h 277"/>
              <a:gd name="T16" fmla="*/ 196 w 255"/>
              <a:gd name="T17" fmla="*/ 69 h 277"/>
              <a:gd name="T18" fmla="*/ 191 w 255"/>
              <a:gd name="T19" fmla="*/ 71 h 277"/>
              <a:gd name="T20" fmla="*/ 249 w 255"/>
              <a:gd name="T21" fmla="*/ 121 h 277"/>
              <a:gd name="T22" fmla="*/ 211 w 255"/>
              <a:gd name="T23" fmla="*/ 128 h 277"/>
              <a:gd name="T24" fmla="*/ 249 w 255"/>
              <a:gd name="T25" fmla="*/ 134 h 277"/>
              <a:gd name="T26" fmla="*/ 249 w 255"/>
              <a:gd name="T27" fmla="*/ 121 h 277"/>
              <a:gd name="T28" fmla="*/ 132 w 255"/>
              <a:gd name="T29" fmla="*/ 277 h 277"/>
              <a:gd name="T30" fmla="*/ 167 w 255"/>
              <a:gd name="T31" fmla="*/ 186 h 277"/>
              <a:gd name="T32" fmla="*/ 191 w 255"/>
              <a:gd name="T33" fmla="*/ 98 h 277"/>
              <a:gd name="T34" fmla="*/ 127 w 255"/>
              <a:gd name="T35" fmla="*/ 72 h 277"/>
              <a:gd name="T36" fmla="*/ 183 w 255"/>
              <a:gd name="T37" fmla="*/ 128 h 277"/>
              <a:gd name="T38" fmla="*/ 156 w 255"/>
              <a:gd name="T39" fmla="*/ 176 h 277"/>
              <a:gd name="T40" fmla="*/ 153 w 255"/>
              <a:gd name="T41" fmla="*/ 214 h 277"/>
              <a:gd name="T42" fmla="*/ 127 w 255"/>
              <a:gd name="T43" fmla="*/ 277 h 277"/>
              <a:gd name="T44" fmla="*/ 191 w 255"/>
              <a:gd name="T45" fmla="*/ 71 h 277"/>
              <a:gd name="T46" fmla="*/ 186 w 255"/>
              <a:gd name="T47" fmla="*/ 60 h 277"/>
              <a:gd name="T48" fmla="*/ 191 w 255"/>
              <a:gd name="T49" fmla="*/ 185 h 277"/>
              <a:gd name="T50" fmla="*/ 186 w 255"/>
              <a:gd name="T51" fmla="*/ 196 h 277"/>
              <a:gd name="T52" fmla="*/ 191 w 255"/>
              <a:gd name="T53" fmla="*/ 185 h 277"/>
              <a:gd name="T54" fmla="*/ 127 w 255"/>
              <a:gd name="T55" fmla="*/ 0 h 277"/>
              <a:gd name="T56" fmla="*/ 134 w 255"/>
              <a:gd name="T57" fmla="*/ 7 h 277"/>
              <a:gd name="T58" fmla="*/ 128 w 255"/>
              <a:gd name="T59" fmla="*/ 45 h 277"/>
              <a:gd name="T60" fmla="*/ 127 w 255"/>
              <a:gd name="T61" fmla="*/ 45 h 277"/>
              <a:gd name="T62" fmla="*/ 64 w 255"/>
              <a:gd name="T63" fmla="*/ 97 h 277"/>
              <a:gd name="T64" fmla="*/ 89 w 255"/>
              <a:gd name="T65" fmla="*/ 187 h 277"/>
              <a:gd name="T66" fmla="*/ 124 w 255"/>
              <a:gd name="T67" fmla="*/ 277 h 277"/>
              <a:gd name="T68" fmla="*/ 127 w 255"/>
              <a:gd name="T69" fmla="*/ 214 h 277"/>
              <a:gd name="T70" fmla="*/ 103 w 255"/>
              <a:gd name="T71" fmla="*/ 183 h 277"/>
              <a:gd name="T72" fmla="*/ 71 w 255"/>
              <a:gd name="T73" fmla="*/ 128 h 277"/>
              <a:gd name="T74" fmla="*/ 127 w 255"/>
              <a:gd name="T75" fmla="*/ 72 h 277"/>
              <a:gd name="T76" fmla="*/ 127 w 255"/>
              <a:gd name="T77" fmla="*/ 57 h 277"/>
              <a:gd name="T78" fmla="*/ 127 w 255"/>
              <a:gd name="T79" fmla="*/ 0 h 277"/>
              <a:gd name="T80" fmla="*/ 121 w 255"/>
              <a:gd name="T81" fmla="*/ 38 h 277"/>
              <a:gd name="T82" fmla="*/ 127 w 255"/>
              <a:gd name="T83" fmla="*/ 0 h 277"/>
              <a:gd name="T84" fmla="*/ 64 w 255"/>
              <a:gd name="T85" fmla="*/ 185 h 277"/>
              <a:gd name="T86" fmla="*/ 69 w 255"/>
              <a:gd name="T87" fmla="*/ 196 h 277"/>
              <a:gd name="T88" fmla="*/ 64 w 255"/>
              <a:gd name="T89" fmla="*/ 71 h 277"/>
              <a:gd name="T90" fmla="*/ 69 w 255"/>
              <a:gd name="T91" fmla="*/ 60 h 277"/>
              <a:gd name="T92" fmla="*/ 64 w 255"/>
              <a:gd name="T93" fmla="*/ 71 h 277"/>
              <a:gd name="T94" fmla="*/ 57 w 255"/>
              <a:gd name="T95" fmla="*/ 128 h 277"/>
              <a:gd name="T96" fmla="*/ 64 w 255"/>
              <a:gd name="T97" fmla="*/ 97 h 277"/>
              <a:gd name="T98" fmla="*/ 64 w 255"/>
              <a:gd name="T99" fmla="*/ 71 h 277"/>
              <a:gd name="T100" fmla="*/ 60 w 255"/>
              <a:gd name="T101" fmla="*/ 69 h 277"/>
              <a:gd name="T102" fmla="*/ 38 w 255"/>
              <a:gd name="T103" fmla="*/ 38 h 277"/>
              <a:gd name="T104" fmla="*/ 64 w 255"/>
              <a:gd name="T105" fmla="*/ 55 h 277"/>
              <a:gd name="T106" fmla="*/ 64 w 255"/>
              <a:gd name="T107" fmla="*/ 201 h 277"/>
              <a:gd name="T108" fmla="*/ 38 w 255"/>
              <a:gd name="T109" fmla="*/ 218 h 277"/>
              <a:gd name="T110" fmla="*/ 60 w 255"/>
              <a:gd name="T111" fmla="*/ 187 h 277"/>
              <a:gd name="T112" fmla="*/ 64 w 255"/>
              <a:gd name="T113" fmla="*/ 185 h 277"/>
              <a:gd name="T114" fmla="*/ 45 w 255"/>
              <a:gd name="T115" fmla="*/ 128 h 277"/>
              <a:gd name="T116" fmla="*/ 7 w 255"/>
              <a:gd name="T117" fmla="*/ 121 h 277"/>
              <a:gd name="T118" fmla="*/ 7 w 255"/>
              <a:gd name="T119" fmla="*/ 134 h 277"/>
              <a:gd name="T120" fmla="*/ 45 w 255"/>
              <a:gd name="T121" fmla="*/ 128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55" h="277">
                <a:moveTo>
                  <a:pt x="191" y="158"/>
                </a:moveTo>
                <a:cubicBezTo>
                  <a:pt x="195" y="149"/>
                  <a:pt x="198" y="139"/>
                  <a:pt x="198" y="128"/>
                </a:cubicBezTo>
                <a:cubicBezTo>
                  <a:pt x="198" y="117"/>
                  <a:pt x="195" y="107"/>
                  <a:pt x="191" y="98"/>
                </a:cubicBezTo>
                <a:cubicBezTo>
                  <a:pt x="191" y="158"/>
                  <a:pt x="191" y="158"/>
                  <a:pt x="191" y="158"/>
                </a:cubicBezTo>
                <a:close/>
                <a:moveTo>
                  <a:pt x="191" y="201"/>
                </a:moveTo>
                <a:cubicBezTo>
                  <a:pt x="191" y="185"/>
                  <a:pt x="191" y="185"/>
                  <a:pt x="191" y="185"/>
                </a:cubicBezTo>
                <a:cubicBezTo>
                  <a:pt x="193" y="185"/>
                  <a:pt x="194" y="185"/>
                  <a:pt x="196" y="187"/>
                </a:cubicBezTo>
                <a:cubicBezTo>
                  <a:pt x="196" y="187"/>
                  <a:pt x="196" y="187"/>
                  <a:pt x="196" y="187"/>
                </a:cubicBezTo>
                <a:cubicBezTo>
                  <a:pt x="218" y="209"/>
                  <a:pt x="218" y="209"/>
                  <a:pt x="218" y="209"/>
                </a:cubicBezTo>
                <a:cubicBezTo>
                  <a:pt x="220" y="211"/>
                  <a:pt x="220" y="216"/>
                  <a:pt x="218" y="218"/>
                </a:cubicBezTo>
                <a:cubicBezTo>
                  <a:pt x="215" y="221"/>
                  <a:pt x="211" y="221"/>
                  <a:pt x="209" y="218"/>
                </a:cubicBezTo>
                <a:cubicBezTo>
                  <a:pt x="191" y="201"/>
                  <a:pt x="191" y="201"/>
                  <a:pt x="191" y="201"/>
                </a:cubicBezTo>
                <a:close/>
                <a:moveTo>
                  <a:pt x="191" y="71"/>
                </a:moveTo>
                <a:cubicBezTo>
                  <a:pt x="191" y="55"/>
                  <a:pt x="191" y="55"/>
                  <a:pt x="191" y="55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1" y="35"/>
                  <a:pt x="215" y="35"/>
                  <a:pt x="218" y="38"/>
                </a:cubicBezTo>
                <a:cubicBezTo>
                  <a:pt x="220" y="40"/>
                  <a:pt x="220" y="44"/>
                  <a:pt x="218" y="47"/>
                </a:cubicBezTo>
                <a:cubicBezTo>
                  <a:pt x="196" y="69"/>
                  <a:pt x="196" y="69"/>
                  <a:pt x="196" y="69"/>
                </a:cubicBezTo>
                <a:cubicBezTo>
                  <a:pt x="196" y="69"/>
                  <a:pt x="196" y="69"/>
                  <a:pt x="196" y="69"/>
                </a:cubicBezTo>
                <a:cubicBezTo>
                  <a:pt x="194" y="71"/>
                  <a:pt x="193" y="71"/>
                  <a:pt x="191" y="71"/>
                </a:cubicBezTo>
                <a:close/>
                <a:moveTo>
                  <a:pt x="249" y="121"/>
                </a:moveTo>
                <a:cubicBezTo>
                  <a:pt x="249" y="121"/>
                  <a:pt x="249" y="121"/>
                  <a:pt x="249" y="121"/>
                </a:cubicBezTo>
                <a:cubicBezTo>
                  <a:pt x="217" y="121"/>
                  <a:pt x="217" y="121"/>
                  <a:pt x="217" y="121"/>
                </a:cubicBezTo>
                <a:cubicBezTo>
                  <a:pt x="214" y="121"/>
                  <a:pt x="211" y="124"/>
                  <a:pt x="211" y="128"/>
                </a:cubicBezTo>
                <a:cubicBezTo>
                  <a:pt x="211" y="132"/>
                  <a:pt x="214" y="134"/>
                  <a:pt x="217" y="134"/>
                </a:cubicBezTo>
                <a:cubicBezTo>
                  <a:pt x="249" y="134"/>
                  <a:pt x="249" y="134"/>
                  <a:pt x="249" y="134"/>
                </a:cubicBezTo>
                <a:cubicBezTo>
                  <a:pt x="252" y="134"/>
                  <a:pt x="255" y="132"/>
                  <a:pt x="255" y="128"/>
                </a:cubicBezTo>
                <a:cubicBezTo>
                  <a:pt x="255" y="124"/>
                  <a:pt x="252" y="121"/>
                  <a:pt x="249" y="121"/>
                </a:cubicBezTo>
                <a:close/>
                <a:moveTo>
                  <a:pt x="127" y="277"/>
                </a:moveTo>
                <a:cubicBezTo>
                  <a:pt x="132" y="277"/>
                  <a:pt x="132" y="277"/>
                  <a:pt x="132" y="277"/>
                </a:cubicBezTo>
                <a:cubicBezTo>
                  <a:pt x="151" y="277"/>
                  <a:pt x="167" y="262"/>
                  <a:pt x="167" y="242"/>
                </a:cubicBezTo>
                <a:cubicBezTo>
                  <a:pt x="167" y="186"/>
                  <a:pt x="167" y="186"/>
                  <a:pt x="167" y="186"/>
                </a:cubicBezTo>
                <a:cubicBezTo>
                  <a:pt x="177" y="179"/>
                  <a:pt x="186" y="169"/>
                  <a:pt x="191" y="158"/>
                </a:cubicBezTo>
                <a:cubicBezTo>
                  <a:pt x="191" y="98"/>
                  <a:pt x="191" y="98"/>
                  <a:pt x="191" y="98"/>
                </a:cubicBezTo>
                <a:cubicBezTo>
                  <a:pt x="180" y="74"/>
                  <a:pt x="156" y="57"/>
                  <a:pt x="127" y="57"/>
                </a:cubicBezTo>
                <a:cubicBezTo>
                  <a:pt x="127" y="72"/>
                  <a:pt x="127" y="72"/>
                  <a:pt x="127" y="72"/>
                </a:cubicBezTo>
                <a:cubicBezTo>
                  <a:pt x="143" y="72"/>
                  <a:pt x="157" y="78"/>
                  <a:pt x="167" y="88"/>
                </a:cubicBezTo>
                <a:cubicBezTo>
                  <a:pt x="177" y="98"/>
                  <a:pt x="183" y="112"/>
                  <a:pt x="183" y="128"/>
                </a:cubicBezTo>
                <a:cubicBezTo>
                  <a:pt x="183" y="148"/>
                  <a:pt x="172" y="166"/>
                  <a:pt x="156" y="176"/>
                </a:cubicBezTo>
                <a:cubicBezTo>
                  <a:pt x="156" y="176"/>
                  <a:pt x="156" y="176"/>
                  <a:pt x="156" y="176"/>
                </a:cubicBezTo>
                <a:cubicBezTo>
                  <a:pt x="154" y="177"/>
                  <a:pt x="153" y="180"/>
                  <a:pt x="153" y="182"/>
                </a:cubicBezTo>
                <a:cubicBezTo>
                  <a:pt x="153" y="214"/>
                  <a:pt x="153" y="214"/>
                  <a:pt x="153" y="214"/>
                </a:cubicBezTo>
                <a:cubicBezTo>
                  <a:pt x="127" y="214"/>
                  <a:pt x="127" y="214"/>
                  <a:pt x="127" y="214"/>
                </a:cubicBezTo>
                <a:cubicBezTo>
                  <a:pt x="127" y="277"/>
                  <a:pt x="127" y="277"/>
                  <a:pt x="127" y="277"/>
                </a:cubicBezTo>
                <a:close/>
                <a:moveTo>
                  <a:pt x="191" y="55"/>
                </a:moveTo>
                <a:cubicBezTo>
                  <a:pt x="191" y="71"/>
                  <a:pt x="191" y="71"/>
                  <a:pt x="191" y="71"/>
                </a:cubicBezTo>
                <a:cubicBezTo>
                  <a:pt x="189" y="71"/>
                  <a:pt x="188" y="71"/>
                  <a:pt x="186" y="69"/>
                </a:cubicBezTo>
                <a:cubicBezTo>
                  <a:pt x="184" y="67"/>
                  <a:pt x="184" y="63"/>
                  <a:pt x="186" y="60"/>
                </a:cubicBezTo>
                <a:cubicBezTo>
                  <a:pt x="191" y="55"/>
                  <a:pt x="191" y="55"/>
                  <a:pt x="191" y="55"/>
                </a:cubicBezTo>
                <a:close/>
                <a:moveTo>
                  <a:pt x="191" y="185"/>
                </a:moveTo>
                <a:cubicBezTo>
                  <a:pt x="191" y="201"/>
                  <a:pt x="191" y="201"/>
                  <a:pt x="191" y="201"/>
                </a:cubicBezTo>
                <a:cubicBezTo>
                  <a:pt x="186" y="196"/>
                  <a:pt x="186" y="196"/>
                  <a:pt x="186" y="196"/>
                </a:cubicBezTo>
                <a:cubicBezTo>
                  <a:pt x="184" y="193"/>
                  <a:pt x="184" y="189"/>
                  <a:pt x="186" y="187"/>
                </a:cubicBezTo>
                <a:cubicBezTo>
                  <a:pt x="188" y="185"/>
                  <a:pt x="189" y="185"/>
                  <a:pt x="191" y="185"/>
                </a:cubicBezTo>
                <a:close/>
                <a:moveTo>
                  <a:pt x="127" y="45"/>
                </a:moveTo>
                <a:cubicBezTo>
                  <a:pt x="127" y="0"/>
                  <a:pt x="127" y="0"/>
                  <a:pt x="127" y="0"/>
                </a:cubicBezTo>
                <a:cubicBezTo>
                  <a:pt x="127" y="0"/>
                  <a:pt x="128" y="0"/>
                  <a:pt x="128" y="0"/>
                </a:cubicBezTo>
                <a:cubicBezTo>
                  <a:pt x="131" y="0"/>
                  <a:pt x="134" y="3"/>
                  <a:pt x="134" y="7"/>
                </a:cubicBezTo>
                <a:cubicBezTo>
                  <a:pt x="134" y="38"/>
                  <a:pt x="134" y="38"/>
                  <a:pt x="134" y="38"/>
                </a:cubicBezTo>
                <a:cubicBezTo>
                  <a:pt x="134" y="42"/>
                  <a:pt x="131" y="45"/>
                  <a:pt x="128" y="45"/>
                </a:cubicBezTo>
                <a:cubicBezTo>
                  <a:pt x="128" y="45"/>
                  <a:pt x="128" y="45"/>
                  <a:pt x="128" y="45"/>
                </a:cubicBezTo>
                <a:cubicBezTo>
                  <a:pt x="128" y="45"/>
                  <a:pt x="127" y="45"/>
                  <a:pt x="127" y="45"/>
                </a:cubicBezTo>
                <a:close/>
                <a:moveTo>
                  <a:pt x="127" y="57"/>
                </a:moveTo>
                <a:cubicBezTo>
                  <a:pt x="99" y="57"/>
                  <a:pt x="75" y="74"/>
                  <a:pt x="64" y="97"/>
                </a:cubicBezTo>
                <a:cubicBezTo>
                  <a:pt x="64" y="159"/>
                  <a:pt x="64" y="159"/>
                  <a:pt x="64" y="159"/>
                </a:cubicBezTo>
                <a:cubicBezTo>
                  <a:pt x="70" y="170"/>
                  <a:pt x="78" y="180"/>
                  <a:pt x="89" y="187"/>
                </a:cubicBezTo>
                <a:cubicBezTo>
                  <a:pt x="89" y="242"/>
                  <a:pt x="89" y="242"/>
                  <a:pt x="89" y="242"/>
                </a:cubicBezTo>
                <a:cubicBezTo>
                  <a:pt x="89" y="262"/>
                  <a:pt x="104" y="277"/>
                  <a:pt x="124" y="277"/>
                </a:cubicBezTo>
                <a:cubicBezTo>
                  <a:pt x="127" y="277"/>
                  <a:pt x="127" y="277"/>
                  <a:pt x="127" y="277"/>
                </a:cubicBezTo>
                <a:cubicBezTo>
                  <a:pt x="127" y="214"/>
                  <a:pt x="127" y="214"/>
                  <a:pt x="127" y="214"/>
                </a:cubicBezTo>
                <a:cubicBezTo>
                  <a:pt x="103" y="214"/>
                  <a:pt x="103" y="214"/>
                  <a:pt x="103" y="214"/>
                </a:cubicBezTo>
                <a:cubicBezTo>
                  <a:pt x="103" y="183"/>
                  <a:pt x="103" y="183"/>
                  <a:pt x="103" y="183"/>
                </a:cubicBezTo>
                <a:cubicBezTo>
                  <a:pt x="103" y="180"/>
                  <a:pt x="102" y="178"/>
                  <a:pt x="100" y="176"/>
                </a:cubicBezTo>
                <a:cubicBezTo>
                  <a:pt x="83" y="167"/>
                  <a:pt x="71" y="149"/>
                  <a:pt x="71" y="128"/>
                </a:cubicBezTo>
                <a:cubicBezTo>
                  <a:pt x="71" y="112"/>
                  <a:pt x="78" y="98"/>
                  <a:pt x="88" y="88"/>
                </a:cubicBezTo>
                <a:cubicBezTo>
                  <a:pt x="98" y="78"/>
                  <a:pt x="112" y="72"/>
                  <a:pt x="127" y="72"/>
                </a:cubicBezTo>
                <a:cubicBezTo>
                  <a:pt x="127" y="72"/>
                  <a:pt x="127" y="72"/>
                  <a:pt x="127" y="72"/>
                </a:cubicBezTo>
                <a:cubicBezTo>
                  <a:pt x="127" y="57"/>
                  <a:pt x="127" y="57"/>
                  <a:pt x="127" y="57"/>
                </a:cubicBezTo>
                <a:cubicBezTo>
                  <a:pt x="127" y="57"/>
                  <a:pt x="127" y="57"/>
                  <a:pt x="127" y="57"/>
                </a:cubicBezTo>
                <a:close/>
                <a:moveTo>
                  <a:pt x="127" y="0"/>
                </a:moveTo>
                <a:cubicBezTo>
                  <a:pt x="127" y="45"/>
                  <a:pt x="127" y="45"/>
                  <a:pt x="127" y="45"/>
                </a:cubicBezTo>
                <a:cubicBezTo>
                  <a:pt x="124" y="45"/>
                  <a:pt x="121" y="42"/>
                  <a:pt x="121" y="38"/>
                </a:cubicBezTo>
                <a:cubicBezTo>
                  <a:pt x="121" y="7"/>
                  <a:pt x="121" y="7"/>
                  <a:pt x="121" y="7"/>
                </a:cubicBezTo>
                <a:cubicBezTo>
                  <a:pt x="121" y="4"/>
                  <a:pt x="124" y="1"/>
                  <a:pt x="127" y="0"/>
                </a:cubicBezTo>
                <a:close/>
                <a:moveTo>
                  <a:pt x="64" y="201"/>
                </a:moveTo>
                <a:cubicBezTo>
                  <a:pt x="64" y="185"/>
                  <a:pt x="64" y="185"/>
                  <a:pt x="64" y="185"/>
                </a:cubicBezTo>
                <a:cubicBezTo>
                  <a:pt x="66" y="185"/>
                  <a:pt x="68" y="185"/>
                  <a:pt x="69" y="187"/>
                </a:cubicBezTo>
                <a:cubicBezTo>
                  <a:pt x="72" y="189"/>
                  <a:pt x="72" y="193"/>
                  <a:pt x="69" y="196"/>
                </a:cubicBezTo>
                <a:cubicBezTo>
                  <a:pt x="64" y="201"/>
                  <a:pt x="64" y="201"/>
                  <a:pt x="64" y="201"/>
                </a:cubicBezTo>
                <a:close/>
                <a:moveTo>
                  <a:pt x="64" y="71"/>
                </a:moveTo>
                <a:cubicBezTo>
                  <a:pt x="64" y="55"/>
                  <a:pt x="64" y="55"/>
                  <a:pt x="64" y="55"/>
                </a:cubicBezTo>
                <a:cubicBezTo>
                  <a:pt x="69" y="60"/>
                  <a:pt x="69" y="60"/>
                  <a:pt x="69" y="60"/>
                </a:cubicBezTo>
                <a:cubicBezTo>
                  <a:pt x="72" y="63"/>
                  <a:pt x="72" y="67"/>
                  <a:pt x="69" y="69"/>
                </a:cubicBezTo>
                <a:cubicBezTo>
                  <a:pt x="68" y="71"/>
                  <a:pt x="66" y="71"/>
                  <a:pt x="64" y="71"/>
                </a:cubicBezTo>
                <a:close/>
                <a:moveTo>
                  <a:pt x="64" y="97"/>
                </a:moveTo>
                <a:cubicBezTo>
                  <a:pt x="59" y="106"/>
                  <a:pt x="57" y="117"/>
                  <a:pt x="57" y="128"/>
                </a:cubicBezTo>
                <a:cubicBezTo>
                  <a:pt x="57" y="139"/>
                  <a:pt x="59" y="149"/>
                  <a:pt x="64" y="159"/>
                </a:cubicBezTo>
                <a:cubicBezTo>
                  <a:pt x="64" y="97"/>
                  <a:pt x="64" y="97"/>
                  <a:pt x="64" y="97"/>
                </a:cubicBezTo>
                <a:close/>
                <a:moveTo>
                  <a:pt x="64" y="55"/>
                </a:moveTo>
                <a:cubicBezTo>
                  <a:pt x="64" y="71"/>
                  <a:pt x="64" y="71"/>
                  <a:pt x="64" y="71"/>
                </a:cubicBezTo>
                <a:cubicBezTo>
                  <a:pt x="62" y="71"/>
                  <a:pt x="61" y="70"/>
                  <a:pt x="60" y="69"/>
                </a:cubicBezTo>
                <a:cubicBezTo>
                  <a:pt x="60" y="69"/>
                  <a:pt x="60" y="69"/>
                  <a:pt x="60" y="69"/>
                </a:cubicBezTo>
                <a:cubicBezTo>
                  <a:pt x="38" y="47"/>
                  <a:pt x="38" y="47"/>
                  <a:pt x="38" y="47"/>
                </a:cubicBezTo>
                <a:cubicBezTo>
                  <a:pt x="35" y="44"/>
                  <a:pt x="35" y="40"/>
                  <a:pt x="38" y="38"/>
                </a:cubicBezTo>
                <a:cubicBezTo>
                  <a:pt x="40" y="35"/>
                  <a:pt x="44" y="35"/>
                  <a:pt x="47" y="38"/>
                </a:cubicBezTo>
                <a:cubicBezTo>
                  <a:pt x="64" y="55"/>
                  <a:pt x="64" y="55"/>
                  <a:pt x="64" y="55"/>
                </a:cubicBezTo>
                <a:close/>
                <a:moveTo>
                  <a:pt x="64" y="185"/>
                </a:moveTo>
                <a:cubicBezTo>
                  <a:pt x="64" y="201"/>
                  <a:pt x="64" y="201"/>
                  <a:pt x="64" y="201"/>
                </a:cubicBezTo>
                <a:cubicBezTo>
                  <a:pt x="47" y="218"/>
                  <a:pt x="47" y="218"/>
                  <a:pt x="47" y="218"/>
                </a:cubicBezTo>
                <a:cubicBezTo>
                  <a:pt x="44" y="221"/>
                  <a:pt x="40" y="221"/>
                  <a:pt x="38" y="218"/>
                </a:cubicBezTo>
                <a:cubicBezTo>
                  <a:pt x="35" y="216"/>
                  <a:pt x="35" y="211"/>
                  <a:pt x="38" y="209"/>
                </a:cubicBezTo>
                <a:cubicBezTo>
                  <a:pt x="60" y="187"/>
                  <a:pt x="60" y="187"/>
                  <a:pt x="60" y="187"/>
                </a:cubicBezTo>
                <a:cubicBezTo>
                  <a:pt x="60" y="187"/>
                  <a:pt x="60" y="187"/>
                  <a:pt x="60" y="187"/>
                </a:cubicBezTo>
                <a:cubicBezTo>
                  <a:pt x="61" y="185"/>
                  <a:pt x="62" y="185"/>
                  <a:pt x="64" y="185"/>
                </a:cubicBezTo>
                <a:close/>
                <a:moveTo>
                  <a:pt x="45" y="128"/>
                </a:moveTo>
                <a:cubicBezTo>
                  <a:pt x="45" y="128"/>
                  <a:pt x="45" y="128"/>
                  <a:pt x="45" y="128"/>
                </a:cubicBezTo>
                <a:cubicBezTo>
                  <a:pt x="45" y="124"/>
                  <a:pt x="42" y="121"/>
                  <a:pt x="38" y="121"/>
                </a:cubicBezTo>
                <a:cubicBezTo>
                  <a:pt x="7" y="121"/>
                  <a:pt x="7" y="121"/>
                  <a:pt x="7" y="121"/>
                </a:cubicBezTo>
                <a:cubicBezTo>
                  <a:pt x="3" y="121"/>
                  <a:pt x="0" y="124"/>
                  <a:pt x="0" y="128"/>
                </a:cubicBezTo>
                <a:cubicBezTo>
                  <a:pt x="0" y="132"/>
                  <a:pt x="3" y="134"/>
                  <a:pt x="7" y="134"/>
                </a:cubicBezTo>
                <a:cubicBezTo>
                  <a:pt x="38" y="134"/>
                  <a:pt x="38" y="134"/>
                  <a:pt x="38" y="134"/>
                </a:cubicBezTo>
                <a:cubicBezTo>
                  <a:pt x="42" y="134"/>
                  <a:pt x="45" y="132"/>
                  <a:pt x="45" y="128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pPr eaLnBrk="1" hangingPunct="1">
              <a:defRPr/>
            </a:pPr>
            <a:endParaRPr lang="id-ID" sz="1335" dirty="0"/>
          </a:p>
        </p:txBody>
      </p:sp>
      <p:sp>
        <p:nvSpPr>
          <p:cNvPr id="105" name="Freeform 57"/>
          <p:cNvSpPr>
            <a:spLocks noEditPoints="1"/>
          </p:cNvSpPr>
          <p:nvPr>
            <p:custDataLst>
              <p:tags r:id="rId58"/>
            </p:custDataLst>
          </p:nvPr>
        </p:nvSpPr>
        <p:spPr bwMode="auto">
          <a:xfrm>
            <a:off x="6308900" y="95366"/>
            <a:ext cx="526887" cy="518423"/>
          </a:xfrm>
          <a:custGeom>
            <a:avLst/>
            <a:gdLst>
              <a:gd name="T0" fmla="*/ 231 w 243"/>
              <a:gd name="T1" fmla="*/ 92 h 238"/>
              <a:gd name="T2" fmla="*/ 214 w 243"/>
              <a:gd name="T3" fmla="*/ 83 h 238"/>
              <a:gd name="T4" fmla="*/ 206 w 243"/>
              <a:gd name="T5" fmla="*/ 71 h 238"/>
              <a:gd name="T6" fmla="*/ 192 w 243"/>
              <a:gd name="T7" fmla="*/ 82 h 238"/>
              <a:gd name="T8" fmla="*/ 194 w 243"/>
              <a:gd name="T9" fmla="*/ 64 h 238"/>
              <a:gd name="T10" fmla="*/ 179 w 243"/>
              <a:gd name="T11" fmla="*/ 64 h 238"/>
              <a:gd name="T12" fmla="*/ 162 w 243"/>
              <a:gd name="T13" fmla="*/ 54 h 238"/>
              <a:gd name="T14" fmla="*/ 154 w 243"/>
              <a:gd name="T15" fmla="*/ 42 h 238"/>
              <a:gd name="T16" fmla="*/ 140 w 243"/>
              <a:gd name="T17" fmla="*/ 53 h 238"/>
              <a:gd name="T18" fmla="*/ 142 w 243"/>
              <a:gd name="T19" fmla="*/ 35 h 238"/>
              <a:gd name="T20" fmla="*/ 128 w 243"/>
              <a:gd name="T21" fmla="*/ 35 h 238"/>
              <a:gd name="T22" fmla="*/ 110 w 243"/>
              <a:gd name="T23" fmla="*/ 25 h 238"/>
              <a:gd name="T24" fmla="*/ 102 w 243"/>
              <a:gd name="T25" fmla="*/ 13 h 238"/>
              <a:gd name="T26" fmla="*/ 101 w 243"/>
              <a:gd name="T27" fmla="*/ 22 h 238"/>
              <a:gd name="T28" fmla="*/ 208 w 243"/>
              <a:gd name="T29" fmla="*/ 128 h 238"/>
              <a:gd name="T30" fmla="*/ 206 w 243"/>
              <a:gd name="T31" fmla="*/ 132 h 238"/>
              <a:gd name="T32" fmla="*/ 101 w 243"/>
              <a:gd name="T33" fmla="*/ 74 h 238"/>
              <a:gd name="T34" fmla="*/ 196 w 243"/>
              <a:gd name="T35" fmla="*/ 149 h 238"/>
              <a:gd name="T36" fmla="*/ 194 w 243"/>
              <a:gd name="T37" fmla="*/ 153 h 238"/>
              <a:gd name="T38" fmla="*/ 101 w 243"/>
              <a:gd name="T39" fmla="*/ 101 h 238"/>
              <a:gd name="T40" fmla="*/ 185 w 243"/>
              <a:gd name="T41" fmla="*/ 170 h 238"/>
              <a:gd name="T42" fmla="*/ 182 w 243"/>
              <a:gd name="T43" fmla="*/ 174 h 238"/>
              <a:gd name="T44" fmla="*/ 101 w 243"/>
              <a:gd name="T45" fmla="*/ 129 h 238"/>
              <a:gd name="T46" fmla="*/ 173 w 243"/>
              <a:gd name="T47" fmla="*/ 191 h 238"/>
              <a:gd name="T48" fmla="*/ 171 w 243"/>
              <a:gd name="T49" fmla="*/ 195 h 238"/>
              <a:gd name="T50" fmla="*/ 101 w 243"/>
              <a:gd name="T51" fmla="*/ 156 h 238"/>
              <a:gd name="T52" fmla="*/ 138 w 243"/>
              <a:gd name="T53" fmla="*/ 231 h 238"/>
              <a:gd name="T54" fmla="*/ 243 w 243"/>
              <a:gd name="T55" fmla="*/ 91 h 238"/>
              <a:gd name="T56" fmla="*/ 101 w 243"/>
              <a:gd name="T57" fmla="*/ 22 h 238"/>
              <a:gd name="T58" fmla="*/ 85 w 243"/>
              <a:gd name="T59" fmla="*/ 11 h 238"/>
              <a:gd name="T60" fmla="*/ 78 w 243"/>
              <a:gd name="T61" fmla="*/ 0 h 238"/>
              <a:gd name="T62" fmla="*/ 15 w 243"/>
              <a:gd name="T63" fmla="*/ 163 h 238"/>
              <a:gd name="T64" fmla="*/ 101 w 243"/>
              <a:gd name="T65" fmla="*/ 156 h 238"/>
              <a:gd name="T66" fmla="*/ 27 w 243"/>
              <a:gd name="T67" fmla="*/ 113 h 238"/>
              <a:gd name="T68" fmla="*/ 101 w 243"/>
              <a:gd name="T69" fmla="*/ 151 h 238"/>
              <a:gd name="T70" fmla="*/ 40 w 243"/>
              <a:gd name="T71" fmla="*/ 95 h 238"/>
              <a:gd name="T72" fmla="*/ 42 w 243"/>
              <a:gd name="T73" fmla="*/ 91 h 238"/>
              <a:gd name="T74" fmla="*/ 101 w 243"/>
              <a:gd name="T75" fmla="*/ 101 h 238"/>
              <a:gd name="T76" fmla="*/ 51 w 243"/>
              <a:gd name="T77" fmla="*/ 71 h 238"/>
              <a:gd name="T78" fmla="*/ 101 w 243"/>
              <a:gd name="T79" fmla="*/ 96 h 238"/>
              <a:gd name="T80" fmla="*/ 63 w 243"/>
              <a:gd name="T81" fmla="*/ 53 h 238"/>
              <a:gd name="T82" fmla="*/ 65 w 243"/>
              <a:gd name="T83" fmla="*/ 49 h 238"/>
              <a:gd name="T84" fmla="*/ 101 w 243"/>
              <a:gd name="T85" fmla="*/ 22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43" h="238">
                <a:moveTo>
                  <a:pt x="232" y="85"/>
                </a:moveTo>
                <a:cubicBezTo>
                  <a:pt x="233" y="87"/>
                  <a:pt x="233" y="90"/>
                  <a:pt x="231" y="92"/>
                </a:cubicBezTo>
                <a:cubicBezTo>
                  <a:pt x="229" y="97"/>
                  <a:pt x="223" y="99"/>
                  <a:pt x="218" y="96"/>
                </a:cubicBezTo>
                <a:cubicBezTo>
                  <a:pt x="213" y="94"/>
                  <a:pt x="212" y="88"/>
                  <a:pt x="214" y="83"/>
                </a:cubicBezTo>
                <a:cubicBezTo>
                  <a:pt x="216" y="81"/>
                  <a:pt x="218" y="79"/>
                  <a:pt x="220" y="78"/>
                </a:cubicBezTo>
                <a:cubicBezTo>
                  <a:pt x="206" y="71"/>
                  <a:pt x="206" y="71"/>
                  <a:pt x="206" y="71"/>
                </a:cubicBezTo>
                <a:cubicBezTo>
                  <a:pt x="207" y="73"/>
                  <a:pt x="207" y="76"/>
                  <a:pt x="205" y="78"/>
                </a:cubicBezTo>
                <a:cubicBezTo>
                  <a:pt x="203" y="83"/>
                  <a:pt x="197" y="84"/>
                  <a:pt x="192" y="82"/>
                </a:cubicBezTo>
                <a:cubicBezTo>
                  <a:pt x="188" y="79"/>
                  <a:pt x="186" y="73"/>
                  <a:pt x="188" y="69"/>
                </a:cubicBezTo>
                <a:cubicBezTo>
                  <a:pt x="190" y="66"/>
                  <a:pt x="192" y="65"/>
                  <a:pt x="194" y="64"/>
                </a:cubicBezTo>
                <a:cubicBezTo>
                  <a:pt x="180" y="56"/>
                  <a:pt x="180" y="56"/>
                  <a:pt x="180" y="56"/>
                </a:cubicBezTo>
                <a:cubicBezTo>
                  <a:pt x="181" y="59"/>
                  <a:pt x="181" y="61"/>
                  <a:pt x="179" y="64"/>
                </a:cubicBezTo>
                <a:cubicBezTo>
                  <a:pt x="177" y="68"/>
                  <a:pt x="171" y="70"/>
                  <a:pt x="166" y="67"/>
                </a:cubicBezTo>
                <a:cubicBezTo>
                  <a:pt x="161" y="65"/>
                  <a:pt x="160" y="59"/>
                  <a:pt x="162" y="54"/>
                </a:cubicBezTo>
                <a:cubicBezTo>
                  <a:pt x="164" y="52"/>
                  <a:pt x="166" y="50"/>
                  <a:pt x="168" y="50"/>
                </a:cubicBezTo>
                <a:cubicBezTo>
                  <a:pt x="154" y="42"/>
                  <a:pt x="154" y="42"/>
                  <a:pt x="154" y="42"/>
                </a:cubicBezTo>
                <a:cubicBezTo>
                  <a:pt x="155" y="44"/>
                  <a:pt x="155" y="47"/>
                  <a:pt x="153" y="49"/>
                </a:cubicBezTo>
                <a:cubicBezTo>
                  <a:pt x="151" y="54"/>
                  <a:pt x="145" y="56"/>
                  <a:pt x="140" y="53"/>
                </a:cubicBezTo>
                <a:cubicBezTo>
                  <a:pt x="136" y="50"/>
                  <a:pt x="134" y="45"/>
                  <a:pt x="136" y="40"/>
                </a:cubicBezTo>
                <a:cubicBezTo>
                  <a:pt x="138" y="37"/>
                  <a:pt x="140" y="36"/>
                  <a:pt x="142" y="35"/>
                </a:cubicBezTo>
                <a:cubicBezTo>
                  <a:pt x="128" y="28"/>
                  <a:pt x="128" y="28"/>
                  <a:pt x="128" y="28"/>
                </a:cubicBezTo>
                <a:cubicBezTo>
                  <a:pt x="129" y="30"/>
                  <a:pt x="129" y="33"/>
                  <a:pt x="128" y="35"/>
                </a:cubicBezTo>
                <a:cubicBezTo>
                  <a:pt x="125" y="40"/>
                  <a:pt x="119" y="41"/>
                  <a:pt x="114" y="39"/>
                </a:cubicBezTo>
                <a:cubicBezTo>
                  <a:pt x="110" y="36"/>
                  <a:pt x="108" y="30"/>
                  <a:pt x="110" y="25"/>
                </a:cubicBezTo>
                <a:cubicBezTo>
                  <a:pt x="112" y="23"/>
                  <a:pt x="114" y="22"/>
                  <a:pt x="116" y="21"/>
                </a:cubicBezTo>
                <a:cubicBezTo>
                  <a:pt x="102" y="13"/>
                  <a:pt x="102" y="13"/>
                  <a:pt x="102" y="13"/>
                </a:cubicBezTo>
                <a:cubicBezTo>
                  <a:pt x="103" y="16"/>
                  <a:pt x="103" y="18"/>
                  <a:pt x="102" y="21"/>
                </a:cubicBezTo>
                <a:cubicBezTo>
                  <a:pt x="101" y="21"/>
                  <a:pt x="101" y="22"/>
                  <a:pt x="101" y="22"/>
                </a:cubicBezTo>
                <a:cubicBezTo>
                  <a:pt x="101" y="69"/>
                  <a:pt x="101" y="69"/>
                  <a:pt x="101" y="69"/>
                </a:cubicBezTo>
                <a:cubicBezTo>
                  <a:pt x="208" y="128"/>
                  <a:pt x="208" y="128"/>
                  <a:pt x="208" y="128"/>
                </a:cubicBezTo>
                <a:cubicBezTo>
                  <a:pt x="209" y="129"/>
                  <a:pt x="209" y="130"/>
                  <a:pt x="209" y="131"/>
                </a:cubicBezTo>
                <a:cubicBezTo>
                  <a:pt x="208" y="132"/>
                  <a:pt x="207" y="133"/>
                  <a:pt x="206" y="132"/>
                </a:cubicBezTo>
                <a:cubicBezTo>
                  <a:pt x="206" y="132"/>
                  <a:pt x="206" y="132"/>
                  <a:pt x="206" y="132"/>
                </a:cubicBezTo>
                <a:cubicBezTo>
                  <a:pt x="101" y="74"/>
                  <a:pt x="101" y="74"/>
                  <a:pt x="101" y="74"/>
                </a:cubicBezTo>
                <a:cubicBezTo>
                  <a:pt x="101" y="96"/>
                  <a:pt x="101" y="96"/>
                  <a:pt x="101" y="96"/>
                </a:cubicBezTo>
                <a:cubicBezTo>
                  <a:pt x="196" y="149"/>
                  <a:pt x="196" y="149"/>
                  <a:pt x="196" y="149"/>
                </a:cubicBezTo>
                <a:cubicBezTo>
                  <a:pt x="197" y="150"/>
                  <a:pt x="198" y="151"/>
                  <a:pt x="197" y="152"/>
                </a:cubicBezTo>
                <a:cubicBezTo>
                  <a:pt x="197" y="153"/>
                  <a:pt x="195" y="154"/>
                  <a:pt x="194" y="153"/>
                </a:cubicBezTo>
                <a:cubicBezTo>
                  <a:pt x="194" y="153"/>
                  <a:pt x="194" y="153"/>
                  <a:pt x="194" y="153"/>
                </a:cubicBezTo>
                <a:cubicBezTo>
                  <a:pt x="101" y="101"/>
                  <a:pt x="101" y="101"/>
                  <a:pt x="101" y="101"/>
                </a:cubicBezTo>
                <a:cubicBezTo>
                  <a:pt x="101" y="124"/>
                  <a:pt x="101" y="124"/>
                  <a:pt x="101" y="124"/>
                </a:cubicBezTo>
                <a:cubicBezTo>
                  <a:pt x="185" y="170"/>
                  <a:pt x="185" y="170"/>
                  <a:pt x="185" y="170"/>
                </a:cubicBezTo>
                <a:cubicBezTo>
                  <a:pt x="186" y="171"/>
                  <a:pt x="186" y="172"/>
                  <a:pt x="186" y="173"/>
                </a:cubicBezTo>
                <a:cubicBezTo>
                  <a:pt x="185" y="174"/>
                  <a:pt x="184" y="175"/>
                  <a:pt x="182" y="174"/>
                </a:cubicBezTo>
                <a:cubicBezTo>
                  <a:pt x="182" y="174"/>
                  <a:pt x="182" y="174"/>
                  <a:pt x="182" y="174"/>
                </a:cubicBezTo>
                <a:cubicBezTo>
                  <a:pt x="101" y="129"/>
                  <a:pt x="101" y="129"/>
                  <a:pt x="101" y="129"/>
                </a:cubicBezTo>
                <a:cubicBezTo>
                  <a:pt x="101" y="151"/>
                  <a:pt x="101" y="151"/>
                  <a:pt x="101" y="151"/>
                </a:cubicBezTo>
                <a:cubicBezTo>
                  <a:pt x="173" y="191"/>
                  <a:pt x="173" y="191"/>
                  <a:pt x="173" y="191"/>
                </a:cubicBezTo>
                <a:cubicBezTo>
                  <a:pt x="174" y="192"/>
                  <a:pt x="174" y="193"/>
                  <a:pt x="174" y="194"/>
                </a:cubicBezTo>
                <a:cubicBezTo>
                  <a:pt x="173" y="196"/>
                  <a:pt x="172" y="196"/>
                  <a:pt x="171" y="195"/>
                </a:cubicBezTo>
                <a:cubicBezTo>
                  <a:pt x="171" y="195"/>
                  <a:pt x="171" y="195"/>
                  <a:pt x="171" y="195"/>
                </a:cubicBezTo>
                <a:cubicBezTo>
                  <a:pt x="101" y="156"/>
                  <a:pt x="101" y="156"/>
                  <a:pt x="101" y="156"/>
                </a:cubicBezTo>
                <a:cubicBezTo>
                  <a:pt x="101" y="210"/>
                  <a:pt x="101" y="210"/>
                  <a:pt x="101" y="210"/>
                </a:cubicBezTo>
                <a:cubicBezTo>
                  <a:pt x="138" y="231"/>
                  <a:pt x="138" y="231"/>
                  <a:pt x="138" y="231"/>
                </a:cubicBezTo>
                <a:cubicBezTo>
                  <a:pt x="150" y="238"/>
                  <a:pt x="164" y="233"/>
                  <a:pt x="171" y="222"/>
                </a:cubicBezTo>
                <a:cubicBezTo>
                  <a:pt x="243" y="91"/>
                  <a:pt x="243" y="91"/>
                  <a:pt x="243" y="91"/>
                </a:cubicBezTo>
                <a:lnTo>
                  <a:pt x="232" y="85"/>
                </a:lnTo>
                <a:close/>
                <a:moveTo>
                  <a:pt x="101" y="22"/>
                </a:moveTo>
                <a:cubicBezTo>
                  <a:pt x="98" y="26"/>
                  <a:pt x="93" y="27"/>
                  <a:pt x="88" y="24"/>
                </a:cubicBezTo>
                <a:cubicBezTo>
                  <a:pt x="84" y="22"/>
                  <a:pt x="82" y="16"/>
                  <a:pt x="85" y="11"/>
                </a:cubicBezTo>
                <a:cubicBezTo>
                  <a:pt x="86" y="9"/>
                  <a:pt x="88" y="7"/>
                  <a:pt x="90" y="6"/>
                </a:cubicBezTo>
                <a:cubicBezTo>
                  <a:pt x="78" y="0"/>
                  <a:pt x="78" y="0"/>
                  <a:pt x="78" y="0"/>
                </a:cubicBezTo>
                <a:cubicBezTo>
                  <a:pt x="6" y="130"/>
                  <a:pt x="6" y="130"/>
                  <a:pt x="6" y="130"/>
                </a:cubicBezTo>
                <a:cubicBezTo>
                  <a:pt x="0" y="142"/>
                  <a:pt x="4" y="157"/>
                  <a:pt x="15" y="163"/>
                </a:cubicBezTo>
                <a:cubicBezTo>
                  <a:pt x="101" y="210"/>
                  <a:pt x="101" y="210"/>
                  <a:pt x="101" y="210"/>
                </a:cubicBezTo>
                <a:cubicBezTo>
                  <a:pt x="101" y="156"/>
                  <a:pt x="101" y="156"/>
                  <a:pt x="101" y="156"/>
                </a:cubicBezTo>
                <a:cubicBezTo>
                  <a:pt x="28" y="116"/>
                  <a:pt x="28" y="116"/>
                  <a:pt x="28" y="116"/>
                </a:cubicBezTo>
                <a:cubicBezTo>
                  <a:pt x="27" y="116"/>
                  <a:pt x="27" y="114"/>
                  <a:pt x="27" y="113"/>
                </a:cubicBezTo>
                <a:cubicBezTo>
                  <a:pt x="28" y="112"/>
                  <a:pt x="29" y="112"/>
                  <a:pt x="30" y="112"/>
                </a:cubicBezTo>
                <a:cubicBezTo>
                  <a:pt x="101" y="151"/>
                  <a:pt x="101" y="151"/>
                  <a:pt x="101" y="151"/>
                </a:cubicBezTo>
                <a:cubicBezTo>
                  <a:pt x="101" y="129"/>
                  <a:pt x="101" y="129"/>
                  <a:pt x="101" y="129"/>
                </a:cubicBezTo>
                <a:cubicBezTo>
                  <a:pt x="40" y="95"/>
                  <a:pt x="40" y="95"/>
                  <a:pt x="40" y="95"/>
                </a:cubicBezTo>
                <a:cubicBezTo>
                  <a:pt x="39" y="95"/>
                  <a:pt x="38" y="93"/>
                  <a:pt x="39" y="92"/>
                </a:cubicBezTo>
                <a:cubicBezTo>
                  <a:pt x="40" y="91"/>
                  <a:pt x="41" y="91"/>
                  <a:pt x="42" y="91"/>
                </a:cubicBezTo>
                <a:cubicBezTo>
                  <a:pt x="101" y="124"/>
                  <a:pt x="101" y="124"/>
                  <a:pt x="101" y="124"/>
                </a:cubicBezTo>
                <a:cubicBezTo>
                  <a:pt x="101" y="101"/>
                  <a:pt x="101" y="101"/>
                  <a:pt x="101" y="101"/>
                </a:cubicBezTo>
                <a:cubicBezTo>
                  <a:pt x="51" y="74"/>
                  <a:pt x="51" y="74"/>
                  <a:pt x="51" y="74"/>
                </a:cubicBezTo>
                <a:cubicBezTo>
                  <a:pt x="50" y="74"/>
                  <a:pt x="50" y="72"/>
                  <a:pt x="51" y="71"/>
                </a:cubicBezTo>
                <a:cubicBezTo>
                  <a:pt x="51" y="70"/>
                  <a:pt x="53" y="70"/>
                  <a:pt x="54" y="70"/>
                </a:cubicBezTo>
                <a:cubicBezTo>
                  <a:pt x="101" y="96"/>
                  <a:pt x="101" y="96"/>
                  <a:pt x="101" y="96"/>
                </a:cubicBezTo>
                <a:cubicBezTo>
                  <a:pt x="101" y="74"/>
                  <a:pt x="101" y="74"/>
                  <a:pt x="101" y="74"/>
                </a:cubicBezTo>
                <a:cubicBezTo>
                  <a:pt x="63" y="53"/>
                  <a:pt x="63" y="53"/>
                  <a:pt x="63" y="53"/>
                </a:cubicBezTo>
                <a:cubicBezTo>
                  <a:pt x="62" y="53"/>
                  <a:pt x="62" y="51"/>
                  <a:pt x="62" y="50"/>
                </a:cubicBezTo>
                <a:cubicBezTo>
                  <a:pt x="63" y="49"/>
                  <a:pt x="64" y="49"/>
                  <a:pt x="65" y="49"/>
                </a:cubicBezTo>
                <a:cubicBezTo>
                  <a:pt x="101" y="69"/>
                  <a:pt x="101" y="69"/>
                  <a:pt x="101" y="69"/>
                </a:cubicBezTo>
                <a:lnTo>
                  <a:pt x="101" y="22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pPr eaLnBrk="1" hangingPunct="1">
              <a:defRPr/>
            </a:pPr>
            <a:endParaRPr lang="id-ID" sz="1335" dirty="0"/>
          </a:p>
        </p:txBody>
      </p:sp>
      <p:sp>
        <p:nvSpPr>
          <p:cNvPr id="106" name="Freeform 58"/>
          <p:cNvSpPr>
            <a:spLocks noEditPoints="1"/>
          </p:cNvSpPr>
          <p:nvPr>
            <p:custDataLst>
              <p:tags r:id="rId59"/>
            </p:custDataLst>
          </p:nvPr>
        </p:nvSpPr>
        <p:spPr bwMode="auto">
          <a:xfrm>
            <a:off x="4442576" y="2260047"/>
            <a:ext cx="514191" cy="520540"/>
          </a:xfrm>
          <a:custGeom>
            <a:avLst/>
            <a:gdLst>
              <a:gd name="T0" fmla="*/ 2147483647 w 236"/>
              <a:gd name="T1" fmla="*/ 2147483647 h 239"/>
              <a:gd name="T2" fmla="*/ 2147483647 w 236"/>
              <a:gd name="T3" fmla="*/ 2147483647 h 239"/>
              <a:gd name="T4" fmla="*/ 2147483647 w 236"/>
              <a:gd name="T5" fmla="*/ 2147483647 h 239"/>
              <a:gd name="T6" fmla="*/ 2147483647 w 236"/>
              <a:gd name="T7" fmla="*/ 2147483647 h 239"/>
              <a:gd name="T8" fmla="*/ 2147483647 w 236"/>
              <a:gd name="T9" fmla="*/ 2147483647 h 239"/>
              <a:gd name="T10" fmla="*/ 2147483647 w 236"/>
              <a:gd name="T11" fmla="*/ 2147483647 h 239"/>
              <a:gd name="T12" fmla="*/ 2147483647 w 236"/>
              <a:gd name="T13" fmla="*/ 2147483647 h 239"/>
              <a:gd name="T14" fmla="*/ 2147483647 w 236"/>
              <a:gd name="T15" fmla="*/ 2147483647 h 239"/>
              <a:gd name="T16" fmla="*/ 2147483647 w 236"/>
              <a:gd name="T17" fmla="*/ 2147483647 h 239"/>
              <a:gd name="T18" fmla="*/ 2147483647 w 236"/>
              <a:gd name="T19" fmla="*/ 2147483647 h 239"/>
              <a:gd name="T20" fmla="*/ 2147483647 w 236"/>
              <a:gd name="T21" fmla="*/ 2147483647 h 239"/>
              <a:gd name="T22" fmla="*/ 2147483647 w 236"/>
              <a:gd name="T23" fmla="*/ 2147483647 h 239"/>
              <a:gd name="T24" fmla="*/ 2147483647 w 236"/>
              <a:gd name="T25" fmla="*/ 2147483647 h 239"/>
              <a:gd name="T26" fmla="*/ 2147483647 w 236"/>
              <a:gd name="T27" fmla="*/ 2147483647 h 239"/>
              <a:gd name="T28" fmla="*/ 2147483647 w 236"/>
              <a:gd name="T29" fmla="*/ 2147483647 h 239"/>
              <a:gd name="T30" fmla="*/ 2147483647 w 236"/>
              <a:gd name="T31" fmla="*/ 2147483647 h 239"/>
              <a:gd name="T32" fmla="*/ 2147483647 w 236"/>
              <a:gd name="T33" fmla="*/ 2147483647 h 239"/>
              <a:gd name="T34" fmla="*/ 2147483647 w 236"/>
              <a:gd name="T35" fmla="*/ 2147483647 h 239"/>
              <a:gd name="T36" fmla="*/ 2147483647 w 236"/>
              <a:gd name="T37" fmla="*/ 2147483647 h 239"/>
              <a:gd name="T38" fmla="*/ 2147483647 w 236"/>
              <a:gd name="T39" fmla="*/ 2147483647 h 239"/>
              <a:gd name="T40" fmla="*/ 2147483647 w 236"/>
              <a:gd name="T41" fmla="*/ 2147483647 h 239"/>
              <a:gd name="T42" fmla="*/ 2147483647 w 236"/>
              <a:gd name="T43" fmla="*/ 2147483647 h 239"/>
              <a:gd name="T44" fmla="*/ 2147483647 w 236"/>
              <a:gd name="T45" fmla="*/ 2147483647 h 239"/>
              <a:gd name="T46" fmla="*/ 2147483647 w 236"/>
              <a:gd name="T47" fmla="*/ 2147483647 h 239"/>
              <a:gd name="T48" fmla="*/ 2147483647 w 236"/>
              <a:gd name="T49" fmla="*/ 2147483647 h 239"/>
              <a:gd name="T50" fmla="*/ 2147483647 w 236"/>
              <a:gd name="T51" fmla="*/ 2147483647 h 239"/>
              <a:gd name="T52" fmla="*/ 2147483647 w 236"/>
              <a:gd name="T53" fmla="*/ 2147483647 h 239"/>
              <a:gd name="T54" fmla="*/ 2147483647 w 236"/>
              <a:gd name="T55" fmla="*/ 2147483647 h 239"/>
              <a:gd name="T56" fmla="*/ 2147483647 w 236"/>
              <a:gd name="T57" fmla="*/ 0 h 239"/>
              <a:gd name="T58" fmla="*/ 2147483647 w 236"/>
              <a:gd name="T59" fmla="*/ 2147483647 h 239"/>
              <a:gd name="T60" fmla="*/ 2147483647 w 236"/>
              <a:gd name="T61" fmla="*/ 2147483647 h 239"/>
              <a:gd name="T62" fmla="*/ 2147483647 w 236"/>
              <a:gd name="T63" fmla="*/ 2147483647 h 239"/>
              <a:gd name="T64" fmla="*/ 2147483647 w 236"/>
              <a:gd name="T65" fmla="*/ 2147483647 h 239"/>
              <a:gd name="T66" fmla="*/ 2147483647 w 236"/>
              <a:gd name="T67" fmla="*/ 2147483647 h 239"/>
              <a:gd name="T68" fmla="*/ 2147483647 w 236"/>
              <a:gd name="T69" fmla="*/ 2147483647 h 239"/>
              <a:gd name="T70" fmla="*/ 2147483647 w 236"/>
              <a:gd name="T71" fmla="*/ 2147483647 h 239"/>
              <a:gd name="T72" fmla="*/ 2147483647 w 236"/>
              <a:gd name="T73" fmla="*/ 2147483647 h 239"/>
              <a:gd name="T74" fmla="*/ 2147483647 w 236"/>
              <a:gd name="T75" fmla="*/ 2147483647 h 239"/>
              <a:gd name="T76" fmla="*/ 2147483647 w 236"/>
              <a:gd name="T77" fmla="*/ 2147483647 h 239"/>
              <a:gd name="T78" fmla="*/ 2147483647 w 236"/>
              <a:gd name="T79" fmla="*/ 2147483647 h 239"/>
              <a:gd name="T80" fmla="*/ 2147483647 w 236"/>
              <a:gd name="T81" fmla="*/ 2147483647 h 239"/>
              <a:gd name="T82" fmla="*/ 2147483647 w 236"/>
              <a:gd name="T83" fmla="*/ 2147483647 h 239"/>
              <a:gd name="T84" fmla="*/ 2147483647 w 236"/>
              <a:gd name="T85" fmla="*/ 2147483647 h 239"/>
              <a:gd name="T86" fmla="*/ 2147483647 w 236"/>
              <a:gd name="T87" fmla="*/ 2147483647 h 239"/>
              <a:gd name="T88" fmla="*/ 2147483647 w 236"/>
              <a:gd name="T89" fmla="*/ 2147483647 h 239"/>
              <a:gd name="T90" fmla="*/ 2147483647 w 236"/>
              <a:gd name="T91" fmla="*/ 2147483647 h 239"/>
              <a:gd name="T92" fmla="*/ 2147483647 w 236"/>
              <a:gd name="T93" fmla="*/ 2147483647 h 239"/>
              <a:gd name="T94" fmla="*/ 2147483647 w 236"/>
              <a:gd name="T95" fmla="*/ 2147483647 h 239"/>
              <a:gd name="T96" fmla="*/ 2147483647 w 236"/>
              <a:gd name="T97" fmla="*/ 2147483647 h 239"/>
              <a:gd name="T98" fmla="*/ 2147483647 w 236"/>
              <a:gd name="T99" fmla="*/ 2147483647 h 239"/>
              <a:gd name="T100" fmla="*/ 2147483647 w 236"/>
              <a:gd name="T101" fmla="*/ 2147483647 h 239"/>
              <a:gd name="T102" fmla="*/ 2147483647 w 236"/>
              <a:gd name="T103" fmla="*/ 2147483647 h 239"/>
              <a:gd name="T104" fmla="*/ 2147483647 w 236"/>
              <a:gd name="T105" fmla="*/ 2147483647 h 239"/>
              <a:gd name="T106" fmla="*/ 2147483647 w 236"/>
              <a:gd name="T107" fmla="*/ 2147483647 h 239"/>
              <a:gd name="T108" fmla="*/ 2147483647 w 236"/>
              <a:gd name="T109" fmla="*/ 2147483647 h 239"/>
              <a:gd name="T110" fmla="*/ 2147483647 w 236"/>
              <a:gd name="T111" fmla="*/ 2147483647 h 239"/>
              <a:gd name="T112" fmla="*/ 2147483647 w 236"/>
              <a:gd name="T113" fmla="*/ 2147483647 h 239"/>
              <a:gd name="T114" fmla="*/ 2147483647 w 236"/>
              <a:gd name="T115" fmla="*/ 2147483647 h 239"/>
              <a:gd name="T116" fmla="*/ 2147483647 w 236"/>
              <a:gd name="T117" fmla="*/ 2147483647 h 239"/>
              <a:gd name="T118" fmla="*/ 2147483647 w 236"/>
              <a:gd name="T119" fmla="*/ 2147483647 h 239"/>
              <a:gd name="T120" fmla="*/ 2147483647 w 236"/>
              <a:gd name="T121" fmla="*/ 2147483647 h 239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236"/>
              <a:gd name="T184" fmla="*/ 0 h 239"/>
              <a:gd name="T185" fmla="*/ 236 w 236"/>
              <a:gd name="T186" fmla="*/ 239 h 239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236" h="239">
                <a:moveTo>
                  <a:pt x="189" y="195"/>
                </a:moveTo>
                <a:cubicBezTo>
                  <a:pt x="216" y="182"/>
                  <a:pt x="216" y="182"/>
                  <a:pt x="216" y="182"/>
                </a:cubicBezTo>
                <a:cubicBezTo>
                  <a:pt x="230" y="176"/>
                  <a:pt x="236" y="159"/>
                  <a:pt x="229" y="146"/>
                </a:cubicBezTo>
                <a:cubicBezTo>
                  <a:pt x="189" y="60"/>
                  <a:pt x="189" y="60"/>
                  <a:pt x="189" y="60"/>
                </a:cubicBezTo>
                <a:cubicBezTo>
                  <a:pt x="189" y="107"/>
                  <a:pt x="189" y="107"/>
                  <a:pt x="189" y="107"/>
                </a:cubicBezTo>
                <a:cubicBezTo>
                  <a:pt x="190" y="108"/>
                  <a:pt x="190" y="108"/>
                  <a:pt x="190" y="109"/>
                </a:cubicBezTo>
                <a:cubicBezTo>
                  <a:pt x="196" y="122"/>
                  <a:pt x="196" y="122"/>
                  <a:pt x="196" y="122"/>
                </a:cubicBezTo>
                <a:cubicBezTo>
                  <a:pt x="196" y="122"/>
                  <a:pt x="196" y="122"/>
                  <a:pt x="196" y="122"/>
                </a:cubicBezTo>
                <a:cubicBezTo>
                  <a:pt x="197" y="124"/>
                  <a:pt x="196" y="126"/>
                  <a:pt x="194" y="127"/>
                </a:cubicBezTo>
                <a:cubicBezTo>
                  <a:pt x="189" y="130"/>
                  <a:pt x="189" y="130"/>
                  <a:pt x="189" y="130"/>
                </a:cubicBezTo>
                <a:cubicBezTo>
                  <a:pt x="189" y="141"/>
                  <a:pt x="189" y="141"/>
                  <a:pt x="189" y="141"/>
                </a:cubicBezTo>
                <a:cubicBezTo>
                  <a:pt x="198" y="136"/>
                  <a:pt x="198" y="136"/>
                  <a:pt x="198" y="136"/>
                </a:cubicBezTo>
                <a:cubicBezTo>
                  <a:pt x="201" y="135"/>
                  <a:pt x="203" y="136"/>
                  <a:pt x="204" y="138"/>
                </a:cubicBezTo>
                <a:cubicBezTo>
                  <a:pt x="210" y="151"/>
                  <a:pt x="210" y="151"/>
                  <a:pt x="210" y="151"/>
                </a:cubicBezTo>
                <a:cubicBezTo>
                  <a:pt x="210" y="151"/>
                  <a:pt x="210" y="151"/>
                  <a:pt x="210" y="151"/>
                </a:cubicBezTo>
                <a:cubicBezTo>
                  <a:pt x="211" y="153"/>
                  <a:pt x="210" y="156"/>
                  <a:pt x="208" y="157"/>
                </a:cubicBezTo>
                <a:cubicBezTo>
                  <a:pt x="189" y="166"/>
                  <a:pt x="189" y="166"/>
                  <a:pt x="189" y="166"/>
                </a:cubicBezTo>
                <a:lnTo>
                  <a:pt x="189" y="195"/>
                </a:lnTo>
                <a:close/>
                <a:moveTo>
                  <a:pt x="168" y="204"/>
                </a:moveTo>
                <a:cubicBezTo>
                  <a:pt x="189" y="195"/>
                  <a:pt x="189" y="195"/>
                  <a:pt x="189" y="195"/>
                </a:cubicBezTo>
                <a:cubicBezTo>
                  <a:pt x="189" y="166"/>
                  <a:pt x="189" y="166"/>
                  <a:pt x="189" y="166"/>
                </a:cubicBezTo>
                <a:cubicBezTo>
                  <a:pt x="180" y="170"/>
                  <a:pt x="180" y="170"/>
                  <a:pt x="180" y="170"/>
                </a:cubicBezTo>
                <a:cubicBezTo>
                  <a:pt x="178" y="171"/>
                  <a:pt x="175" y="170"/>
                  <a:pt x="174" y="168"/>
                </a:cubicBezTo>
                <a:cubicBezTo>
                  <a:pt x="168" y="156"/>
                  <a:pt x="168" y="156"/>
                  <a:pt x="168" y="156"/>
                </a:cubicBezTo>
                <a:cubicBezTo>
                  <a:pt x="168" y="204"/>
                  <a:pt x="168" y="204"/>
                  <a:pt x="168" y="204"/>
                </a:cubicBezTo>
                <a:close/>
                <a:moveTo>
                  <a:pt x="189" y="60"/>
                </a:moveTo>
                <a:cubicBezTo>
                  <a:pt x="168" y="16"/>
                  <a:pt x="168" y="16"/>
                  <a:pt x="168" y="16"/>
                </a:cubicBezTo>
                <a:cubicBezTo>
                  <a:pt x="168" y="78"/>
                  <a:pt x="168" y="78"/>
                  <a:pt x="168" y="78"/>
                </a:cubicBezTo>
                <a:cubicBezTo>
                  <a:pt x="171" y="77"/>
                  <a:pt x="171" y="77"/>
                  <a:pt x="171" y="77"/>
                </a:cubicBezTo>
                <a:cubicBezTo>
                  <a:pt x="173" y="76"/>
                  <a:pt x="175" y="77"/>
                  <a:pt x="176" y="79"/>
                </a:cubicBezTo>
                <a:cubicBezTo>
                  <a:pt x="182" y="92"/>
                  <a:pt x="182" y="92"/>
                  <a:pt x="182" y="92"/>
                </a:cubicBezTo>
                <a:cubicBezTo>
                  <a:pt x="182" y="92"/>
                  <a:pt x="182" y="92"/>
                  <a:pt x="182" y="92"/>
                </a:cubicBezTo>
                <a:cubicBezTo>
                  <a:pt x="183" y="94"/>
                  <a:pt x="182" y="97"/>
                  <a:pt x="180" y="98"/>
                </a:cubicBezTo>
                <a:cubicBezTo>
                  <a:pt x="168" y="103"/>
                  <a:pt x="168" y="103"/>
                  <a:pt x="168" y="103"/>
                </a:cubicBezTo>
                <a:cubicBezTo>
                  <a:pt x="168" y="114"/>
                  <a:pt x="168" y="114"/>
                  <a:pt x="168" y="114"/>
                </a:cubicBezTo>
                <a:cubicBezTo>
                  <a:pt x="185" y="107"/>
                  <a:pt x="185" y="107"/>
                  <a:pt x="185" y="107"/>
                </a:cubicBezTo>
                <a:cubicBezTo>
                  <a:pt x="186" y="106"/>
                  <a:pt x="188" y="106"/>
                  <a:pt x="189" y="107"/>
                </a:cubicBezTo>
                <a:cubicBezTo>
                  <a:pt x="189" y="60"/>
                  <a:pt x="189" y="60"/>
                  <a:pt x="189" y="60"/>
                </a:cubicBezTo>
                <a:close/>
                <a:moveTo>
                  <a:pt x="189" y="130"/>
                </a:moveTo>
                <a:cubicBezTo>
                  <a:pt x="189" y="141"/>
                  <a:pt x="189" y="141"/>
                  <a:pt x="189" y="141"/>
                </a:cubicBezTo>
                <a:cubicBezTo>
                  <a:pt x="170" y="150"/>
                  <a:pt x="170" y="150"/>
                  <a:pt x="170" y="150"/>
                </a:cubicBezTo>
                <a:cubicBezTo>
                  <a:pt x="169" y="150"/>
                  <a:pt x="169" y="151"/>
                  <a:pt x="168" y="151"/>
                </a:cubicBezTo>
                <a:cubicBezTo>
                  <a:pt x="168" y="139"/>
                  <a:pt x="168" y="139"/>
                  <a:pt x="168" y="139"/>
                </a:cubicBezTo>
                <a:lnTo>
                  <a:pt x="189" y="130"/>
                </a:lnTo>
                <a:close/>
                <a:moveTo>
                  <a:pt x="159" y="209"/>
                </a:moveTo>
                <a:cubicBezTo>
                  <a:pt x="168" y="204"/>
                  <a:pt x="168" y="204"/>
                  <a:pt x="168" y="204"/>
                </a:cubicBezTo>
                <a:cubicBezTo>
                  <a:pt x="168" y="156"/>
                  <a:pt x="168" y="156"/>
                  <a:pt x="168" y="156"/>
                </a:cubicBezTo>
                <a:cubicBezTo>
                  <a:pt x="168" y="155"/>
                  <a:pt x="168" y="155"/>
                  <a:pt x="168" y="155"/>
                </a:cubicBezTo>
                <a:cubicBezTo>
                  <a:pt x="168" y="154"/>
                  <a:pt x="168" y="152"/>
                  <a:pt x="168" y="151"/>
                </a:cubicBezTo>
                <a:cubicBezTo>
                  <a:pt x="168" y="139"/>
                  <a:pt x="168" y="139"/>
                  <a:pt x="168" y="139"/>
                </a:cubicBezTo>
                <a:cubicBezTo>
                  <a:pt x="166" y="141"/>
                  <a:pt x="166" y="141"/>
                  <a:pt x="166" y="141"/>
                </a:cubicBezTo>
                <a:cubicBezTo>
                  <a:pt x="164" y="142"/>
                  <a:pt x="161" y="141"/>
                  <a:pt x="160" y="138"/>
                </a:cubicBezTo>
                <a:cubicBezTo>
                  <a:pt x="159" y="136"/>
                  <a:pt x="159" y="136"/>
                  <a:pt x="159" y="136"/>
                </a:cubicBezTo>
                <a:cubicBezTo>
                  <a:pt x="159" y="160"/>
                  <a:pt x="159" y="160"/>
                  <a:pt x="159" y="160"/>
                </a:cubicBezTo>
                <a:cubicBezTo>
                  <a:pt x="165" y="172"/>
                  <a:pt x="165" y="172"/>
                  <a:pt x="165" y="172"/>
                </a:cubicBezTo>
                <a:cubicBezTo>
                  <a:pt x="165" y="172"/>
                  <a:pt x="165" y="172"/>
                  <a:pt x="165" y="172"/>
                </a:cubicBezTo>
                <a:cubicBezTo>
                  <a:pt x="166" y="175"/>
                  <a:pt x="165" y="177"/>
                  <a:pt x="163" y="178"/>
                </a:cubicBezTo>
                <a:cubicBezTo>
                  <a:pt x="159" y="180"/>
                  <a:pt x="159" y="180"/>
                  <a:pt x="159" y="180"/>
                </a:cubicBezTo>
                <a:cubicBezTo>
                  <a:pt x="159" y="209"/>
                  <a:pt x="159" y="209"/>
                  <a:pt x="159" y="209"/>
                </a:cubicBezTo>
                <a:close/>
                <a:moveTo>
                  <a:pt x="168" y="16"/>
                </a:moveTo>
                <a:cubicBezTo>
                  <a:pt x="168" y="15"/>
                  <a:pt x="168" y="15"/>
                  <a:pt x="168" y="15"/>
                </a:cubicBezTo>
                <a:cubicBezTo>
                  <a:pt x="166" y="11"/>
                  <a:pt x="163" y="7"/>
                  <a:pt x="159" y="5"/>
                </a:cubicBezTo>
                <a:cubicBezTo>
                  <a:pt x="159" y="40"/>
                  <a:pt x="159" y="40"/>
                  <a:pt x="159" y="40"/>
                </a:cubicBezTo>
                <a:cubicBezTo>
                  <a:pt x="163" y="49"/>
                  <a:pt x="163" y="49"/>
                  <a:pt x="163" y="49"/>
                </a:cubicBezTo>
                <a:cubicBezTo>
                  <a:pt x="163" y="49"/>
                  <a:pt x="163" y="49"/>
                  <a:pt x="163" y="49"/>
                </a:cubicBezTo>
                <a:cubicBezTo>
                  <a:pt x="166" y="55"/>
                  <a:pt x="164" y="61"/>
                  <a:pt x="159" y="65"/>
                </a:cubicBezTo>
                <a:cubicBezTo>
                  <a:pt x="159" y="82"/>
                  <a:pt x="159" y="82"/>
                  <a:pt x="159" y="82"/>
                </a:cubicBezTo>
                <a:cubicBezTo>
                  <a:pt x="168" y="78"/>
                  <a:pt x="168" y="78"/>
                  <a:pt x="168" y="78"/>
                </a:cubicBezTo>
                <a:cubicBezTo>
                  <a:pt x="168" y="16"/>
                  <a:pt x="168" y="16"/>
                  <a:pt x="168" y="16"/>
                </a:cubicBezTo>
                <a:close/>
                <a:moveTo>
                  <a:pt x="168" y="103"/>
                </a:moveTo>
                <a:cubicBezTo>
                  <a:pt x="168" y="114"/>
                  <a:pt x="168" y="114"/>
                  <a:pt x="168" y="114"/>
                </a:cubicBezTo>
                <a:cubicBezTo>
                  <a:pt x="159" y="118"/>
                  <a:pt x="159" y="118"/>
                  <a:pt x="159" y="118"/>
                </a:cubicBezTo>
                <a:cubicBezTo>
                  <a:pt x="159" y="108"/>
                  <a:pt x="159" y="108"/>
                  <a:pt x="159" y="108"/>
                </a:cubicBezTo>
                <a:lnTo>
                  <a:pt x="168" y="103"/>
                </a:lnTo>
                <a:close/>
                <a:moveTo>
                  <a:pt x="144" y="216"/>
                </a:moveTo>
                <a:cubicBezTo>
                  <a:pt x="159" y="209"/>
                  <a:pt x="159" y="209"/>
                  <a:pt x="159" y="209"/>
                </a:cubicBezTo>
                <a:cubicBezTo>
                  <a:pt x="159" y="180"/>
                  <a:pt x="159" y="180"/>
                  <a:pt x="159" y="180"/>
                </a:cubicBezTo>
                <a:cubicBezTo>
                  <a:pt x="144" y="187"/>
                  <a:pt x="144" y="187"/>
                  <a:pt x="144" y="187"/>
                </a:cubicBezTo>
                <a:cubicBezTo>
                  <a:pt x="144" y="216"/>
                  <a:pt x="144" y="216"/>
                  <a:pt x="144" y="216"/>
                </a:cubicBezTo>
                <a:close/>
                <a:moveTo>
                  <a:pt x="159" y="5"/>
                </a:moveTo>
                <a:cubicBezTo>
                  <a:pt x="155" y="2"/>
                  <a:pt x="149" y="0"/>
                  <a:pt x="144" y="0"/>
                </a:cubicBezTo>
                <a:cubicBezTo>
                  <a:pt x="144" y="22"/>
                  <a:pt x="144" y="22"/>
                  <a:pt x="144" y="22"/>
                </a:cubicBezTo>
                <a:cubicBezTo>
                  <a:pt x="148" y="23"/>
                  <a:pt x="152" y="25"/>
                  <a:pt x="154" y="30"/>
                </a:cubicBezTo>
                <a:cubicBezTo>
                  <a:pt x="159" y="40"/>
                  <a:pt x="159" y="40"/>
                  <a:pt x="159" y="40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59" y="65"/>
                </a:moveTo>
                <a:cubicBezTo>
                  <a:pt x="159" y="82"/>
                  <a:pt x="159" y="82"/>
                  <a:pt x="159" y="82"/>
                </a:cubicBezTo>
                <a:cubicBezTo>
                  <a:pt x="144" y="89"/>
                  <a:pt x="144" y="89"/>
                  <a:pt x="144" y="89"/>
                </a:cubicBezTo>
                <a:cubicBezTo>
                  <a:pt x="144" y="72"/>
                  <a:pt x="144" y="72"/>
                  <a:pt x="144" y="72"/>
                </a:cubicBezTo>
                <a:cubicBezTo>
                  <a:pt x="157" y="66"/>
                  <a:pt x="157" y="66"/>
                  <a:pt x="157" y="66"/>
                </a:cubicBezTo>
                <a:cubicBezTo>
                  <a:pt x="158" y="66"/>
                  <a:pt x="159" y="66"/>
                  <a:pt x="159" y="65"/>
                </a:cubicBezTo>
                <a:close/>
                <a:moveTo>
                  <a:pt x="159" y="108"/>
                </a:moveTo>
                <a:cubicBezTo>
                  <a:pt x="159" y="118"/>
                  <a:pt x="159" y="118"/>
                  <a:pt x="159" y="118"/>
                </a:cubicBezTo>
                <a:cubicBezTo>
                  <a:pt x="156" y="120"/>
                  <a:pt x="156" y="120"/>
                  <a:pt x="156" y="120"/>
                </a:cubicBezTo>
                <a:cubicBezTo>
                  <a:pt x="154" y="121"/>
                  <a:pt x="153" y="123"/>
                  <a:pt x="154" y="126"/>
                </a:cubicBezTo>
                <a:cubicBezTo>
                  <a:pt x="159" y="136"/>
                  <a:pt x="159" y="136"/>
                  <a:pt x="159" y="136"/>
                </a:cubicBezTo>
                <a:cubicBezTo>
                  <a:pt x="159" y="160"/>
                  <a:pt x="159" y="160"/>
                  <a:pt x="159" y="160"/>
                </a:cubicBezTo>
                <a:cubicBezTo>
                  <a:pt x="159" y="159"/>
                  <a:pt x="159" y="159"/>
                  <a:pt x="159" y="159"/>
                </a:cubicBezTo>
                <a:cubicBezTo>
                  <a:pt x="158" y="157"/>
                  <a:pt x="155" y="156"/>
                  <a:pt x="153" y="157"/>
                </a:cubicBezTo>
                <a:cubicBezTo>
                  <a:pt x="144" y="162"/>
                  <a:pt x="144" y="162"/>
                  <a:pt x="144" y="162"/>
                </a:cubicBezTo>
                <a:cubicBezTo>
                  <a:pt x="144" y="151"/>
                  <a:pt x="144" y="151"/>
                  <a:pt x="144" y="151"/>
                </a:cubicBezTo>
                <a:cubicBezTo>
                  <a:pt x="149" y="148"/>
                  <a:pt x="149" y="148"/>
                  <a:pt x="149" y="148"/>
                </a:cubicBezTo>
                <a:cubicBezTo>
                  <a:pt x="151" y="147"/>
                  <a:pt x="152" y="145"/>
                  <a:pt x="151" y="143"/>
                </a:cubicBezTo>
                <a:cubicBezTo>
                  <a:pt x="151" y="143"/>
                  <a:pt x="151" y="143"/>
                  <a:pt x="151" y="143"/>
                </a:cubicBezTo>
                <a:cubicBezTo>
                  <a:pt x="145" y="130"/>
                  <a:pt x="145" y="130"/>
                  <a:pt x="145" y="130"/>
                </a:cubicBezTo>
                <a:cubicBezTo>
                  <a:pt x="145" y="129"/>
                  <a:pt x="144" y="129"/>
                  <a:pt x="144" y="128"/>
                </a:cubicBezTo>
                <a:cubicBezTo>
                  <a:pt x="144" y="104"/>
                  <a:pt x="144" y="104"/>
                  <a:pt x="144" y="104"/>
                </a:cubicBezTo>
                <a:cubicBezTo>
                  <a:pt x="146" y="109"/>
                  <a:pt x="146" y="109"/>
                  <a:pt x="146" y="109"/>
                </a:cubicBezTo>
                <a:cubicBezTo>
                  <a:pt x="147" y="111"/>
                  <a:pt x="150" y="112"/>
                  <a:pt x="152" y="111"/>
                </a:cubicBezTo>
                <a:lnTo>
                  <a:pt x="159" y="108"/>
                </a:lnTo>
                <a:close/>
                <a:moveTo>
                  <a:pt x="132" y="2"/>
                </a:moveTo>
                <a:cubicBezTo>
                  <a:pt x="123" y="7"/>
                  <a:pt x="123" y="7"/>
                  <a:pt x="123" y="7"/>
                </a:cubicBezTo>
                <a:cubicBezTo>
                  <a:pt x="123" y="30"/>
                  <a:pt x="123" y="30"/>
                  <a:pt x="123" y="30"/>
                </a:cubicBezTo>
                <a:cubicBezTo>
                  <a:pt x="137" y="23"/>
                  <a:pt x="137" y="23"/>
                  <a:pt x="137" y="23"/>
                </a:cubicBezTo>
                <a:cubicBezTo>
                  <a:pt x="139" y="22"/>
                  <a:pt x="142" y="22"/>
                  <a:pt x="144" y="22"/>
                </a:cubicBezTo>
                <a:cubicBezTo>
                  <a:pt x="144" y="0"/>
                  <a:pt x="144" y="0"/>
                  <a:pt x="144" y="0"/>
                </a:cubicBezTo>
                <a:cubicBezTo>
                  <a:pt x="140" y="0"/>
                  <a:pt x="136" y="1"/>
                  <a:pt x="132" y="2"/>
                </a:cubicBezTo>
                <a:close/>
                <a:moveTo>
                  <a:pt x="123" y="225"/>
                </a:moveTo>
                <a:cubicBezTo>
                  <a:pt x="144" y="216"/>
                  <a:pt x="144" y="216"/>
                  <a:pt x="144" y="216"/>
                </a:cubicBezTo>
                <a:cubicBezTo>
                  <a:pt x="144" y="187"/>
                  <a:pt x="144" y="187"/>
                  <a:pt x="144" y="187"/>
                </a:cubicBezTo>
                <a:cubicBezTo>
                  <a:pt x="135" y="191"/>
                  <a:pt x="135" y="191"/>
                  <a:pt x="135" y="191"/>
                </a:cubicBezTo>
                <a:cubicBezTo>
                  <a:pt x="133" y="192"/>
                  <a:pt x="130" y="191"/>
                  <a:pt x="129" y="189"/>
                </a:cubicBezTo>
                <a:cubicBezTo>
                  <a:pt x="123" y="177"/>
                  <a:pt x="123" y="177"/>
                  <a:pt x="123" y="177"/>
                </a:cubicBezTo>
                <a:cubicBezTo>
                  <a:pt x="123" y="225"/>
                  <a:pt x="123" y="225"/>
                  <a:pt x="123" y="225"/>
                </a:cubicBezTo>
                <a:close/>
                <a:moveTo>
                  <a:pt x="144" y="72"/>
                </a:moveTo>
                <a:cubicBezTo>
                  <a:pt x="144" y="89"/>
                  <a:pt x="144" y="89"/>
                  <a:pt x="144" y="89"/>
                </a:cubicBezTo>
                <a:cubicBezTo>
                  <a:pt x="142" y="90"/>
                  <a:pt x="142" y="90"/>
                  <a:pt x="142" y="90"/>
                </a:cubicBezTo>
                <a:cubicBezTo>
                  <a:pt x="140" y="91"/>
                  <a:pt x="139" y="94"/>
                  <a:pt x="140" y="96"/>
                </a:cubicBezTo>
                <a:cubicBezTo>
                  <a:pt x="144" y="104"/>
                  <a:pt x="144" y="104"/>
                  <a:pt x="144" y="104"/>
                </a:cubicBezTo>
                <a:cubicBezTo>
                  <a:pt x="144" y="128"/>
                  <a:pt x="144" y="128"/>
                  <a:pt x="144" y="128"/>
                </a:cubicBezTo>
                <a:cubicBezTo>
                  <a:pt x="143" y="127"/>
                  <a:pt x="141" y="127"/>
                  <a:pt x="139" y="128"/>
                </a:cubicBezTo>
                <a:cubicBezTo>
                  <a:pt x="123" y="135"/>
                  <a:pt x="123" y="135"/>
                  <a:pt x="123" y="135"/>
                </a:cubicBezTo>
                <a:cubicBezTo>
                  <a:pt x="123" y="125"/>
                  <a:pt x="123" y="125"/>
                  <a:pt x="123" y="125"/>
                </a:cubicBezTo>
                <a:cubicBezTo>
                  <a:pt x="135" y="119"/>
                  <a:pt x="135" y="119"/>
                  <a:pt x="135" y="119"/>
                </a:cubicBezTo>
                <a:cubicBezTo>
                  <a:pt x="137" y="118"/>
                  <a:pt x="138" y="115"/>
                  <a:pt x="137" y="113"/>
                </a:cubicBezTo>
                <a:cubicBezTo>
                  <a:pt x="137" y="113"/>
                  <a:pt x="137" y="113"/>
                  <a:pt x="137" y="113"/>
                </a:cubicBezTo>
                <a:cubicBezTo>
                  <a:pt x="131" y="100"/>
                  <a:pt x="131" y="100"/>
                  <a:pt x="131" y="100"/>
                </a:cubicBezTo>
                <a:cubicBezTo>
                  <a:pt x="130" y="98"/>
                  <a:pt x="128" y="97"/>
                  <a:pt x="126" y="98"/>
                </a:cubicBezTo>
                <a:cubicBezTo>
                  <a:pt x="123" y="99"/>
                  <a:pt x="123" y="99"/>
                  <a:pt x="123" y="99"/>
                </a:cubicBezTo>
                <a:cubicBezTo>
                  <a:pt x="123" y="82"/>
                  <a:pt x="123" y="82"/>
                  <a:pt x="123" y="82"/>
                </a:cubicBezTo>
                <a:cubicBezTo>
                  <a:pt x="144" y="72"/>
                  <a:pt x="144" y="72"/>
                  <a:pt x="144" y="72"/>
                </a:cubicBezTo>
                <a:close/>
                <a:moveTo>
                  <a:pt x="144" y="151"/>
                </a:moveTo>
                <a:cubicBezTo>
                  <a:pt x="144" y="162"/>
                  <a:pt x="144" y="162"/>
                  <a:pt x="144" y="162"/>
                </a:cubicBezTo>
                <a:cubicBezTo>
                  <a:pt x="125" y="171"/>
                  <a:pt x="125" y="171"/>
                  <a:pt x="125" y="171"/>
                </a:cubicBezTo>
                <a:cubicBezTo>
                  <a:pt x="124" y="171"/>
                  <a:pt x="124" y="172"/>
                  <a:pt x="123" y="172"/>
                </a:cubicBezTo>
                <a:cubicBezTo>
                  <a:pt x="123" y="161"/>
                  <a:pt x="123" y="161"/>
                  <a:pt x="123" y="161"/>
                </a:cubicBezTo>
                <a:lnTo>
                  <a:pt x="144" y="151"/>
                </a:lnTo>
                <a:close/>
                <a:moveTo>
                  <a:pt x="123" y="7"/>
                </a:moveTo>
                <a:cubicBezTo>
                  <a:pt x="99" y="18"/>
                  <a:pt x="99" y="18"/>
                  <a:pt x="99" y="18"/>
                </a:cubicBezTo>
                <a:cubicBezTo>
                  <a:pt x="99" y="41"/>
                  <a:pt x="99" y="41"/>
                  <a:pt x="99" y="41"/>
                </a:cubicBezTo>
                <a:cubicBezTo>
                  <a:pt x="123" y="30"/>
                  <a:pt x="123" y="30"/>
                  <a:pt x="123" y="30"/>
                </a:cubicBezTo>
                <a:cubicBezTo>
                  <a:pt x="123" y="7"/>
                  <a:pt x="123" y="7"/>
                  <a:pt x="123" y="7"/>
                </a:cubicBezTo>
                <a:close/>
                <a:moveTo>
                  <a:pt x="99" y="236"/>
                </a:moveTo>
                <a:cubicBezTo>
                  <a:pt x="100" y="236"/>
                  <a:pt x="102" y="235"/>
                  <a:pt x="103" y="235"/>
                </a:cubicBezTo>
                <a:cubicBezTo>
                  <a:pt x="123" y="225"/>
                  <a:pt x="123" y="225"/>
                  <a:pt x="123" y="225"/>
                </a:cubicBezTo>
                <a:cubicBezTo>
                  <a:pt x="123" y="177"/>
                  <a:pt x="123" y="177"/>
                  <a:pt x="123" y="177"/>
                </a:cubicBezTo>
                <a:cubicBezTo>
                  <a:pt x="123" y="176"/>
                  <a:pt x="123" y="176"/>
                  <a:pt x="123" y="176"/>
                </a:cubicBezTo>
                <a:cubicBezTo>
                  <a:pt x="122" y="175"/>
                  <a:pt x="123" y="174"/>
                  <a:pt x="123" y="172"/>
                </a:cubicBezTo>
                <a:cubicBezTo>
                  <a:pt x="123" y="161"/>
                  <a:pt x="123" y="161"/>
                  <a:pt x="123" y="161"/>
                </a:cubicBezTo>
                <a:cubicBezTo>
                  <a:pt x="121" y="162"/>
                  <a:pt x="121" y="162"/>
                  <a:pt x="121" y="162"/>
                </a:cubicBezTo>
                <a:cubicBezTo>
                  <a:pt x="119" y="163"/>
                  <a:pt x="116" y="162"/>
                  <a:pt x="115" y="159"/>
                </a:cubicBezTo>
                <a:cubicBezTo>
                  <a:pt x="109" y="147"/>
                  <a:pt x="109" y="147"/>
                  <a:pt x="109" y="147"/>
                </a:cubicBezTo>
                <a:cubicBezTo>
                  <a:pt x="108" y="145"/>
                  <a:pt x="109" y="142"/>
                  <a:pt x="111" y="141"/>
                </a:cubicBezTo>
                <a:cubicBezTo>
                  <a:pt x="123" y="135"/>
                  <a:pt x="123" y="135"/>
                  <a:pt x="123" y="135"/>
                </a:cubicBezTo>
                <a:cubicBezTo>
                  <a:pt x="123" y="125"/>
                  <a:pt x="123" y="125"/>
                  <a:pt x="123" y="125"/>
                </a:cubicBezTo>
                <a:cubicBezTo>
                  <a:pt x="107" y="132"/>
                  <a:pt x="107" y="132"/>
                  <a:pt x="107" y="132"/>
                </a:cubicBezTo>
                <a:cubicBezTo>
                  <a:pt x="105" y="133"/>
                  <a:pt x="102" y="132"/>
                  <a:pt x="101" y="130"/>
                </a:cubicBezTo>
                <a:cubicBezTo>
                  <a:pt x="99" y="124"/>
                  <a:pt x="99" y="124"/>
                  <a:pt x="99" y="124"/>
                </a:cubicBezTo>
                <a:cubicBezTo>
                  <a:pt x="99" y="150"/>
                  <a:pt x="99" y="150"/>
                  <a:pt x="99" y="150"/>
                </a:cubicBezTo>
                <a:cubicBezTo>
                  <a:pt x="99" y="150"/>
                  <a:pt x="99" y="151"/>
                  <a:pt x="100" y="151"/>
                </a:cubicBezTo>
                <a:cubicBezTo>
                  <a:pt x="106" y="164"/>
                  <a:pt x="106" y="164"/>
                  <a:pt x="106" y="164"/>
                </a:cubicBezTo>
                <a:cubicBezTo>
                  <a:pt x="106" y="164"/>
                  <a:pt x="106" y="164"/>
                  <a:pt x="106" y="164"/>
                </a:cubicBezTo>
                <a:cubicBezTo>
                  <a:pt x="107" y="166"/>
                  <a:pt x="106" y="169"/>
                  <a:pt x="104" y="170"/>
                </a:cubicBezTo>
                <a:cubicBezTo>
                  <a:pt x="99" y="172"/>
                  <a:pt x="99" y="172"/>
                  <a:pt x="99" y="172"/>
                </a:cubicBezTo>
                <a:cubicBezTo>
                  <a:pt x="99" y="183"/>
                  <a:pt x="99" y="183"/>
                  <a:pt x="99" y="183"/>
                </a:cubicBezTo>
                <a:cubicBezTo>
                  <a:pt x="108" y="179"/>
                  <a:pt x="108" y="179"/>
                  <a:pt x="108" y="179"/>
                </a:cubicBezTo>
                <a:cubicBezTo>
                  <a:pt x="110" y="178"/>
                  <a:pt x="113" y="179"/>
                  <a:pt x="114" y="181"/>
                </a:cubicBezTo>
                <a:cubicBezTo>
                  <a:pt x="120" y="194"/>
                  <a:pt x="120" y="194"/>
                  <a:pt x="120" y="194"/>
                </a:cubicBezTo>
                <a:cubicBezTo>
                  <a:pt x="120" y="194"/>
                  <a:pt x="120" y="194"/>
                  <a:pt x="120" y="194"/>
                </a:cubicBezTo>
                <a:cubicBezTo>
                  <a:pt x="121" y="196"/>
                  <a:pt x="120" y="198"/>
                  <a:pt x="118" y="199"/>
                </a:cubicBezTo>
                <a:cubicBezTo>
                  <a:pt x="99" y="208"/>
                  <a:pt x="99" y="208"/>
                  <a:pt x="99" y="208"/>
                </a:cubicBezTo>
                <a:cubicBezTo>
                  <a:pt x="99" y="236"/>
                  <a:pt x="99" y="236"/>
                  <a:pt x="99" y="236"/>
                </a:cubicBezTo>
                <a:close/>
                <a:moveTo>
                  <a:pt x="123" y="82"/>
                </a:moveTo>
                <a:cubicBezTo>
                  <a:pt x="123" y="99"/>
                  <a:pt x="123" y="99"/>
                  <a:pt x="123" y="99"/>
                </a:cubicBezTo>
                <a:cubicBezTo>
                  <a:pt x="99" y="111"/>
                  <a:pt x="99" y="111"/>
                  <a:pt x="99" y="111"/>
                </a:cubicBezTo>
                <a:cubicBezTo>
                  <a:pt x="99" y="94"/>
                  <a:pt x="99" y="94"/>
                  <a:pt x="99" y="94"/>
                </a:cubicBezTo>
                <a:lnTo>
                  <a:pt x="123" y="82"/>
                </a:lnTo>
                <a:close/>
                <a:moveTo>
                  <a:pt x="99" y="18"/>
                </a:moveTo>
                <a:cubicBezTo>
                  <a:pt x="71" y="31"/>
                  <a:pt x="71" y="31"/>
                  <a:pt x="71" y="31"/>
                </a:cubicBezTo>
                <a:cubicBezTo>
                  <a:pt x="71" y="54"/>
                  <a:pt x="71" y="54"/>
                  <a:pt x="71" y="54"/>
                </a:cubicBezTo>
                <a:cubicBezTo>
                  <a:pt x="99" y="41"/>
                  <a:pt x="99" y="41"/>
                  <a:pt x="99" y="41"/>
                </a:cubicBezTo>
                <a:cubicBezTo>
                  <a:pt x="99" y="18"/>
                  <a:pt x="99" y="18"/>
                  <a:pt x="99" y="18"/>
                </a:cubicBezTo>
                <a:close/>
                <a:moveTo>
                  <a:pt x="71" y="227"/>
                </a:moveTo>
                <a:cubicBezTo>
                  <a:pt x="77" y="235"/>
                  <a:pt x="88" y="239"/>
                  <a:pt x="99" y="236"/>
                </a:cubicBezTo>
                <a:cubicBezTo>
                  <a:pt x="99" y="208"/>
                  <a:pt x="99" y="208"/>
                  <a:pt x="99" y="208"/>
                </a:cubicBezTo>
                <a:cubicBezTo>
                  <a:pt x="89" y="212"/>
                  <a:pt x="89" y="212"/>
                  <a:pt x="89" y="212"/>
                </a:cubicBezTo>
                <a:cubicBezTo>
                  <a:pt x="87" y="213"/>
                  <a:pt x="85" y="213"/>
                  <a:pt x="84" y="210"/>
                </a:cubicBezTo>
                <a:cubicBezTo>
                  <a:pt x="78" y="197"/>
                  <a:pt x="78" y="197"/>
                  <a:pt x="78" y="197"/>
                </a:cubicBezTo>
                <a:cubicBezTo>
                  <a:pt x="77" y="195"/>
                  <a:pt x="78" y="193"/>
                  <a:pt x="80" y="192"/>
                </a:cubicBezTo>
                <a:cubicBezTo>
                  <a:pt x="99" y="183"/>
                  <a:pt x="99" y="183"/>
                  <a:pt x="99" y="183"/>
                </a:cubicBezTo>
                <a:cubicBezTo>
                  <a:pt x="99" y="172"/>
                  <a:pt x="99" y="172"/>
                  <a:pt x="99" y="172"/>
                </a:cubicBezTo>
                <a:cubicBezTo>
                  <a:pt x="75" y="183"/>
                  <a:pt x="75" y="183"/>
                  <a:pt x="75" y="183"/>
                </a:cubicBezTo>
                <a:cubicBezTo>
                  <a:pt x="74" y="184"/>
                  <a:pt x="72" y="183"/>
                  <a:pt x="71" y="182"/>
                </a:cubicBezTo>
                <a:cubicBezTo>
                  <a:pt x="71" y="227"/>
                  <a:pt x="71" y="227"/>
                  <a:pt x="71" y="227"/>
                </a:cubicBezTo>
                <a:close/>
                <a:moveTo>
                  <a:pt x="99" y="94"/>
                </a:moveTo>
                <a:cubicBezTo>
                  <a:pt x="99" y="111"/>
                  <a:pt x="99" y="111"/>
                  <a:pt x="99" y="111"/>
                </a:cubicBezTo>
                <a:cubicBezTo>
                  <a:pt x="97" y="111"/>
                  <a:pt x="97" y="111"/>
                  <a:pt x="97" y="111"/>
                </a:cubicBezTo>
                <a:cubicBezTo>
                  <a:pt x="95" y="112"/>
                  <a:pt x="94" y="115"/>
                  <a:pt x="95" y="117"/>
                </a:cubicBezTo>
                <a:cubicBezTo>
                  <a:pt x="99" y="124"/>
                  <a:pt x="99" y="124"/>
                  <a:pt x="99" y="124"/>
                </a:cubicBezTo>
                <a:cubicBezTo>
                  <a:pt x="99" y="150"/>
                  <a:pt x="99" y="150"/>
                  <a:pt x="99" y="150"/>
                </a:cubicBezTo>
                <a:cubicBezTo>
                  <a:pt x="97" y="149"/>
                  <a:pt x="96" y="148"/>
                  <a:pt x="94" y="149"/>
                </a:cubicBezTo>
                <a:cubicBezTo>
                  <a:pt x="71" y="160"/>
                  <a:pt x="71" y="160"/>
                  <a:pt x="71" y="160"/>
                </a:cubicBezTo>
                <a:cubicBezTo>
                  <a:pt x="71" y="149"/>
                  <a:pt x="71" y="149"/>
                  <a:pt x="71" y="149"/>
                </a:cubicBezTo>
                <a:cubicBezTo>
                  <a:pt x="90" y="140"/>
                  <a:pt x="90" y="140"/>
                  <a:pt x="90" y="140"/>
                </a:cubicBezTo>
                <a:cubicBezTo>
                  <a:pt x="92" y="139"/>
                  <a:pt x="93" y="136"/>
                  <a:pt x="92" y="134"/>
                </a:cubicBezTo>
                <a:cubicBezTo>
                  <a:pt x="92" y="134"/>
                  <a:pt x="92" y="134"/>
                  <a:pt x="92" y="134"/>
                </a:cubicBezTo>
                <a:cubicBezTo>
                  <a:pt x="86" y="122"/>
                  <a:pt x="86" y="122"/>
                  <a:pt x="86" y="122"/>
                </a:cubicBezTo>
                <a:cubicBezTo>
                  <a:pt x="85" y="119"/>
                  <a:pt x="82" y="118"/>
                  <a:pt x="80" y="119"/>
                </a:cubicBezTo>
                <a:cubicBezTo>
                  <a:pt x="71" y="124"/>
                  <a:pt x="71" y="124"/>
                  <a:pt x="71" y="124"/>
                </a:cubicBezTo>
                <a:cubicBezTo>
                  <a:pt x="71" y="107"/>
                  <a:pt x="71" y="107"/>
                  <a:pt x="71" y="107"/>
                </a:cubicBezTo>
                <a:lnTo>
                  <a:pt x="99" y="94"/>
                </a:lnTo>
                <a:close/>
                <a:moveTo>
                  <a:pt x="71" y="31"/>
                </a:moveTo>
                <a:cubicBezTo>
                  <a:pt x="20" y="55"/>
                  <a:pt x="20" y="55"/>
                  <a:pt x="20" y="55"/>
                </a:cubicBezTo>
                <a:cubicBezTo>
                  <a:pt x="6" y="62"/>
                  <a:pt x="0" y="78"/>
                  <a:pt x="7" y="91"/>
                </a:cubicBezTo>
                <a:cubicBezTo>
                  <a:pt x="68" y="222"/>
                  <a:pt x="68" y="222"/>
                  <a:pt x="68" y="222"/>
                </a:cubicBezTo>
                <a:cubicBezTo>
                  <a:pt x="69" y="223"/>
                  <a:pt x="70" y="225"/>
                  <a:pt x="71" y="227"/>
                </a:cubicBezTo>
                <a:cubicBezTo>
                  <a:pt x="71" y="182"/>
                  <a:pt x="71" y="182"/>
                  <a:pt x="71" y="182"/>
                </a:cubicBezTo>
                <a:cubicBezTo>
                  <a:pt x="71" y="182"/>
                  <a:pt x="70" y="181"/>
                  <a:pt x="70" y="181"/>
                </a:cubicBezTo>
                <a:cubicBezTo>
                  <a:pt x="64" y="168"/>
                  <a:pt x="64" y="168"/>
                  <a:pt x="64" y="168"/>
                </a:cubicBezTo>
                <a:cubicBezTo>
                  <a:pt x="63" y="166"/>
                  <a:pt x="64" y="163"/>
                  <a:pt x="66" y="162"/>
                </a:cubicBezTo>
                <a:cubicBezTo>
                  <a:pt x="71" y="160"/>
                  <a:pt x="71" y="160"/>
                  <a:pt x="71" y="160"/>
                </a:cubicBezTo>
                <a:cubicBezTo>
                  <a:pt x="71" y="149"/>
                  <a:pt x="71" y="149"/>
                  <a:pt x="71" y="149"/>
                </a:cubicBezTo>
                <a:cubicBezTo>
                  <a:pt x="62" y="153"/>
                  <a:pt x="62" y="153"/>
                  <a:pt x="62" y="153"/>
                </a:cubicBezTo>
                <a:cubicBezTo>
                  <a:pt x="60" y="154"/>
                  <a:pt x="57" y="153"/>
                  <a:pt x="56" y="151"/>
                </a:cubicBezTo>
                <a:cubicBezTo>
                  <a:pt x="50" y="138"/>
                  <a:pt x="50" y="138"/>
                  <a:pt x="50" y="138"/>
                </a:cubicBezTo>
                <a:cubicBezTo>
                  <a:pt x="49" y="136"/>
                  <a:pt x="50" y="134"/>
                  <a:pt x="52" y="133"/>
                </a:cubicBezTo>
                <a:cubicBezTo>
                  <a:pt x="71" y="124"/>
                  <a:pt x="71" y="124"/>
                  <a:pt x="71" y="124"/>
                </a:cubicBezTo>
                <a:cubicBezTo>
                  <a:pt x="71" y="107"/>
                  <a:pt x="71" y="107"/>
                  <a:pt x="71" y="107"/>
                </a:cubicBezTo>
                <a:cubicBezTo>
                  <a:pt x="53" y="115"/>
                  <a:pt x="53" y="115"/>
                  <a:pt x="53" y="115"/>
                </a:cubicBezTo>
                <a:cubicBezTo>
                  <a:pt x="46" y="118"/>
                  <a:pt x="38" y="116"/>
                  <a:pt x="35" y="109"/>
                </a:cubicBezTo>
                <a:cubicBezTo>
                  <a:pt x="26" y="89"/>
                  <a:pt x="26" y="89"/>
                  <a:pt x="26" y="89"/>
                </a:cubicBezTo>
                <a:cubicBezTo>
                  <a:pt x="23" y="83"/>
                  <a:pt x="26" y="75"/>
                  <a:pt x="33" y="72"/>
                </a:cubicBezTo>
                <a:cubicBezTo>
                  <a:pt x="71" y="54"/>
                  <a:pt x="71" y="54"/>
                  <a:pt x="71" y="54"/>
                </a:cubicBezTo>
                <a:lnTo>
                  <a:pt x="71" y="31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07" name="Rectangle 59"/>
          <p:cNvSpPr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6437976" y="1767016"/>
            <a:ext cx="626340" cy="31740"/>
          </a:xfrm>
          <a:prstGeom prst="rect">
            <a:avLst/>
          </a:pr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pPr eaLnBrk="1" hangingPunct="1">
              <a:defRPr/>
            </a:pPr>
            <a:endParaRPr lang="id-ID" sz="1335" dirty="0"/>
          </a:p>
        </p:txBody>
      </p:sp>
      <p:sp>
        <p:nvSpPr>
          <p:cNvPr id="108" name="Rectangle 60"/>
          <p:cNvSpPr>
            <a:spLocks noChangeArrowheads="1"/>
          </p:cNvSpPr>
          <p:nvPr>
            <p:custDataLst>
              <p:tags r:id="rId61"/>
            </p:custDataLst>
          </p:nvPr>
        </p:nvSpPr>
        <p:spPr bwMode="auto">
          <a:xfrm>
            <a:off x="6463368" y="1703535"/>
            <a:ext cx="575556" cy="31740"/>
          </a:xfrm>
          <a:prstGeom prst="rect">
            <a:avLst/>
          </a:pr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pPr eaLnBrk="1" hangingPunct="1">
              <a:defRPr/>
            </a:pPr>
            <a:endParaRPr lang="id-ID" sz="1335" dirty="0"/>
          </a:p>
        </p:txBody>
      </p:sp>
      <p:sp>
        <p:nvSpPr>
          <p:cNvPr id="109" name="Rectangle 61"/>
          <p:cNvSpPr>
            <a:spLocks noChangeArrowheads="1"/>
          </p:cNvSpPr>
          <p:nvPr>
            <p:custDataLst>
              <p:tags r:id="rId62"/>
            </p:custDataLst>
          </p:nvPr>
        </p:nvSpPr>
        <p:spPr bwMode="auto">
          <a:xfrm>
            <a:off x="6689782" y="1637939"/>
            <a:ext cx="120612" cy="31741"/>
          </a:xfrm>
          <a:prstGeom prst="rect">
            <a:avLst/>
          </a:pr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id-ID" altLang="zh-CN" sz="1335"/>
          </a:p>
        </p:txBody>
      </p:sp>
      <p:sp>
        <p:nvSpPr>
          <p:cNvPr id="110" name="Rectangle 62"/>
          <p:cNvSpPr>
            <a:spLocks noChangeArrowheads="1"/>
          </p:cNvSpPr>
          <p:nvPr>
            <p:custDataLst>
              <p:tags r:id="rId63"/>
            </p:custDataLst>
          </p:nvPr>
        </p:nvSpPr>
        <p:spPr bwMode="auto">
          <a:xfrm>
            <a:off x="6710942" y="1405178"/>
            <a:ext cx="78292" cy="253921"/>
          </a:xfrm>
          <a:prstGeom prst="rect">
            <a:avLst/>
          </a:pr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pPr eaLnBrk="1" hangingPunct="1">
              <a:defRPr/>
            </a:pPr>
            <a:endParaRPr lang="id-ID" sz="1335" dirty="0"/>
          </a:p>
        </p:txBody>
      </p:sp>
      <p:sp>
        <p:nvSpPr>
          <p:cNvPr id="111" name="Rectangle 63"/>
          <p:cNvSpPr>
            <a:spLocks noChangeArrowheads="1"/>
          </p:cNvSpPr>
          <p:nvPr>
            <p:custDataLst>
              <p:tags r:id="rId64"/>
            </p:custDataLst>
          </p:nvPr>
        </p:nvSpPr>
        <p:spPr bwMode="auto">
          <a:xfrm>
            <a:off x="6689782" y="1392481"/>
            <a:ext cx="120612" cy="31741"/>
          </a:xfrm>
          <a:prstGeom prst="rect">
            <a:avLst/>
          </a:pr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id-ID" altLang="zh-CN" sz="1335"/>
          </a:p>
        </p:txBody>
      </p:sp>
      <p:sp>
        <p:nvSpPr>
          <p:cNvPr id="112" name="Rectangle 64"/>
          <p:cNvSpPr>
            <a:spLocks noChangeArrowheads="1"/>
          </p:cNvSpPr>
          <p:nvPr>
            <p:custDataLst>
              <p:tags r:id="rId65"/>
            </p:custDataLst>
          </p:nvPr>
        </p:nvSpPr>
        <p:spPr bwMode="auto">
          <a:xfrm>
            <a:off x="6873874" y="1637939"/>
            <a:ext cx="120613" cy="31741"/>
          </a:xfrm>
          <a:prstGeom prst="rect">
            <a:avLst/>
          </a:pr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pPr eaLnBrk="1" hangingPunct="1">
              <a:defRPr/>
            </a:pPr>
            <a:endParaRPr lang="id-ID" sz="1335" dirty="0"/>
          </a:p>
        </p:txBody>
      </p:sp>
      <p:sp>
        <p:nvSpPr>
          <p:cNvPr id="113" name="Rectangle 65"/>
          <p:cNvSpPr>
            <a:spLocks noChangeArrowheads="1"/>
          </p:cNvSpPr>
          <p:nvPr>
            <p:custDataLst>
              <p:tags r:id="rId66"/>
            </p:custDataLst>
          </p:nvPr>
        </p:nvSpPr>
        <p:spPr bwMode="auto">
          <a:xfrm>
            <a:off x="6895034" y="1405178"/>
            <a:ext cx="76176" cy="253921"/>
          </a:xfrm>
          <a:prstGeom prst="rect">
            <a:avLst/>
          </a:pr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pPr eaLnBrk="1" hangingPunct="1">
              <a:defRPr/>
            </a:pPr>
            <a:endParaRPr lang="id-ID" sz="1335" dirty="0"/>
          </a:p>
        </p:txBody>
      </p:sp>
      <p:sp>
        <p:nvSpPr>
          <p:cNvPr id="114" name="Rectangle 66"/>
          <p:cNvSpPr>
            <a:spLocks noChangeArrowheads="1"/>
          </p:cNvSpPr>
          <p:nvPr>
            <p:custDataLst>
              <p:tags r:id="rId67"/>
            </p:custDataLst>
          </p:nvPr>
        </p:nvSpPr>
        <p:spPr bwMode="auto">
          <a:xfrm>
            <a:off x="6873874" y="1392481"/>
            <a:ext cx="120613" cy="31741"/>
          </a:xfrm>
          <a:prstGeom prst="rect">
            <a:avLst/>
          </a:pr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pPr eaLnBrk="1" hangingPunct="1">
              <a:defRPr/>
            </a:pPr>
            <a:endParaRPr lang="id-ID" sz="1335" dirty="0"/>
          </a:p>
        </p:txBody>
      </p:sp>
      <p:sp>
        <p:nvSpPr>
          <p:cNvPr id="115" name="Rectangle 67"/>
          <p:cNvSpPr>
            <a:spLocks noChangeArrowheads="1"/>
          </p:cNvSpPr>
          <p:nvPr>
            <p:custDataLst>
              <p:tags r:id="rId68"/>
            </p:custDataLst>
          </p:nvPr>
        </p:nvSpPr>
        <p:spPr bwMode="auto">
          <a:xfrm>
            <a:off x="6507805" y="1637939"/>
            <a:ext cx="120612" cy="31741"/>
          </a:xfrm>
          <a:prstGeom prst="rect">
            <a:avLst/>
          </a:pr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id-ID" altLang="zh-CN" sz="1335"/>
          </a:p>
        </p:txBody>
      </p:sp>
      <p:sp>
        <p:nvSpPr>
          <p:cNvPr id="116" name="Rectangle 68"/>
          <p:cNvSpPr>
            <a:spLocks noChangeArrowheads="1"/>
          </p:cNvSpPr>
          <p:nvPr>
            <p:custDataLst>
              <p:tags r:id="rId69"/>
            </p:custDataLst>
          </p:nvPr>
        </p:nvSpPr>
        <p:spPr bwMode="auto">
          <a:xfrm>
            <a:off x="6526848" y="1405178"/>
            <a:ext cx="80408" cy="253921"/>
          </a:xfrm>
          <a:prstGeom prst="rect">
            <a:avLst/>
          </a:pr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id-ID" altLang="zh-CN" sz="1335"/>
          </a:p>
        </p:txBody>
      </p:sp>
      <p:sp>
        <p:nvSpPr>
          <p:cNvPr id="117" name="Rectangle 69"/>
          <p:cNvSpPr>
            <a:spLocks noChangeArrowheads="1"/>
          </p:cNvSpPr>
          <p:nvPr>
            <p:custDataLst>
              <p:tags r:id="rId70"/>
            </p:custDataLst>
          </p:nvPr>
        </p:nvSpPr>
        <p:spPr bwMode="auto">
          <a:xfrm>
            <a:off x="6507805" y="1392481"/>
            <a:ext cx="120612" cy="31741"/>
          </a:xfrm>
          <a:prstGeom prst="rect">
            <a:avLst/>
          </a:pr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id-ID" altLang="zh-CN" sz="1335"/>
          </a:p>
        </p:txBody>
      </p:sp>
      <p:sp>
        <p:nvSpPr>
          <p:cNvPr id="118" name="Rectangle 70"/>
          <p:cNvSpPr>
            <a:spLocks noChangeArrowheads="1"/>
          </p:cNvSpPr>
          <p:nvPr>
            <p:custDataLst>
              <p:tags r:id="rId71"/>
            </p:custDataLst>
          </p:nvPr>
        </p:nvSpPr>
        <p:spPr bwMode="auto">
          <a:xfrm>
            <a:off x="6463368" y="1322652"/>
            <a:ext cx="575556" cy="31740"/>
          </a:xfrm>
          <a:prstGeom prst="rect">
            <a:avLst/>
          </a:pr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id-ID" altLang="zh-CN" sz="1335"/>
          </a:p>
        </p:txBody>
      </p:sp>
      <p:sp>
        <p:nvSpPr>
          <p:cNvPr id="119" name="Freeform 71"/>
          <p:cNvSpPr/>
          <p:nvPr>
            <p:custDataLst>
              <p:tags r:id="rId72"/>
            </p:custDataLst>
          </p:nvPr>
        </p:nvSpPr>
        <p:spPr bwMode="auto">
          <a:xfrm>
            <a:off x="6463368" y="1138560"/>
            <a:ext cx="575556" cy="184093"/>
          </a:xfrm>
          <a:custGeom>
            <a:avLst/>
            <a:gdLst>
              <a:gd name="T0" fmla="*/ 2147483647 w 363"/>
              <a:gd name="T1" fmla="*/ 0 h 116"/>
              <a:gd name="T2" fmla="*/ 2147483647 w 363"/>
              <a:gd name="T3" fmla="*/ 2147483647 h 116"/>
              <a:gd name="T4" fmla="*/ 0 w 363"/>
              <a:gd name="T5" fmla="*/ 2147483647 h 116"/>
              <a:gd name="T6" fmla="*/ 2147483647 w 363"/>
              <a:gd name="T7" fmla="*/ 0 h 116"/>
              <a:gd name="T8" fmla="*/ 0 60000 65536"/>
              <a:gd name="T9" fmla="*/ 0 60000 65536"/>
              <a:gd name="T10" fmla="*/ 0 60000 65536"/>
              <a:gd name="T11" fmla="*/ 0 60000 65536"/>
              <a:gd name="T12" fmla="*/ 0 w 363"/>
              <a:gd name="T13" fmla="*/ 0 h 116"/>
              <a:gd name="T14" fmla="*/ 363 w 363"/>
              <a:gd name="T15" fmla="*/ 116 h 1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3" h="116">
                <a:moveTo>
                  <a:pt x="181" y="0"/>
                </a:moveTo>
                <a:lnTo>
                  <a:pt x="363" y="116"/>
                </a:lnTo>
                <a:lnTo>
                  <a:pt x="0" y="116"/>
                </a:lnTo>
                <a:lnTo>
                  <a:pt x="181" y="0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20" name="Freeform 72"/>
          <p:cNvSpPr>
            <a:spLocks noEditPoints="1"/>
          </p:cNvSpPr>
          <p:nvPr>
            <p:custDataLst>
              <p:tags r:id="rId73"/>
            </p:custDataLst>
          </p:nvPr>
        </p:nvSpPr>
        <p:spPr bwMode="auto">
          <a:xfrm>
            <a:off x="4878474" y="1305726"/>
            <a:ext cx="799853" cy="520540"/>
          </a:xfrm>
          <a:custGeom>
            <a:avLst/>
            <a:gdLst>
              <a:gd name="T0" fmla="*/ 2147483647 w 367"/>
              <a:gd name="T1" fmla="*/ 2147483647 h 240"/>
              <a:gd name="T2" fmla="*/ 2147483647 w 367"/>
              <a:gd name="T3" fmla="*/ 2147483647 h 240"/>
              <a:gd name="T4" fmla="*/ 2147483647 w 367"/>
              <a:gd name="T5" fmla="*/ 2147483647 h 240"/>
              <a:gd name="T6" fmla="*/ 2147483647 w 367"/>
              <a:gd name="T7" fmla="*/ 2147483647 h 240"/>
              <a:gd name="T8" fmla="*/ 2147483647 w 367"/>
              <a:gd name="T9" fmla="*/ 2147483647 h 240"/>
              <a:gd name="T10" fmla="*/ 2147483647 w 367"/>
              <a:gd name="T11" fmla="*/ 2147483647 h 240"/>
              <a:gd name="T12" fmla="*/ 2147483647 w 367"/>
              <a:gd name="T13" fmla="*/ 2147483647 h 240"/>
              <a:gd name="T14" fmla="*/ 2147483647 w 367"/>
              <a:gd name="T15" fmla="*/ 2147483647 h 240"/>
              <a:gd name="T16" fmla="*/ 2147483647 w 367"/>
              <a:gd name="T17" fmla="*/ 2147483647 h 240"/>
              <a:gd name="T18" fmla="*/ 2147483647 w 367"/>
              <a:gd name="T19" fmla="*/ 2147483647 h 240"/>
              <a:gd name="T20" fmla="*/ 2147483647 w 367"/>
              <a:gd name="T21" fmla="*/ 2147483647 h 240"/>
              <a:gd name="T22" fmla="*/ 2147483647 w 367"/>
              <a:gd name="T23" fmla="*/ 2147483647 h 240"/>
              <a:gd name="T24" fmla="*/ 2147483647 w 367"/>
              <a:gd name="T25" fmla="*/ 2147483647 h 240"/>
              <a:gd name="T26" fmla="*/ 2147483647 w 367"/>
              <a:gd name="T27" fmla="*/ 2147483647 h 240"/>
              <a:gd name="T28" fmla="*/ 2147483647 w 367"/>
              <a:gd name="T29" fmla="*/ 2147483647 h 240"/>
              <a:gd name="T30" fmla="*/ 2147483647 w 367"/>
              <a:gd name="T31" fmla="*/ 2147483647 h 240"/>
              <a:gd name="T32" fmla="*/ 0 w 367"/>
              <a:gd name="T33" fmla="*/ 0 h 240"/>
              <a:gd name="T34" fmla="*/ 2147483647 w 367"/>
              <a:gd name="T35" fmla="*/ 2147483647 h 240"/>
              <a:gd name="T36" fmla="*/ 2147483647 w 367"/>
              <a:gd name="T37" fmla="*/ 2147483647 h 240"/>
              <a:gd name="T38" fmla="*/ 2147483647 w 367"/>
              <a:gd name="T39" fmla="*/ 2147483647 h 240"/>
              <a:gd name="T40" fmla="*/ 2147483647 w 367"/>
              <a:gd name="T41" fmla="*/ 2147483647 h 240"/>
              <a:gd name="T42" fmla="*/ 2147483647 w 367"/>
              <a:gd name="T43" fmla="*/ 2147483647 h 240"/>
              <a:gd name="T44" fmla="*/ 2147483647 w 367"/>
              <a:gd name="T45" fmla="*/ 2147483647 h 240"/>
              <a:gd name="T46" fmla="*/ 2147483647 w 367"/>
              <a:gd name="T47" fmla="*/ 2147483647 h 240"/>
              <a:gd name="T48" fmla="*/ 2147483647 w 367"/>
              <a:gd name="T49" fmla="*/ 2147483647 h 240"/>
              <a:gd name="T50" fmla="*/ 2147483647 w 367"/>
              <a:gd name="T51" fmla="*/ 2147483647 h 240"/>
              <a:gd name="T52" fmla="*/ 2147483647 w 367"/>
              <a:gd name="T53" fmla="*/ 2147483647 h 240"/>
              <a:gd name="T54" fmla="*/ 2147483647 w 367"/>
              <a:gd name="T55" fmla="*/ 2147483647 h 240"/>
              <a:gd name="T56" fmla="*/ 2147483647 w 367"/>
              <a:gd name="T57" fmla="*/ 2147483647 h 240"/>
              <a:gd name="T58" fmla="*/ 2147483647 w 367"/>
              <a:gd name="T59" fmla="*/ 2147483647 h 240"/>
              <a:gd name="T60" fmla="*/ 2147483647 w 367"/>
              <a:gd name="T61" fmla="*/ 2147483647 h 240"/>
              <a:gd name="T62" fmla="*/ 2147483647 w 367"/>
              <a:gd name="T63" fmla="*/ 2147483647 h 240"/>
              <a:gd name="T64" fmla="*/ 2147483647 w 367"/>
              <a:gd name="T65" fmla="*/ 2147483647 h 240"/>
              <a:gd name="T66" fmla="*/ 0 w 367"/>
              <a:gd name="T67" fmla="*/ 2147483647 h 240"/>
              <a:gd name="T68" fmla="*/ 0 w 367"/>
              <a:gd name="T69" fmla="*/ 0 h 240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367"/>
              <a:gd name="T106" fmla="*/ 0 h 240"/>
              <a:gd name="T107" fmla="*/ 367 w 367"/>
              <a:gd name="T108" fmla="*/ 240 h 240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367" h="240">
                <a:moveTo>
                  <a:pt x="82" y="27"/>
                </a:moveTo>
                <a:cubicBezTo>
                  <a:pt x="367" y="120"/>
                  <a:pt x="367" y="120"/>
                  <a:pt x="367" y="120"/>
                </a:cubicBezTo>
                <a:cubicBezTo>
                  <a:pt x="82" y="213"/>
                  <a:pt x="82" y="213"/>
                  <a:pt x="82" y="213"/>
                </a:cubicBezTo>
                <a:cubicBezTo>
                  <a:pt x="82" y="177"/>
                  <a:pt x="82" y="177"/>
                  <a:pt x="82" y="177"/>
                </a:cubicBezTo>
                <a:cubicBezTo>
                  <a:pt x="107" y="177"/>
                  <a:pt x="127" y="162"/>
                  <a:pt x="127" y="143"/>
                </a:cubicBezTo>
                <a:cubicBezTo>
                  <a:pt x="127" y="87"/>
                  <a:pt x="127" y="87"/>
                  <a:pt x="127" y="87"/>
                </a:cubicBezTo>
                <a:cubicBezTo>
                  <a:pt x="138" y="87"/>
                  <a:pt x="138" y="87"/>
                  <a:pt x="138" y="87"/>
                </a:cubicBezTo>
                <a:cubicBezTo>
                  <a:pt x="138" y="64"/>
                  <a:pt x="138" y="64"/>
                  <a:pt x="138" y="64"/>
                </a:cubicBezTo>
                <a:cubicBezTo>
                  <a:pt x="127" y="64"/>
                  <a:pt x="127" y="64"/>
                  <a:pt x="127" y="64"/>
                </a:cubicBezTo>
                <a:cubicBezTo>
                  <a:pt x="102" y="64"/>
                  <a:pt x="102" y="64"/>
                  <a:pt x="102" y="64"/>
                </a:cubicBezTo>
                <a:cubicBezTo>
                  <a:pt x="91" y="64"/>
                  <a:pt x="91" y="64"/>
                  <a:pt x="91" y="64"/>
                </a:cubicBezTo>
                <a:cubicBezTo>
                  <a:pt x="91" y="87"/>
                  <a:pt x="91" y="87"/>
                  <a:pt x="91" y="87"/>
                </a:cubicBezTo>
                <a:cubicBezTo>
                  <a:pt x="102" y="87"/>
                  <a:pt x="102" y="87"/>
                  <a:pt x="102" y="87"/>
                </a:cubicBezTo>
                <a:cubicBezTo>
                  <a:pt x="102" y="143"/>
                  <a:pt x="102" y="143"/>
                  <a:pt x="102" y="143"/>
                </a:cubicBezTo>
                <a:cubicBezTo>
                  <a:pt x="102" y="150"/>
                  <a:pt x="93" y="156"/>
                  <a:pt x="82" y="156"/>
                </a:cubicBezTo>
                <a:lnTo>
                  <a:pt x="82" y="27"/>
                </a:lnTo>
                <a:close/>
                <a:moveTo>
                  <a:pt x="0" y="0"/>
                </a:moveTo>
                <a:cubicBezTo>
                  <a:pt x="82" y="27"/>
                  <a:pt x="82" y="27"/>
                  <a:pt x="82" y="27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71" y="156"/>
                  <a:pt x="62" y="150"/>
                  <a:pt x="62" y="143"/>
                </a:cubicBezTo>
                <a:cubicBezTo>
                  <a:pt x="62" y="87"/>
                  <a:pt x="62" y="87"/>
                  <a:pt x="62" y="87"/>
                </a:cubicBezTo>
                <a:cubicBezTo>
                  <a:pt x="73" y="87"/>
                  <a:pt x="73" y="87"/>
                  <a:pt x="73" y="87"/>
                </a:cubicBezTo>
                <a:cubicBezTo>
                  <a:pt x="73" y="64"/>
                  <a:pt x="73" y="64"/>
                  <a:pt x="73" y="64"/>
                </a:cubicBezTo>
                <a:cubicBezTo>
                  <a:pt x="62" y="64"/>
                  <a:pt x="62" y="64"/>
                  <a:pt x="62" y="64"/>
                </a:cubicBezTo>
                <a:cubicBezTo>
                  <a:pt x="37" y="64"/>
                  <a:pt x="37" y="64"/>
                  <a:pt x="37" y="64"/>
                </a:cubicBezTo>
                <a:cubicBezTo>
                  <a:pt x="26" y="64"/>
                  <a:pt x="26" y="64"/>
                  <a:pt x="26" y="64"/>
                </a:cubicBezTo>
                <a:cubicBezTo>
                  <a:pt x="26" y="87"/>
                  <a:pt x="26" y="87"/>
                  <a:pt x="26" y="87"/>
                </a:cubicBezTo>
                <a:cubicBezTo>
                  <a:pt x="37" y="87"/>
                  <a:pt x="37" y="87"/>
                  <a:pt x="37" y="87"/>
                </a:cubicBezTo>
                <a:cubicBezTo>
                  <a:pt x="37" y="143"/>
                  <a:pt x="37" y="143"/>
                  <a:pt x="37" y="143"/>
                </a:cubicBezTo>
                <a:cubicBezTo>
                  <a:pt x="37" y="162"/>
                  <a:pt x="57" y="177"/>
                  <a:pt x="82" y="177"/>
                </a:cubicBezTo>
                <a:cubicBezTo>
                  <a:pt x="82" y="177"/>
                  <a:pt x="82" y="177"/>
                  <a:pt x="82" y="177"/>
                </a:cubicBezTo>
                <a:cubicBezTo>
                  <a:pt x="82" y="213"/>
                  <a:pt x="82" y="213"/>
                  <a:pt x="82" y="213"/>
                </a:cubicBezTo>
                <a:cubicBezTo>
                  <a:pt x="0" y="240"/>
                  <a:pt x="0" y="240"/>
                  <a:pt x="0" y="24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21" name="Freeform 73"/>
          <p:cNvSpPr>
            <a:spLocks noEditPoints="1"/>
          </p:cNvSpPr>
          <p:nvPr>
            <p:custDataLst>
              <p:tags r:id="rId74"/>
            </p:custDataLst>
          </p:nvPr>
        </p:nvSpPr>
        <p:spPr bwMode="auto">
          <a:xfrm>
            <a:off x="6643229" y="1877048"/>
            <a:ext cx="186209" cy="327981"/>
          </a:xfrm>
          <a:custGeom>
            <a:avLst/>
            <a:gdLst>
              <a:gd name="T0" fmla="*/ 37 w 86"/>
              <a:gd name="T1" fmla="*/ 128 h 150"/>
              <a:gd name="T2" fmla="*/ 34 w 86"/>
              <a:gd name="T3" fmla="*/ 127 h 150"/>
              <a:gd name="T4" fmla="*/ 34 w 86"/>
              <a:gd name="T5" fmla="*/ 150 h 150"/>
              <a:gd name="T6" fmla="*/ 45 w 86"/>
              <a:gd name="T7" fmla="*/ 142 h 150"/>
              <a:gd name="T8" fmla="*/ 37 w 86"/>
              <a:gd name="T9" fmla="*/ 128 h 150"/>
              <a:gd name="T10" fmla="*/ 34 w 86"/>
              <a:gd name="T11" fmla="*/ 118 h 150"/>
              <a:gd name="T12" fmla="*/ 34 w 86"/>
              <a:gd name="T13" fmla="*/ 51 h 150"/>
              <a:gd name="T14" fmla="*/ 51 w 86"/>
              <a:gd name="T15" fmla="*/ 46 h 150"/>
              <a:gd name="T16" fmla="*/ 61 w 86"/>
              <a:gd name="T17" fmla="*/ 8 h 150"/>
              <a:gd name="T18" fmla="*/ 72 w 86"/>
              <a:gd name="T19" fmla="*/ 1 h 150"/>
              <a:gd name="T20" fmla="*/ 78 w 86"/>
              <a:gd name="T21" fmla="*/ 12 h 150"/>
              <a:gd name="T22" fmla="*/ 69 w 86"/>
              <a:gd name="T23" fmla="*/ 51 h 150"/>
              <a:gd name="T24" fmla="*/ 82 w 86"/>
              <a:gd name="T25" fmla="*/ 84 h 150"/>
              <a:gd name="T26" fmla="*/ 77 w 86"/>
              <a:gd name="T27" fmla="*/ 103 h 150"/>
              <a:gd name="T28" fmla="*/ 77 w 86"/>
              <a:gd name="T29" fmla="*/ 103 h 150"/>
              <a:gd name="T30" fmla="*/ 86 w 86"/>
              <a:gd name="T31" fmla="*/ 117 h 150"/>
              <a:gd name="T32" fmla="*/ 83 w 86"/>
              <a:gd name="T33" fmla="*/ 130 h 150"/>
              <a:gd name="T34" fmla="*/ 34 w 86"/>
              <a:gd name="T35" fmla="*/ 118 h 150"/>
              <a:gd name="T36" fmla="*/ 34 w 86"/>
              <a:gd name="T37" fmla="*/ 127 h 150"/>
              <a:gd name="T38" fmla="*/ 23 w 86"/>
              <a:gd name="T39" fmla="*/ 136 h 150"/>
              <a:gd name="T40" fmla="*/ 31 w 86"/>
              <a:gd name="T41" fmla="*/ 150 h 150"/>
              <a:gd name="T42" fmla="*/ 34 w 86"/>
              <a:gd name="T43" fmla="*/ 150 h 150"/>
              <a:gd name="T44" fmla="*/ 34 w 86"/>
              <a:gd name="T45" fmla="*/ 127 h 150"/>
              <a:gd name="T46" fmla="*/ 34 w 86"/>
              <a:gd name="T47" fmla="*/ 51 h 150"/>
              <a:gd name="T48" fmla="*/ 34 w 86"/>
              <a:gd name="T49" fmla="*/ 118 h 150"/>
              <a:gd name="T50" fmla="*/ 0 w 86"/>
              <a:gd name="T51" fmla="*/ 109 h 150"/>
              <a:gd name="T52" fmla="*/ 3 w 86"/>
              <a:gd name="T53" fmla="*/ 96 h 150"/>
              <a:gd name="T54" fmla="*/ 18 w 86"/>
              <a:gd name="T55" fmla="*/ 88 h 150"/>
              <a:gd name="T56" fmla="*/ 23 w 86"/>
              <a:gd name="T57" fmla="*/ 69 h 150"/>
              <a:gd name="T58" fmla="*/ 34 w 86"/>
              <a:gd name="T59" fmla="*/ 51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86" h="150">
                <a:moveTo>
                  <a:pt x="37" y="128"/>
                </a:moveTo>
                <a:cubicBezTo>
                  <a:pt x="36" y="127"/>
                  <a:pt x="35" y="127"/>
                  <a:pt x="34" y="127"/>
                </a:cubicBezTo>
                <a:cubicBezTo>
                  <a:pt x="34" y="150"/>
                  <a:pt x="34" y="150"/>
                  <a:pt x="34" y="150"/>
                </a:cubicBezTo>
                <a:cubicBezTo>
                  <a:pt x="39" y="150"/>
                  <a:pt x="44" y="147"/>
                  <a:pt x="45" y="142"/>
                </a:cubicBezTo>
                <a:cubicBezTo>
                  <a:pt x="47" y="136"/>
                  <a:pt x="43" y="129"/>
                  <a:pt x="37" y="128"/>
                </a:cubicBezTo>
                <a:close/>
                <a:moveTo>
                  <a:pt x="34" y="118"/>
                </a:moveTo>
                <a:cubicBezTo>
                  <a:pt x="34" y="51"/>
                  <a:pt x="34" y="51"/>
                  <a:pt x="34" y="51"/>
                </a:cubicBezTo>
                <a:cubicBezTo>
                  <a:pt x="39" y="48"/>
                  <a:pt x="45" y="46"/>
                  <a:pt x="51" y="46"/>
                </a:cubicBezTo>
                <a:cubicBezTo>
                  <a:pt x="61" y="8"/>
                  <a:pt x="61" y="8"/>
                  <a:pt x="61" y="8"/>
                </a:cubicBezTo>
                <a:cubicBezTo>
                  <a:pt x="62" y="3"/>
                  <a:pt x="67" y="0"/>
                  <a:pt x="72" y="1"/>
                </a:cubicBezTo>
                <a:cubicBezTo>
                  <a:pt x="77" y="2"/>
                  <a:pt x="80" y="7"/>
                  <a:pt x="78" y="12"/>
                </a:cubicBezTo>
                <a:cubicBezTo>
                  <a:pt x="69" y="51"/>
                  <a:pt x="69" y="51"/>
                  <a:pt x="69" y="51"/>
                </a:cubicBezTo>
                <a:cubicBezTo>
                  <a:pt x="79" y="57"/>
                  <a:pt x="86" y="68"/>
                  <a:pt x="82" y="84"/>
                </a:cubicBezTo>
                <a:cubicBezTo>
                  <a:pt x="82" y="84"/>
                  <a:pt x="79" y="97"/>
                  <a:pt x="77" y="103"/>
                </a:cubicBezTo>
                <a:cubicBezTo>
                  <a:pt x="77" y="103"/>
                  <a:pt x="77" y="103"/>
                  <a:pt x="77" y="103"/>
                </a:cubicBezTo>
                <a:cubicBezTo>
                  <a:pt x="75" y="112"/>
                  <a:pt x="86" y="117"/>
                  <a:pt x="86" y="117"/>
                </a:cubicBezTo>
                <a:cubicBezTo>
                  <a:pt x="83" y="130"/>
                  <a:pt x="83" y="130"/>
                  <a:pt x="83" y="130"/>
                </a:cubicBezTo>
                <a:lnTo>
                  <a:pt x="34" y="118"/>
                </a:lnTo>
                <a:close/>
                <a:moveTo>
                  <a:pt x="34" y="127"/>
                </a:moveTo>
                <a:cubicBezTo>
                  <a:pt x="29" y="127"/>
                  <a:pt x="24" y="131"/>
                  <a:pt x="23" y="136"/>
                </a:cubicBezTo>
                <a:cubicBezTo>
                  <a:pt x="21" y="142"/>
                  <a:pt x="25" y="148"/>
                  <a:pt x="31" y="150"/>
                </a:cubicBezTo>
                <a:cubicBezTo>
                  <a:pt x="32" y="150"/>
                  <a:pt x="33" y="150"/>
                  <a:pt x="34" y="150"/>
                </a:cubicBezTo>
                <a:cubicBezTo>
                  <a:pt x="34" y="127"/>
                  <a:pt x="34" y="127"/>
                  <a:pt x="34" y="127"/>
                </a:cubicBezTo>
                <a:close/>
                <a:moveTo>
                  <a:pt x="34" y="51"/>
                </a:moveTo>
                <a:cubicBezTo>
                  <a:pt x="34" y="118"/>
                  <a:pt x="34" y="118"/>
                  <a:pt x="34" y="118"/>
                </a:cubicBezTo>
                <a:cubicBezTo>
                  <a:pt x="0" y="109"/>
                  <a:pt x="0" y="109"/>
                  <a:pt x="0" y="109"/>
                </a:cubicBezTo>
                <a:cubicBezTo>
                  <a:pt x="3" y="96"/>
                  <a:pt x="3" y="96"/>
                  <a:pt x="3" y="96"/>
                </a:cubicBezTo>
                <a:cubicBezTo>
                  <a:pt x="3" y="96"/>
                  <a:pt x="16" y="97"/>
                  <a:pt x="18" y="88"/>
                </a:cubicBezTo>
                <a:cubicBezTo>
                  <a:pt x="20" y="80"/>
                  <a:pt x="23" y="69"/>
                  <a:pt x="23" y="69"/>
                </a:cubicBezTo>
                <a:cubicBezTo>
                  <a:pt x="25" y="61"/>
                  <a:pt x="29" y="55"/>
                  <a:pt x="34" y="51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pPr eaLnBrk="1" hangingPunct="1">
              <a:defRPr/>
            </a:pPr>
            <a:endParaRPr lang="id-ID" sz="1335" dirty="0"/>
          </a:p>
        </p:txBody>
      </p:sp>
      <p:sp>
        <p:nvSpPr>
          <p:cNvPr id="122" name="Freeform 74"/>
          <p:cNvSpPr>
            <a:spLocks noEditPoints="1"/>
          </p:cNvSpPr>
          <p:nvPr>
            <p:custDataLst>
              <p:tags r:id="rId75"/>
            </p:custDataLst>
          </p:nvPr>
        </p:nvSpPr>
        <p:spPr bwMode="auto">
          <a:xfrm>
            <a:off x="5009667" y="757676"/>
            <a:ext cx="374533" cy="459176"/>
          </a:xfrm>
          <a:custGeom>
            <a:avLst/>
            <a:gdLst>
              <a:gd name="T0" fmla="*/ 2147483647 w 172"/>
              <a:gd name="T1" fmla="*/ 2147483647 h 211"/>
              <a:gd name="T2" fmla="*/ 2147483647 w 172"/>
              <a:gd name="T3" fmla="*/ 2147483647 h 211"/>
              <a:gd name="T4" fmla="*/ 2147483647 w 172"/>
              <a:gd name="T5" fmla="*/ 2147483647 h 211"/>
              <a:gd name="T6" fmla="*/ 2147483647 w 172"/>
              <a:gd name="T7" fmla="*/ 2147483647 h 211"/>
              <a:gd name="T8" fmla="*/ 2147483647 w 172"/>
              <a:gd name="T9" fmla="*/ 2147483647 h 211"/>
              <a:gd name="T10" fmla="*/ 2147483647 w 172"/>
              <a:gd name="T11" fmla="*/ 2147483647 h 211"/>
              <a:gd name="T12" fmla="*/ 2147483647 w 172"/>
              <a:gd name="T13" fmla="*/ 2147483647 h 211"/>
              <a:gd name="T14" fmla="*/ 2147483647 w 172"/>
              <a:gd name="T15" fmla="*/ 2147483647 h 211"/>
              <a:gd name="T16" fmla="*/ 2147483647 w 172"/>
              <a:gd name="T17" fmla="*/ 2147483647 h 211"/>
              <a:gd name="T18" fmla="*/ 2147483647 w 172"/>
              <a:gd name="T19" fmla="*/ 2147483647 h 211"/>
              <a:gd name="T20" fmla="*/ 2147483647 w 172"/>
              <a:gd name="T21" fmla="*/ 2147483647 h 211"/>
              <a:gd name="T22" fmla="*/ 2147483647 w 172"/>
              <a:gd name="T23" fmla="*/ 2147483647 h 211"/>
              <a:gd name="T24" fmla="*/ 2147483647 w 172"/>
              <a:gd name="T25" fmla="*/ 2147483647 h 211"/>
              <a:gd name="T26" fmla="*/ 2147483647 w 172"/>
              <a:gd name="T27" fmla="*/ 2147483647 h 211"/>
              <a:gd name="T28" fmla="*/ 2147483647 w 172"/>
              <a:gd name="T29" fmla="*/ 2147483647 h 211"/>
              <a:gd name="T30" fmla="*/ 2147483647 w 172"/>
              <a:gd name="T31" fmla="*/ 2147483647 h 211"/>
              <a:gd name="T32" fmla="*/ 2147483647 w 172"/>
              <a:gd name="T33" fmla="*/ 2147483647 h 211"/>
              <a:gd name="T34" fmla="*/ 2147483647 w 172"/>
              <a:gd name="T35" fmla="*/ 2147483647 h 211"/>
              <a:gd name="T36" fmla="*/ 2147483647 w 172"/>
              <a:gd name="T37" fmla="*/ 0 h 211"/>
              <a:gd name="T38" fmla="*/ 2147483647 w 172"/>
              <a:gd name="T39" fmla="*/ 0 h 211"/>
              <a:gd name="T40" fmla="*/ 2147483647 w 172"/>
              <a:gd name="T41" fmla="*/ 2147483647 h 211"/>
              <a:gd name="T42" fmla="*/ 2147483647 w 172"/>
              <a:gd name="T43" fmla="*/ 2147483647 h 211"/>
              <a:gd name="T44" fmla="*/ 2147483647 w 172"/>
              <a:gd name="T45" fmla="*/ 2147483647 h 211"/>
              <a:gd name="T46" fmla="*/ 2147483647 w 172"/>
              <a:gd name="T47" fmla="*/ 2147483647 h 211"/>
              <a:gd name="T48" fmla="*/ 2147483647 w 172"/>
              <a:gd name="T49" fmla="*/ 2147483647 h 211"/>
              <a:gd name="T50" fmla="*/ 2147483647 w 172"/>
              <a:gd name="T51" fmla="*/ 2147483647 h 211"/>
              <a:gd name="T52" fmla="*/ 2147483647 w 172"/>
              <a:gd name="T53" fmla="*/ 2147483647 h 211"/>
              <a:gd name="T54" fmla="*/ 2147483647 w 172"/>
              <a:gd name="T55" fmla="*/ 2147483647 h 211"/>
              <a:gd name="T56" fmla="*/ 2147483647 w 172"/>
              <a:gd name="T57" fmla="*/ 0 h 211"/>
              <a:gd name="T58" fmla="*/ 2147483647 w 172"/>
              <a:gd name="T59" fmla="*/ 0 h 211"/>
              <a:gd name="T60" fmla="*/ 2147483647 w 172"/>
              <a:gd name="T61" fmla="*/ 2147483647 h 211"/>
              <a:gd name="T62" fmla="*/ 2147483647 w 172"/>
              <a:gd name="T63" fmla="*/ 2147483647 h 211"/>
              <a:gd name="T64" fmla="*/ 2147483647 w 172"/>
              <a:gd name="T65" fmla="*/ 2147483647 h 211"/>
              <a:gd name="T66" fmla="*/ 2147483647 w 172"/>
              <a:gd name="T67" fmla="*/ 2147483647 h 211"/>
              <a:gd name="T68" fmla="*/ 2147483647 w 172"/>
              <a:gd name="T69" fmla="*/ 2147483647 h 211"/>
              <a:gd name="T70" fmla="*/ 2147483647 w 172"/>
              <a:gd name="T71" fmla="*/ 2147483647 h 211"/>
              <a:gd name="T72" fmla="*/ 2147483647 w 172"/>
              <a:gd name="T73" fmla="*/ 2147483647 h 211"/>
              <a:gd name="T74" fmla="*/ 2147483647 w 172"/>
              <a:gd name="T75" fmla="*/ 2147483647 h 211"/>
              <a:gd name="T76" fmla="*/ 2147483647 w 172"/>
              <a:gd name="T77" fmla="*/ 2147483647 h 211"/>
              <a:gd name="T78" fmla="*/ 2147483647 w 172"/>
              <a:gd name="T79" fmla="*/ 2147483647 h 211"/>
              <a:gd name="T80" fmla="*/ 2147483647 w 172"/>
              <a:gd name="T81" fmla="*/ 2147483647 h 211"/>
              <a:gd name="T82" fmla="*/ 2147483647 w 172"/>
              <a:gd name="T83" fmla="*/ 2147483647 h 211"/>
              <a:gd name="T84" fmla="*/ 2147483647 w 172"/>
              <a:gd name="T85" fmla="*/ 2147483647 h 211"/>
              <a:gd name="T86" fmla="*/ 2147483647 w 172"/>
              <a:gd name="T87" fmla="*/ 2147483647 h 211"/>
              <a:gd name="T88" fmla="*/ 2147483647 w 172"/>
              <a:gd name="T89" fmla="*/ 2147483647 h 211"/>
              <a:gd name="T90" fmla="*/ 2147483647 w 172"/>
              <a:gd name="T91" fmla="*/ 2147483647 h 211"/>
              <a:gd name="T92" fmla="*/ 0 w 172"/>
              <a:gd name="T93" fmla="*/ 2147483647 h 211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w 172"/>
              <a:gd name="T142" fmla="*/ 0 h 211"/>
              <a:gd name="T143" fmla="*/ 172 w 172"/>
              <a:gd name="T144" fmla="*/ 211 h 211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T141" t="T142" r="T143" b="T144"/>
            <a:pathLst>
              <a:path w="172" h="211">
                <a:moveTo>
                  <a:pt x="121" y="0"/>
                </a:moveTo>
                <a:cubicBezTo>
                  <a:pt x="172" y="0"/>
                  <a:pt x="172" y="0"/>
                  <a:pt x="172" y="0"/>
                </a:cubicBezTo>
                <a:cubicBezTo>
                  <a:pt x="172" y="9"/>
                  <a:pt x="172" y="9"/>
                  <a:pt x="172" y="9"/>
                </a:cubicBezTo>
                <a:cubicBezTo>
                  <a:pt x="121" y="9"/>
                  <a:pt x="121" y="9"/>
                  <a:pt x="121" y="9"/>
                </a:cubicBezTo>
                <a:cubicBezTo>
                  <a:pt x="121" y="0"/>
                  <a:pt x="121" y="0"/>
                  <a:pt x="121" y="0"/>
                </a:cubicBezTo>
                <a:close/>
                <a:moveTo>
                  <a:pt x="121" y="37"/>
                </a:moveTo>
                <a:cubicBezTo>
                  <a:pt x="172" y="37"/>
                  <a:pt x="172" y="37"/>
                  <a:pt x="172" y="37"/>
                </a:cubicBezTo>
                <a:cubicBezTo>
                  <a:pt x="172" y="183"/>
                  <a:pt x="172" y="183"/>
                  <a:pt x="172" y="183"/>
                </a:cubicBezTo>
                <a:cubicBezTo>
                  <a:pt x="172" y="198"/>
                  <a:pt x="159" y="211"/>
                  <a:pt x="143" y="211"/>
                </a:cubicBezTo>
                <a:cubicBezTo>
                  <a:pt x="121" y="211"/>
                  <a:pt x="121" y="211"/>
                  <a:pt x="121" y="211"/>
                </a:cubicBezTo>
                <a:cubicBezTo>
                  <a:pt x="121" y="166"/>
                  <a:pt x="121" y="166"/>
                  <a:pt x="121" y="166"/>
                </a:cubicBezTo>
                <a:cubicBezTo>
                  <a:pt x="122" y="166"/>
                  <a:pt x="123" y="166"/>
                  <a:pt x="124" y="165"/>
                </a:cubicBezTo>
                <a:cubicBezTo>
                  <a:pt x="130" y="163"/>
                  <a:pt x="134" y="159"/>
                  <a:pt x="138" y="153"/>
                </a:cubicBezTo>
                <a:cubicBezTo>
                  <a:pt x="142" y="145"/>
                  <a:pt x="145" y="137"/>
                  <a:pt x="145" y="128"/>
                </a:cubicBezTo>
                <a:cubicBezTo>
                  <a:pt x="145" y="115"/>
                  <a:pt x="140" y="108"/>
                  <a:pt x="131" y="108"/>
                </a:cubicBezTo>
                <a:cubicBezTo>
                  <a:pt x="128" y="108"/>
                  <a:pt x="125" y="109"/>
                  <a:pt x="121" y="111"/>
                </a:cubicBezTo>
                <a:cubicBezTo>
                  <a:pt x="127" y="85"/>
                  <a:pt x="127" y="85"/>
                  <a:pt x="127" y="85"/>
                </a:cubicBezTo>
                <a:cubicBezTo>
                  <a:pt x="121" y="86"/>
                  <a:pt x="121" y="86"/>
                  <a:pt x="121" y="86"/>
                </a:cubicBezTo>
                <a:cubicBezTo>
                  <a:pt x="121" y="37"/>
                  <a:pt x="121" y="37"/>
                  <a:pt x="121" y="37"/>
                </a:cubicBezTo>
                <a:close/>
                <a:moveTo>
                  <a:pt x="121" y="156"/>
                </a:moveTo>
                <a:cubicBezTo>
                  <a:pt x="123" y="155"/>
                  <a:pt x="126" y="152"/>
                  <a:pt x="129" y="146"/>
                </a:cubicBezTo>
                <a:cubicBezTo>
                  <a:pt x="131" y="140"/>
                  <a:pt x="133" y="134"/>
                  <a:pt x="133" y="129"/>
                </a:cubicBezTo>
                <a:cubicBezTo>
                  <a:pt x="133" y="123"/>
                  <a:pt x="132" y="119"/>
                  <a:pt x="129" y="117"/>
                </a:cubicBezTo>
                <a:cubicBezTo>
                  <a:pt x="129" y="117"/>
                  <a:pt x="128" y="116"/>
                  <a:pt x="127" y="116"/>
                </a:cubicBezTo>
                <a:cubicBezTo>
                  <a:pt x="126" y="116"/>
                  <a:pt x="124" y="117"/>
                  <a:pt x="123" y="117"/>
                </a:cubicBezTo>
                <a:cubicBezTo>
                  <a:pt x="122" y="117"/>
                  <a:pt x="121" y="117"/>
                  <a:pt x="121" y="118"/>
                </a:cubicBezTo>
                <a:lnTo>
                  <a:pt x="121" y="156"/>
                </a:lnTo>
                <a:close/>
                <a:moveTo>
                  <a:pt x="98" y="0"/>
                </a:moveTo>
                <a:cubicBezTo>
                  <a:pt x="121" y="0"/>
                  <a:pt x="121" y="0"/>
                  <a:pt x="121" y="0"/>
                </a:cubicBezTo>
                <a:cubicBezTo>
                  <a:pt x="121" y="9"/>
                  <a:pt x="121" y="9"/>
                  <a:pt x="121" y="9"/>
                </a:cubicBezTo>
                <a:cubicBezTo>
                  <a:pt x="98" y="9"/>
                  <a:pt x="98" y="9"/>
                  <a:pt x="98" y="9"/>
                </a:cubicBezTo>
                <a:cubicBezTo>
                  <a:pt x="98" y="0"/>
                  <a:pt x="98" y="0"/>
                  <a:pt x="98" y="0"/>
                </a:cubicBezTo>
                <a:close/>
                <a:moveTo>
                  <a:pt x="98" y="37"/>
                </a:moveTo>
                <a:cubicBezTo>
                  <a:pt x="121" y="37"/>
                  <a:pt x="121" y="37"/>
                  <a:pt x="121" y="37"/>
                </a:cubicBezTo>
                <a:cubicBezTo>
                  <a:pt x="121" y="86"/>
                  <a:pt x="121" y="86"/>
                  <a:pt x="121" y="86"/>
                </a:cubicBezTo>
                <a:cubicBezTo>
                  <a:pt x="110" y="88"/>
                  <a:pt x="110" y="88"/>
                  <a:pt x="110" y="88"/>
                </a:cubicBezTo>
                <a:cubicBezTo>
                  <a:pt x="98" y="141"/>
                  <a:pt x="98" y="141"/>
                  <a:pt x="98" y="141"/>
                </a:cubicBezTo>
                <a:cubicBezTo>
                  <a:pt x="98" y="90"/>
                  <a:pt x="98" y="90"/>
                  <a:pt x="98" y="90"/>
                </a:cubicBezTo>
                <a:cubicBezTo>
                  <a:pt x="100" y="81"/>
                  <a:pt x="100" y="81"/>
                  <a:pt x="100" y="81"/>
                </a:cubicBezTo>
                <a:cubicBezTo>
                  <a:pt x="100" y="81"/>
                  <a:pt x="99" y="81"/>
                  <a:pt x="98" y="80"/>
                </a:cubicBezTo>
                <a:cubicBezTo>
                  <a:pt x="98" y="37"/>
                  <a:pt x="98" y="37"/>
                  <a:pt x="98" y="37"/>
                </a:cubicBezTo>
                <a:close/>
                <a:moveTo>
                  <a:pt x="121" y="211"/>
                </a:moveTo>
                <a:cubicBezTo>
                  <a:pt x="98" y="211"/>
                  <a:pt x="98" y="211"/>
                  <a:pt x="98" y="211"/>
                </a:cubicBezTo>
                <a:cubicBezTo>
                  <a:pt x="98" y="160"/>
                  <a:pt x="98" y="160"/>
                  <a:pt x="98" y="160"/>
                </a:cubicBezTo>
                <a:cubicBezTo>
                  <a:pt x="99" y="161"/>
                  <a:pt x="100" y="162"/>
                  <a:pt x="101" y="163"/>
                </a:cubicBezTo>
                <a:cubicBezTo>
                  <a:pt x="103" y="166"/>
                  <a:pt x="107" y="167"/>
                  <a:pt x="112" y="167"/>
                </a:cubicBezTo>
                <a:cubicBezTo>
                  <a:pt x="115" y="167"/>
                  <a:pt x="118" y="167"/>
                  <a:pt x="121" y="166"/>
                </a:cubicBezTo>
                <a:cubicBezTo>
                  <a:pt x="121" y="211"/>
                  <a:pt x="121" y="211"/>
                  <a:pt x="121" y="211"/>
                </a:cubicBezTo>
                <a:close/>
                <a:moveTo>
                  <a:pt x="121" y="118"/>
                </a:moveTo>
                <a:cubicBezTo>
                  <a:pt x="120" y="118"/>
                  <a:pt x="120" y="118"/>
                  <a:pt x="120" y="119"/>
                </a:cubicBezTo>
                <a:cubicBezTo>
                  <a:pt x="113" y="148"/>
                  <a:pt x="113" y="148"/>
                  <a:pt x="113" y="148"/>
                </a:cubicBezTo>
                <a:cubicBezTo>
                  <a:pt x="113" y="149"/>
                  <a:pt x="113" y="150"/>
                  <a:pt x="113" y="151"/>
                </a:cubicBezTo>
                <a:cubicBezTo>
                  <a:pt x="113" y="154"/>
                  <a:pt x="115" y="156"/>
                  <a:pt x="119" y="156"/>
                </a:cubicBezTo>
                <a:cubicBezTo>
                  <a:pt x="120" y="156"/>
                  <a:pt x="120" y="156"/>
                  <a:pt x="121" y="156"/>
                </a:cubicBezTo>
                <a:lnTo>
                  <a:pt x="121" y="118"/>
                </a:lnTo>
                <a:close/>
                <a:moveTo>
                  <a:pt x="71" y="0"/>
                </a:moveTo>
                <a:cubicBezTo>
                  <a:pt x="98" y="0"/>
                  <a:pt x="98" y="0"/>
                  <a:pt x="98" y="0"/>
                </a:cubicBezTo>
                <a:cubicBezTo>
                  <a:pt x="98" y="9"/>
                  <a:pt x="98" y="9"/>
                  <a:pt x="98" y="9"/>
                </a:cubicBezTo>
                <a:cubicBezTo>
                  <a:pt x="71" y="9"/>
                  <a:pt x="71" y="9"/>
                  <a:pt x="71" y="9"/>
                </a:cubicBezTo>
                <a:cubicBezTo>
                  <a:pt x="71" y="0"/>
                  <a:pt x="71" y="0"/>
                  <a:pt x="71" y="0"/>
                </a:cubicBezTo>
                <a:close/>
                <a:moveTo>
                  <a:pt x="71" y="37"/>
                </a:moveTo>
                <a:cubicBezTo>
                  <a:pt x="98" y="37"/>
                  <a:pt x="98" y="37"/>
                  <a:pt x="98" y="37"/>
                </a:cubicBezTo>
                <a:cubicBezTo>
                  <a:pt x="98" y="80"/>
                  <a:pt x="98" y="80"/>
                  <a:pt x="98" y="80"/>
                </a:cubicBezTo>
                <a:cubicBezTo>
                  <a:pt x="96" y="80"/>
                  <a:pt x="94" y="80"/>
                  <a:pt x="91" y="80"/>
                </a:cubicBezTo>
                <a:cubicBezTo>
                  <a:pt x="85" y="80"/>
                  <a:pt x="78" y="83"/>
                  <a:pt x="71" y="88"/>
                </a:cubicBezTo>
                <a:cubicBezTo>
                  <a:pt x="71" y="37"/>
                  <a:pt x="71" y="37"/>
                  <a:pt x="71" y="37"/>
                </a:cubicBezTo>
                <a:close/>
                <a:moveTo>
                  <a:pt x="98" y="211"/>
                </a:moveTo>
                <a:cubicBezTo>
                  <a:pt x="71" y="211"/>
                  <a:pt x="71" y="211"/>
                  <a:pt x="71" y="211"/>
                </a:cubicBezTo>
                <a:cubicBezTo>
                  <a:pt x="71" y="166"/>
                  <a:pt x="71" y="166"/>
                  <a:pt x="71" y="166"/>
                </a:cubicBezTo>
                <a:cubicBezTo>
                  <a:pt x="82" y="166"/>
                  <a:pt x="82" y="166"/>
                  <a:pt x="82" y="166"/>
                </a:cubicBezTo>
                <a:cubicBezTo>
                  <a:pt x="98" y="90"/>
                  <a:pt x="98" y="90"/>
                  <a:pt x="98" y="90"/>
                </a:cubicBezTo>
                <a:cubicBezTo>
                  <a:pt x="98" y="141"/>
                  <a:pt x="98" y="141"/>
                  <a:pt x="98" y="141"/>
                </a:cubicBezTo>
                <a:cubicBezTo>
                  <a:pt x="97" y="146"/>
                  <a:pt x="97" y="146"/>
                  <a:pt x="97" y="146"/>
                </a:cubicBezTo>
                <a:cubicBezTo>
                  <a:pt x="97" y="148"/>
                  <a:pt x="97" y="150"/>
                  <a:pt x="97" y="152"/>
                </a:cubicBezTo>
                <a:cubicBezTo>
                  <a:pt x="97" y="155"/>
                  <a:pt x="97" y="158"/>
                  <a:pt x="98" y="160"/>
                </a:cubicBezTo>
                <a:cubicBezTo>
                  <a:pt x="98" y="211"/>
                  <a:pt x="98" y="211"/>
                  <a:pt x="98" y="211"/>
                </a:cubicBezTo>
                <a:close/>
                <a:moveTo>
                  <a:pt x="71" y="137"/>
                </a:moveTo>
                <a:cubicBezTo>
                  <a:pt x="74" y="124"/>
                  <a:pt x="74" y="124"/>
                  <a:pt x="74" y="124"/>
                </a:cubicBezTo>
                <a:cubicBezTo>
                  <a:pt x="73" y="124"/>
                  <a:pt x="72" y="124"/>
                  <a:pt x="71" y="123"/>
                </a:cubicBezTo>
                <a:cubicBezTo>
                  <a:pt x="71" y="137"/>
                  <a:pt x="71" y="137"/>
                  <a:pt x="71" y="137"/>
                </a:cubicBezTo>
                <a:close/>
                <a:moveTo>
                  <a:pt x="71" y="118"/>
                </a:moveTo>
                <a:cubicBezTo>
                  <a:pt x="73" y="118"/>
                  <a:pt x="74" y="119"/>
                  <a:pt x="75" y="119"/>
                </a:cubicBezTo>
                <a:cubicBezTo>
                  <a:pt x="82" y="88"/>
                  <a:pt x="82" y="88"/>
                  <a:pt x="82" y="88"/>
                </a:cubicBezTo>
                <a:cubicBezTo>
                  <a:pt x="79" y="90"/>
                  <a:pt x="75" y="93"/>
                  <a:pt x="71" y="98"/>
                </a:cubicBezTo>
                <a:lnTo>
                  <a:pt x="71" y="118"/>
                </a:lnTo>
                <a:close/>
                <a:moveTo>
                  <a:pt x="60" y="0"/>
                </a:moveTo>
                <a:cubicBezTo>
                  <a:pt x="71" y="0"/>
                  <a:pt x="71" y="0"/>
                  <a:pt x="71" y="0"/>
                </a:cubicBezTo>
                <a:cubicBezTo>
                  <a:pt x="71" y="9"/>
                  <a:pt x="71" y="9"/>
                  <a:pt x="71" y="9"/>
                </a:cubicBezTo>
                <a:cubicBezTo>
                  <a:pt x="60" y="9"/>
                  <a:pt x="60" y="9"/>
                  <a:pt x="60" y="9"/>
                </a:cubicBezTo>
                <a:cubicBezTo>
                  <a:pt x="60" y="0"/>
                  <a:pt x="60" y="0"/>
                  <a:pt x="60" y="0"/>
                </a:cubicBezTo>
                <a:close/>
                <a:moveTo>
                  <a:pt x="60" y="37"/>
                </a:moveTo>
                <a:cubicBezTo>
                  <a:pt x="71" y="37"/>
                  <a:pt x="71" y="37"/>
                  <a:pt x="71" y="37"/>
                </a:cubicBezTo>
                <a:cubicBezTo>
                  <a:pt x="71" y="88"/>
                  <a:pt x="71" y="88"/>
                  <a:pt x="71" y="88"/>
                </a:cubicBezTo>
                <a:cubicBezTo>
                  <a:pt x="71" y="89"/>
                  <a:pt x="71" y="89"/>
                  <a:pt x="71" y="89"/>
                </a:cubicBezTo>
                <a:cubicBezTo>
                  <a:pt x="67" y="92"/>
                  <a:pt x="64" y="96"/>
                  <a:pt x="60" y="100"/>
                </a:cubicBezTo>
                <a:cubicBezTo>
                  <a:pt x="60" y="37"/>
                  <a:pt x="60" y="37"/>
                  <a:pt x="60" y="37"/>
                </a:cubicBezTo>
                <a:close/>
                <a:moveTo>
                  <a:pt x="71" y="211"/>
                </a:moveTo>
                <a:cubicBezTo>
                  <a:pt x="60" y="211"/>
                  <a:pt x="60" y="211"/>
                  <a:pt x="60" y="211"/>
                </a:cubicBezTo>
                <a:cubicBezTo>
                  <a:pt x="60" y="120"/>
                  <a:pt x="60" y="120"/>
                  <a:pt x="60" y="120"/>
                </a:cubicBezTo>
                <a:cubicBezTo>
                  <a:pt x="64" y="121"/>
                  <a:pt x="68" y="122"/>
                  <a:pt x="71" y="123"/>
                </a:cubicBezTo>
                <a:cubicBezTo>
                  <a:pt x="71" y="137"/>
                  <a:pt x="71" y="137"/>
                  <a:pt x="71" y="137"/>
                </a:cubicBezTo>
                <a:cubicBezTo>
                  <a:pt x="65" y="166"/>
                  <a:pt x="65" y="166"/>
                  <a:pt x="65" y="166"/>
                </a:cubicBezTo>
                <a:cubicBezTo>
                  <a:pt x="71" y="166"/>
                  <a:pt x="71" y="166"/>
                  <a:pt x="71" y="166"/>
                </a:cubicBezTo>
                <a:cubicBezTo>
                  <a:pt x="71" y="211"/>
                  <a:pt x="71" y="211"/>
                  <a:pt x="71" y="211"/>
                </a:cubicBezTo>
                <a:close/>
                <a:moveTo>
                  <a:pt x="71" y="98"/>
                </a:moveTo>
                <a:cubicBezTo>
                  <a:pt x="68" y="102"/>
                  <a:pt x="65" y="108"/>
                  <a:pt x="61" y="115"/>
                </a:cubicBezTo>
                <a:cubicBezTo>
                  <a:pt x="65" y="116"/>
                  <a:pt x="68" y="117"/>
                  <a:pt x="71" y="118"/>
                </a:cubicBezTo>
                <a:lnTo>
                  <a:pt x="71" y="98"/>
                </a:lnTo>
                <a:close/>
                <a:moveTo>
                  <a:pt x="29" y="0"/>
                </a:moveTo>
                <a:cubicBezTo>
                  <a:pt x="60" y="0"/>
                  <a:pt x="60" y="0"/>
                  <a:pt x="60" y="0"/>
                </a:cubicBezTo>
                <a:cubicBezTo>
                  <a:pt x="60" y="9"/>
                  <a:pt x="60" y="9"/>
                  <a:pt x="60" y="9"/>
                </a:cubicBezTo>
                <a:cubicBezTo>
                  <a:pt x="26" y="9"/>
                  <a:pt x="26" y="9"/>
                  <a:pt x="26" y="9"/>
                </a:cubicBezTo>
                <a:cubicBezTo>
                  <a:pt x="18" y="9"/>
                  <a:pt x="12" y="15"/>
                  <a:pt x="12" y="23"/>
                </a:cubicBezTo>
                <a:cubicBezTo>
                  <a:pt x="12" y="23"/>
                  <a:pt x="12" y="23"/>
                  <a:pt x="12" y="23"/>
                </a:cubicBezTo>
                <a:cubicBezTo>
                  <a:pt x="12" y="30"/>
                  <a:pt x="18" y="37"/>
                  <a:pt x="26" y="37"/>
                </a:cubicBezTo>
                <a:cubicBezTo>
                  <a:pt x="60" y="37"/>
                  <a:pt x="60" y="37"/>
                  <a:pt x="60" y="37"/>
                </a:cubicBezTo>
                <a:cubicBezTo>
                  <a:pt x="60" y="100"/>
                  <a:pt x="60" y="100"/>
                  <a:pt x="60" y="100"/>
                </a:cubicBezTo>
                <a:cubicBezTo>
                  <a:pt x="57" y="104"/>
                  <a:pt x="54" y="109"/>
                  <a:pt x="51" y="114"/>
                </a:cubicBezTo>
                <a:cubicBezTo>
                  <a:pt x="48" y="114"/>
                  <a:pt x="46" y="113"/>
                  <a:pt x="45" y="113"/>
                </a:cubicBezTo>
                <a:cubicBezTo>
                  <a:pt x="38" y="113"/>
                  <a:pt x="32" y="115"/>
                  <a:pt x="28" y="118"/>
                </a:cubicBezTo>
                <a:cubicBezTo>
                  <a:pt x="23" y="120"/>
                  <a:pt x="21" y="124"/>
                  <a:pt x="21" y="128"/>
                </a:cubicBezTo>
                <a:cubicBezTo>
                  <a:pt x="21" y="130"/>
                  <a:pt x="22" y="131"/>
                  <a:pt x="23" y="133"/>
                </a:cubicBezTo>
                <a:cubicBezTo>
                  <a:pt x="24" y="134"/>
                  <a:pt x="26" y="134"/>
                  <a:pt x="29" y="134"/>
                </a:cubicBezTo>
                <a:cubicBezTo>
                  <a:pt x="30" y="134"/>
                  <a:pt x="31" y="134"/>
                  <a:pt x="33" y="133"/>
                </a:cubicBezTo>
                <a:cubicBezTo>
                  <a:pt x="34" y="132"/>
                  <a:pt x="35" y="131"/>
                  <a:pt x="35" y="130"/>
                </a:cubicBezTo>
                <a:cubicBezTo>
                  <a:pt x="35" y="129"/>
                  <a:pt x="34" y="128"/>
                  <a:pt x="34" y="127"/>
                </a:cubicBezTo>
                <a:cubicBezTo>
                  <a:pt x="34" y="127"/>
                  <a:pt x="33" y="126"/>
                  <a:pt x="33" y="126"/>
                </a:cubicBezTo>
                <a:cubicBezTo>
                  <a:pt x="34" y="124"/>
                  <a:pt x="35" y="123"/>
                  <a:pt x="38" y="122"/>
                </a:cubicBezTo>
                <a:cubicBezTo>
                  <a:pt x="40" y="121"/>
                  <a:pt x="43" y="120"/>
                  <a:pt x="47" y="120"/>
                </a:cubicBezTo>
                <a:cubicBezTo>
                  <a:pt x="44" y="125"/>
                  <a:pt x="42" y="129"/>
                  <a:pt x="40" y="134"/>
                </a:cubicBezTo>
                <a:cubicBezTo>
                  <a:pt x="33" y="148"/>
                  <a:pt x="30" y="159"/>
                  <a:pt x="30" y="167"/>
                </a:cubicBezTo>
                <a:cubicBezTo>
                  <a:pt x="30" y="173"/>
                  <a:pt x="32" y="176"/>
                  <a:pt x="36" y="178"/>
                </a:cubicBezTo>
                <a:cubicBezTo>
                  <a:pt x="37" y="179"/>
                  <a:pt x="41" y="180"/>
                  <a:pt x="45" y="180"/>
                </a:cubicBezTo>
                <a:cubicBezTo>
                  <a:pt x="44" y="178"/>
                  <a:pt x="44" y="176"/>
                  <a:pt x="44" y="173"/>
                </a:cubicBezTo>
                <a:cubicBezTo>
                  <a:pt x="44" y="170"/>
                  <a:pt x="44" y="167"/>
                  <a:pt x="45" y="163"/>
                </a:cubicBezTo>
                <a:cubicBezTo>
                  <a:pt x="47" y="150"/>
                  <a:pt x="52" y="136"/>
                  <a:pt x="59" y="120"/>
                </a:cubicBezTo>
                <a:cubicBezTo>
                  <a:pt x="59" y="120"/>
                  <a:pt x="60" y="120"/>
                  <a:pt x="60" y="120"/>
                </a:cubicBezTo>
                <a:cubicBezTo>
                  <a:pt x="60" y="211"/>
                  <a:pt x="60" y="211"/>
                  <a:pt x="60" y="211"/>
                </a:cubicBezTo>
                <a:cubicBezTo>
                  <a:pt x="29" y="211"/>
                  <a:pt x="29" y="211"/>
                  <a:pt x="29" y="211"/>
                </a:cubicBezTo>
                <a:cubicBezTo>
                  <a:pt x="13" y="211"/>
                  <a:pt x="0" y="198"/>
                  <a:pt x="0" y="183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9" y="0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23" name="Freeform 75"/>
          <p:cNvSpPr>
            <a:spLocks noEditPoints="1"/>
          </p:cNvSpPr>
          <p:nvPr>
            <p:custDataLst>
              <p:tags r:id="rId76"/>
            </p:custDataLst>
          </p:nvPr>
        </p:nvSpPr>
        <p:spPr bwMode="auto">
          <a:xfrm>
            <a:off x="5733344" y="1242246"/>
            <a:ext cx="569207" cy="571324"/>
          </a:xfrm>
          <a:custGeom>
            <a:avLst/>
            <a:gdLst>
              <a:gd name="T0" fmla="*/ 2147483647 w 261"/>
              <a:gd name="T1" fmla="*/ 2147483647 h 262"/>
              <a:gd name="T2" fmla="*/ 2147483647 w 261"/>
              <a:gd name="T3" fmla="*/ 2147483647 h 262"/>
              <a:gd name="T4" fmla="*/ 2147483647 w 261"/>
              <a:gd name="T5" fmla="*/ 2147483647 h 262"/>
              <a:gd name="T6" fmla="*/ 2147483647 w 261"/>
              <a:gd name="T7" fmla="*/ 2147483647 h 262"/>
              <a:gd name="T8" fmla="*/ 2147483647 w 261"/>
              <a:gd name="T9" fmla="*/ 2147483647 h 262"/>
              <a:gd name="T10" fmla="*/ 2147483647 w 261"/>
              <a:gd name="T11" fmla="*/ 2147483647 h 262"/>
              <a:gd name="T12" fmla="*/ 2147483647 w 261"/>
              <a:gd name="T13" fmla="*/ 2147483647 h 262"/>
              <a:gd name="T14" fmla="*/ 2147483647 w 261"/>
              <a:gd name="T15" fmla="*/ 2147483647 h 262"/>
              <a:gd name="T16" fmla="*/ 2147483647 w 261"/>
              <a:gd name="T17" fmla="*/ 2147483647 h 262"/>
              <a:gd name="T18" fmla="*/ 2147483647 w 261"/>
              <a:gd name="T19" fmla="*/ 2147483647 h 262"/>
              <a:gd name="T20" fmla="*/ 2147483647 w 261"/>
              <a:gd name="T21" fmla="*/ 2147483647 h 262"/>
              <a:gd name="T22" fmla="*/ 2147483647 w 261"/>
              <a:gd name="T23" fmla="*/ 2147483647 h 262"/>
              <a:gd name="T24" fmla="*/ 2147483647 w 261"/>
              <a:gd name="T25" fmla="*/ 2147483647 h 262"/>
              <a:gd name="T26" fmla="*/ 2147483647 w 261"/>
              <a:gd name="T27" fmla="*/ 2147483647 h 262"/>
              <a:gd name="T28" fmla="*/ 2147483647 w 261"/>
              <a:gd name="T29" fmla="*/ 2147483647 h 262"/>
              <a:gd name="T30" fmla="*/ 2147483647 w 261"/>
              <a:gd name="T31" fmla="*/ 2147483647 h 262"/>
              <a:gd name="T32" fmla="*/ 2147483647 w 261"/>
              <a:gd name="T33" fmla="*/ 2147483647 h 262"/>
              <a:gd name="T34" fmla="*/ 2147483647 w 261"/>
              <a:gd name="T35" fmla="*/ 2147483647 h 262"/>
              <a:gd name="T36" fmla="*/ 2147483647 w 261"/>
              <a:gd name="T37" fmla="*/ 2147483647 h 262"/>
              <a:gd name="T38" fmla="*/ 2147483647 w 261"/>
              <a:gd name="T39" fmla="*/ 2147483647 h 262"/>
              <a:gd name="T40" fmla="*/ 2147483647 w 261"/>
              <a:gd name="T41" fmla="*/ 2147483647 h 262"/>
              <a:gd name="T42" fmla="*/ 2147483647 w 261"/>
              <a:gd name="T43" fmla="*/ 2147483647 h 262"/>
              <a:gd name="T44" fmla="*/ 2147483647 w 261"/>
              <a:gd name="T45" fmla="*/ 2147483647 h 262"/>
              <a:gd name="T46" fmla="*/ 2147483647 w 261"/>
              <a:gd name="T47" fmla="*/ 2147483647 h 262"/>
              <a:gd name="T48" fmla="*/ 2147483647 w 261"/>
              <a:gd name="T49" fmla="*/ 2147483647 h 262"/>
              <a:gd name="T50" fmla="*/ 2147483647 w 261"/>
              <a:gd name="T51" fmla="*/ 2147483647 h 262"/>
              <a:gd name="T52" fmla="*/ 2147483647 w 261"/>
              <a:gd name="T53" fmla="*/ 2147483647 h 262"/>
              <a:gd name="T54" fmla="*/ 2147483647 w 261"/>
              <a:gd name="T55" fmla="*/ 0 h 262"/>
              <a:gd name="T56" fmla="*/ 2147483647 w 261"/>
              <a:gd name="T57" fmla="*/ 2147483647 h 262"/>
              <a:gd name="T58" fmla="*/ 2147483647 w 261"/>
              <a:gd name="T59" fmla="*/ 2147483647 h 262"/>
              <a:gd name="T60" fmla="*/ 2147483647 w 261"/>
              <a:gd name="T61" fmla="*/ 2147483647 h 262"/>
              <a:gd name="T62" fmla="*/ 2147483647 w 261"/>
              <a:gd name="T63" fmla="*/ 2147483647 h 262"/>
              <a:gd name="T64" fmla="*/ 2147483647 w 261"/>
              <a:gd name="T65" fmla="*/ 2147483647 h 262"/>
              <a:gd name="T66" fmla="*/ 2147483647 w 261"/>
              <a:gd name="T67" fmla="*/ 2147483647 h 262"/>
              <a:gd name="T68" fmla="*/ 2147483647 w 261"/>
              <a:gd name="T69" fmla="*/ 2147483647 h 262"/>
              <a:gd name="T70" fmla="*/ 2147483647 w 261"/>
              <a:gd name="T71" fmla="*/ 2147483647 h 262"/>
              <a:gd name="T72" fmla="*/ 2147483647 w 261"/>
              <a:gd name="T73" fmla="*/ 2147483647 h 262"/>
              <a:gd name="T74" fmla="*/ 2147483647 w 261"/>
              <a:gd name="T75" fmla="*/ 2147483647 h 262"/>
              <a:gd name="T76" fmla="*/ 2147483647 w 261"/>
              <a:gd name="T77" fmla="*/ 2147483647 h 262"/>
              <a:gd name="T78" fmla="*/ 2147483647 w 261"/>
              <a:gd name="T79" fmla="*/ 2147483647 h 262"/>
              <a:gd name="T80" fmla="*/ 2147483647 w 261"/>
              <a:gd name="T81" fmla="*/ 2147483647 h 262"/>
              <a:gd name="T82" fmla="*/ 2147483647 w 261"/>
              <a:gd name="T83" fmla="*/ 2147483647 h 262"/>
              <a:gd name="T84" fmla="*/ 2147483647 w 261"/>
              <a:gd name="T85" fmla="*/ 2147483647 h 262"/>
              <a:gd name="T86" fmla="*/ 2147483647 w 261"/>
              <a:gd name="T87" fmla="*/ 2147483647 h 262"/>
              <a:gd name="T88" fmla="*/ 2147483647 w 261"/>
              <a:gd name="T89" fmla="*/ 2147483647 h 262"/>
              <a:gd name="T90" fmla="*/ 2147483647 w 261"/>
              <a:gd name="T91" fmla="*/ 2147483647 h 262"/>
              <a:gd name="T92" fmla="*/ 2147483647 w 261"/>
              <a:gd name="T93" fmla="*/ 2147483647 h 262"/>
              <a:gd name="T94" fmla="*/ 2147483647 w 261"/>
              <a:gd name="T95" fmla="*/ 2147483647 h 262"/>
              <a:gd name="T96" fmla="*/ 2147483647 w 261"/>
              <a:gd name="T97" fmla="*/ 2147483647 h 262"/>
              <a:gd name="T98" fmla="*/ 2147483647 w 261"/>
              <a:gd name="T99" fmla="*/ 2147483647 h 262"/>
              <a:gd name="T100" fmla="*/ 2147483647 w 261"/>
              <a:gd name="T101" fmla="*/ 2147483647 h 262"/>
              <a:gd name="T102" fmla="*/ 2147483647 w 261"/>
              <a:gd name="T103" fmla="*/ 2147483647 h 262"/>
              <a:gd name="T104" fmla="*/ 0 w 261"/>
              <a:gd name="T105" fmla="*/ 2147483647 h 262"/>
              <a:gd name="T106" fmla="*/ 2147483647 w 261"/>
              <a:gd name="T107" fmla="*/ 2147483647 h 262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261"/>
              <a:gd name="T163" fmla="*/ 0 h 262"/>
              <a:gd name="T164" fmla="*/ 261 w 261"/>
              <a:gd name="T165" fmla="*/ 262 h 262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261" h="262">
                <a:moveTo>
                  <a:pt x="249" y="220"/>
                </a:moveTo>
                <a:cubicBezTo>
                  <a:pt x="249" y="154"/>
                  <a:pt x="249" y="154"/>
                  <a:pt x="249" y="154"/>
                </a:cubicBezTo>
                <a:cubicBezTo>
                  <a:pt x="251" y="157"/>
                  <a:pt x="252" y="160"/>
                  <a:pt x="252" y="164"/>
                </a:cubicBezTo>
                <a:cubicBezTo>
                  <a:pt x="252" y="220"/>
                  <a:pt x="252" y="220"/>
                  <a:pt x="252" y="220"/>
                </a:cubicBezTo>
                <a:cubicBezTo>
                  <a:pt x="249" y="220"/>
                  <a:pt x="249" y="220"/>
                  <a:pt x="249" y="220"/>
                </a:cubicBezTo>
                <a:close/>
                <a:moveTo>
                  <a:pt x="249" y="114"/>
                </a:moveTo>
                <a:cubicBezTo>
                  <a:pt x="249" y="70"/>
                  <a:pt x="249" y="70"/>
                  <a:pt x="249" y="70"/>
                </a:cubicBezTo>
                <a:cubicBezTo>
                  <a:pt x="250" y="70"/>
                  <a:pt x="250" y="70"/>
                  <a:pt x="250" y="69"/>
                </a:cubicBezTo>
                <a:cubicBezTo>
                  <a:pt x="257" y="67"/>
                  <a:pt x="257" y="67"/>
                  <a:pt x="257" y="67"/>
                </a:cubicBezTo>
                <a:cubicBezTo>
                  <a:pt x="259" y="66"/>
                  <a:pt x="261" y="67"/>
                  <a:pt x="261" y="70"/>
                </a:cubicBezTo>
                <a:cubicBezTo>
                  <a:pt x="261" y="104"/>
                  <a:pt x="261" y="104"/>
                  <a:pt x="261" y="104"/>
                </a:cubicBezTo>
                <a:cubicBezTo>
                  <a:pt x="261" y="107"/>
                  <a:pt x="259" y="110"/>
                  <a:pt x="257" y="111"/>
                </a:cubicBezTo>
                <a:cubicBezTo>
                  <a:pt x="250" y="113"/>
                  <a:pt x="250" y="113"/>
                  <a:pt x="250" y="113"/>
                </a:cubicBezTo>
                <a:cubicBezTo>
                  <a:pt x="250" y="114"/>
                  <a:pt x="250" y="114"/>
                  <a:pt x="249" y="114"/>
                </a:cubicBezTo>
                <a:close/>
                <a:moveTo>
                  <a:pt x="249" y="70"/>
                </a:moveTo>
                <a:cubicBezTo>
                  <a:pt x="249" y="114"/>
                  <a:pt x="249" y="114"/>
                  <a:pt x="249" y="114"/>
                </a:cubicBezTo>
                <a:cubicBezTo>
                  <a:pt x="248" y="114"/>
                  <a:pt x="246" y="112"/>
                  <a:pt x="246" y="110"/>
                </a:cubicBezTo>
                <a:cubicBezTo>
                  <a:pt x="246" y="76"/>
                  <a:pt x="246" y="76"/>
                  <a:pt x="246" y="76"/>
                </a:cubicBezTo>
                <a:cubicBezTo>
                  <a:pt x="246" y="74"/>
                  <a:pt x="248" y="71"/>
                  <a:pt x="249" y="70"/>
                </a:cubicBezTo>
                <a:close/>
                <a:moveTo>
                  <a:pt x="249" y="154"/>
                </a:moveTo>
                <a:cubicBezTo>
                  <a:pt x="246" y="150"/>
                  <a:pt x="241" y="146"/>
                  <a:pt x="235" y="146"/>
                </a:cubicBezTo>
                <a:cubicBezTo>
                  <a:pt x="235" y="50"/>
                  <a:pt x="235" y="50"/>
                  <a:pt x="235" y="50"/>
                </a:cubicBezTo>
                <a:cubicBezTo>
                  <a:pt x="209" y="50"/>
                  <a:pt x="209" y="50"/>
                  <a:pt x="209" y="50"/>
                </a:cubicBezTo>
                <a:cubicBezTo>
                  <a:pt x="209" y="162"/>
                  <a:pt x="209" y="162"/>
                  <a:pt x="209" y="162"/>
                </a:cubicBezTo>
                <a:cubicBezTo>
                  <a:pt x="219" y="162"/>
                  <a:pt x="227" y="170"/>
                  <a:pt x="227" y="180"/>
                </a:cubicBezTo>
                <a:cubicBezTo>
                  <a:pt x="227" y="189"/>
                  <a:pt x="219" y="197"/>
                  <a:pt x="209" y="197"/>
                </a:cubicBezTo>
                <a:cubicBezTo>
                  <a:pt x="209" y="220"/>
                  <a:pt x="209" y="220"/>
                  <a:pt x="209" y="220"/>
                </a:cubicBezTo>
                <a:cubicBezTo>
                  <a:pt x="249" y="220"/>
                  <a:pt x="249" y="220"/>
                  <a:pt x="249" y="220"/>
                </a:cubicBezTo>
                <a:cubicBezTo>
                  <a:pt x="249" y="154"/>
                  <a:pt x="249" y="154"/>
                  <a:pt x="249" y="154"/>
                </a:cubicBezTo>
                <a:close/>
                <a:moveTo>
                  <a:pt x="209" y="262"/>
                </a:moveTo>
                <a:cubicBezTo>
                  <a:pt x="209" y="232"/>
                  <a:pt x="209" y="232"/>
                  <a:pt x="209" y="232"/>
                </a:cubicBezTo>
                <a:cubicBezTo>
                  <a:pt x="226" y="232"/>
                  <a:pt x="226" y="232"/>
                  <a:pt x="226" y="232"/>
                </a:cubicBezTo>
                <a:cubicBezTo>
                  <a:pt x="226" y="249"/>
                  <a:pt x="226" y="249"/>
                  <a:pt x="226" y="249"/>
                </a:cubicBezTo>
                <a:cubicBezTo>
                  <a:pt x="226" y="257"/>
                  <a:pt x="220" y="262"/>
                  <a:pt x="213" y="262"/>
                </a:cubicBezTo>
                <a:cubicBezTo>
                  <a:pt x="209" y="262"/>
                  <a:pt x="209" y="262"/>
                  <a:pt x="209" y="262"/>
                </a:cubicBezTo>
                <a:close/>
                <a:moveTo>
                  <a:pt x="209" y="44"/>
                </a:moveTo>
                <a:cubicBezTo>
                  <a:pt x="209" y="15"/>
                  <a:pt x="209" y="15"/>
                  <a:pt x="209" y="15"/>
                </a:cubicBezTo>
                <a:cubicBezTo>
                  <a:pt x="225" y="23"/>
                  <a:pt x="235" y="33"/>
                  <a:pt x="235" y="44"/>
                </a:cubicBezTo>
                <a:lnTo>
                  <a:pt x="209" y="44"/>
                </a:lnTo>
                <a:close/>
                <a:moveTo>
                  <a:pt x="209" y="15"/>
                </a:moveTo>
                <a:cubicBezTo>
                  <a:pt x="209" y="44"/>
                  <a:pt x="209" y="44"/>
                  <a:pt x="209" y="44"/>
                </a:cubicBezTo>
                <a:cubicBezTo>
                  <a:pt x="195" y="44"/>
                  <a:pt x="195" y="44"/>
                  <a:pt x="195" y="44"/>
                </a:cubicBezTo>
                <a:cubicBezTo>
                  <a:pt x="195" y="37"/>
                  <a:pt x="195" y="37"/>
                  <a:pt x="195" y="37"/>
                </a:cubicBezTo>
                <a:cubicBezTo>
                  <a:pt x="195" y="37"/>
                  <a:pt x="195" y="37"/>
                  <a:pt x="195" y="37"/>
                </a:cubicBezTo>
                <a:cubicBezTo>
                  <a:pt x="199" y="37"/>
                  <a:pt x="203" y="33"/>
                  <a:pt x="203" y="28"/>
                </a:cubicBezTo>
                <a:cubicBezTo>
                  <a:pt x="203" y="24"/>
                  <a:pt x="199" y="20"/>
                  <a:pt x="195" y="20"/>
                </a:cubicBezTo>
                <a:cubicBezTo>
                  <a:pt x="195" y="20"/>
                  <a:pt x="195" y="20"/>
                  <a:pt x="195" y="20"/>
                </a:cubicBezTo>
                <a:cubicBezTo>
                  <a:pt x="195" y="9"/>
                  <a:pt x="195" y="9"/>
                  <a:pt x="195" y="9"/>
                </a:cubicBezTo>
                <a:cubicBezTo>
                  <a:pt x="200" y="11"/>
                  <a:pt x="205" y="13"/>
                  <a:pt x="209" y="15"/>
                </a:cubicBezTo>
                <a:close/>
                <a:moveTo>
                  <a:pt x="209" y="50"/>
                </a:moveTo>
                <a:cubicBezTo>
                  <a:pt x="209" y="162"/>
                  <a:pt x="209" y="162"/>
                  <a:pt x="209" y="162"/>
                </a:cubicBezTo>
                <a:cubicBezTo>
                  <a:pt x="209" y="162"/>
                  <a:pt x="209" y="162"/>
                  <a:pt x="209" y="162"/>
                </a:cubicBezTo>
                <a:cubicBezTo>
                  <a:pt x="203" y="162"/>
                  <a:pt x="198" y="166"/>
                  <a:pt x="195" y="171"/>
                </a:cubicBezTo>
                <a:cubicBezTo>
                  <a:pt x="195" y="120"/>
                  <a:pt x="195" y="120"/>
                  <a:pt x="195" y="120"/>
                </a:cubicBezTo>
                <a:cubicBezTo>
                  <a:pt x="201" y="120"/>
                  <a:pt x="201" y="120"/>
                  <a:pt x="201" y="120"/>
                </a:cubicBezTo>
                <a:cubicBezTo>
                  <a:pt x="201" y="70"/>
                  <a:pt x="201" y="70"/>
                  <a:pt x="201" y="70"/>
                </a:cubicBezTo>
                <a:cubicBezTo>
                  <a:pt x="195" y="70"/>
                  <a:pt x="195" y="70"/>
                  <a:pt x="195" y="70"/>
                </a:cubicBezTo>
                <a:cubicBezTo>
                  <a:pt x="195" y="50"/>
                  <a:pt x="195" y="50"/>
                  <a:pt x="195" y="50"/>
                </a:cubicBezTo>
                <a:cubicBezTo>
                  <a:pt x="209" y="50"/>
                  <a:pt x="209" y="50"/>
                  <a:pt x="209" y="50"/>
                </a:cubicBezTo>
                <a:close/>
                <a:moveTo>
                  <a:pt x="209" y="197"/>
                </a:moveTo>
                <a:cubicBezTo>
                  <a:pt x="209" y="220"/>
                  <a:pt x="209" y="220"/>
                  <a:pt x="209" y="220"/>
                </a:cubicBezTo>
                <a:cubicBezTo>
                  <a:pt x="195" y="220"/>
                  <a:pt x="195" y="220"/>
                  <a:pt x="195" y="220"/>
                </a:cubicBezTo>
                <a:cubicBezTo>
                  <a:pt x="195" y="188"/>
                  <a:pt x="195" y="188"/>
                  <a:pt x="195" y="188"/>
                </a:cubicBezTo>
                <a:cubicBezTo>
                  <a:pt x="198" y="193"/>
                  <a:pt x="203" y="197"/>
                  <a:pt x="209" y="197"/>
                </a:cubicBezTo>
                <a:cubicBezTo>
                  <a:pt x="209" y="197"/>
                  <a:pt x="209" y="197"/>
                  <a:pt x="209" y="197"/>
                </a:cubicBezTo>
                <a:close/>
                <a:moveTo>
                  <a:pt x="209" y="232"/>
                </a:moveTo>
                <a:cubicBezTo>
                  <a:pt x="209" y="262"/>
                  <a:pt x="209" y="262"/>
                  <a:pt x="209" y="262"/>
                </a:cubicBezTo>
                <a:cubicBezTo>
                  <a:pt x="206" y="262"/>
                  <a:pt x="206" y="262"/>
                  <a:pt x="206" y="262"/>
                </a:cubicBezTo>
                <a:cubicBezTo>
                  <a:pt x="201" y="262"/>
                  <a:pt x="197" y="260"/>
                  <a:pt x="195" y="257"/>
                </a:cubicBezTo>
                <a:cubicBezTo>
                  <a:pt x="195" y="232"/>
                  <a:pt x="195" y="232"/>
                  <a:pt x="195" y="232"/>
                </a:cubicBezTo>
                <a:lnTo>
                  <a:pt x="209" y="232"/>
                </a:lnTo>
                <a:close/>
                <a:moveTo>
                  <a:pt x="171" y="20"/>
                </a:moveTo>
                <a:cubicBezTo>
                  <a:pt x="175" y="20"/>
                  <a:pt x="179" y="24"/>
                  <a:pt x="179" y="28"/>
                </a:cubicBezTo>
                <a:cubicBezTo>
                  <a:pt x="179" y="33"/>
                  <a:pt x="175" y="37"/>
                  <a:pt x="171" y="37"/>
                </a:cubicBezTo>
                <a:cubicBezTo>
                  <a:pt x="170" y="37"/>
                  <a:pt x="169" y="37"/>
                  <a:pt x="168" y="36"/>
                </a:cubicBezTo>
                <a:cubicBezTo>
                  <a:pt x="168" y="44"/>
                  <a:pt x="168" y="44"/>
                  <a:pt x="168" y="44"/>
                </a:cubicBezTo>
                <a:cubicBezTo>
                  <a:pt x="195" y="44"/>
                  <a:pt x="195" y="44"/>
                  <a:pt x="195" y="44"/>
                </a:cubicBezTo>
                <a:cubicBezTo>
                  <a:pt x="195" y="37"/>
                  <a:pt x="195" y="37"/>
                  <a:pt x="195" y="37"/>
                </a:cubicBezTo>
                <a:cubicBezTo>
                  <a:pt x="190" y="37"/>
                  <a:pt x="186" y="33"/>
                  <a:pt x="186" y="28"/>
                </a:cubicBezTo>
                <a:cubicBezTo>
                  <a:pt x="186" y="24"/>
                  <a:pt x="190" y="20"/>
                  <a:pt x="195" y="20"/>
                </a:cubicBezTo>
                <a:cubicBezTo>
                  <a:pt x="195" y="9"/>
                  <a:pt x="195" y="9"/>
                  <a:pt x="195" y="9"/>
                </a:cubicBezTo>
                <a:cubicBezTo>
                  <a:pt x="187" y="6"/>
                  <a:pt x="178" y="4"/>
                  <a:pt x="168" y="3"/>
                </a:cubicBezTo>
                <a:cubicBezTo>
                  <a:pt x="168" y="21"/>
                  <a:pt x="168" y="21"/>
                  <a:pt x="168" y="21"/>
                </a:cubicBezTo>
                <a:cubicBezTo>
                  <a:pt x="169" y="20"/>
                  <a:pt x="170" y="20"/>
                  <a:pt x="171" y="20"/>
                </a:cubicBezTo>
                <a:close/>
                <a:moveTo>
                  <a:pt x="195" y="50"/>
                </a:moveTo>
                <a:cubicBezTo>
                  <a:pt x="195" y="70"/>
                  <a:pt x="195" y="70"/>
                  <a:pt x="195" y="70"/>
                </a:cubicBezTo>
                <a:cubicBezTo>
                  <a:pt x="168" y="70"/>
                  <a:pt x="168" y="70"/>
                  <a:pt x="168" y="70"/>
                </a:cubicBezTo>
                <a:cubicBezTo>
                  <a:pt x="168" y="50"/>
                  <a:pt x="168" y="50"/>
                  <a:pt x="168" y="50"/>
                </a:cubicBezTo>
                <a:cubicBezTo>
                  <a:pt x="195" y="50"/>
                  <a:pt x="195" y="50"/>
                  <a:pt x="195" y="50"/>
                </a:cubicBezTo>
                <a:close/>
                <a:moveTo>
                  <a:pt x="195" y="120"/>
                </a:moveTo>
                <a:cubicBezTo>
                  <a:pt x="195" y="171"/>
                  <a:pt x="195" y="171"/>
                  <a:pt x="195" y="171"/>
                </a:cubicBezTo>
                <a:cubicBezTo>
                  <a:pt x="193" y="173"/>
                  <a:pt x="192" y="176"/>
                  <a:pt x="192" y="180"/>
                </a:cubicBezTo>
                <a:cubicBezTo>
                  <a:pt x="192" y="183"/>
                  <a:pt x="193" y="186"/>
                  <a:pt x="195" y="188"/>
                </a:cubicBezTo>
                <a:cubicBezTo>
                  <a:pt x="195" y="220"/>
                  <a:pt x="195" y="220"/>
                  <a:pt x="195" y="220"/>
                </a:cubicBezTo>
                <a:cubicBezTo>
                  <a:pt x="168" y="220"/>
                  <a:pt x="168" y="220"/>
                  <a:pt x="168" y="220"/>
                </a:cubicBezTo>
                <a:cubicBezTo>
                  <a:pt x="168" y="120"/>
                  <a:pt x="168" y="120"/>
                  <a:pt x="168" y="120"/>
                </a:cubicBezTo>
                <a:cubicBezTo>
                  <a:pt x="195" y="120"/>
                  <a:pt x="195" y="120"/>
                  <a:pt x="195" y="120"/>
                </a:cubicBezTo>
                <a:close/>
                <a:moveTo>
                  <a:pt x="195" y="232"/>
                </a:moveTo>
                <a:cubicBezTo>
                  <a:pt x="195" y="257"/>
                  <a:pt x="195" y="257"/>
                  <a:pt x="195" y="257"/>
                </a:cubicBezTo>
                <a:cubicBezTo>
                  <a:pt x="193" y="254"/>
                  <a:pt x="192" y="252"/>
                  <a:pt x="192" y="249"/>
                </a:cubicBezTo>
                <a:cubicBezTo>
                  <a:pt x="192" y="232"/>
                  <a:pt x="192" y="232"/>
                  <a:pt x="192" y="232"/>
                </a:cubicBezTo>
                <a:lnTo>
                  <a:pt x="195" y="232"/>
                </a:lnTo>
                <a:close/>
                <a:moveTo>
                  <a:pt x="168" y="36"/>
                </a:moveTo>
                <a:cubicBezTo>
                  <a:pt x="165" y="35"/>
                  <a:pt x="162" y="32"/>
                  <a:pt x="162" y="28"/>
                </a:cubicBezTo>
                <a:cubicBezTo>
                  <a:pt x="162" y="25"/>
                  <a:pt x="165" y="22"/>
                  <a:pt x="168" y="21"/>
                </a:cubicBezTo>
                <a:cubicBezTo>
                  <a:pt x="168" y="3"/>
                  <a:pt x="168" y="3"/>
                  <a:pt x="168" y="3"/>
                </a:cubicBezTo>
                <a:cubicBezTo>
                  <a:pt x="157" y="1"/>
                  <a:pt x="144" y="0"/>
                  <a:pt x="131" y="0"/>
                </a:cubicBezTo>
                <a:cubicBezTo>
                  <a:pt x="130" y="0"/>
                  <a:pt x="130" y="0"/>
                  <a:pt x="130" y="0"/>
                </a:cubicBezTo>
                <a:cubicBezTo>
                  <a:pt x="130" y="44"/>
                  <a:pt x="130" y="44"/>
                  <a:pt x="130" y="44"/>
                </a:cubicBezTo>
                <a:cubicBezTo>
                  <a:pt x="168" y="44"/>
                  <a:pt x="168" y="44"/>
                  <a:pt x="168" y="44"/>
                </a:cubicBezTo>
                <a:cubicBezTo>
                  <a:pt x="168" y="36"/>
                  <a:pt x="168" y="36"/>
                  <a:pt x="168" y="36"/>
                </a:cubicBezTo>
                <a:close/>
                <a:moveTo>
                  <a:pt x="168" y="50"/>
                </a:moveTo>
                <a:cubicBezTo>
                  <a:pt x="168" y="70"/>
                  <a:pt x="168" y="70"/>
                  <a:pt x="168" y="70"/>
                </a:cubicBezTo>
                <a:cubicBezTo>
                  <a:pt x="135" y="70"/>
                  <a:pt x="135" y="70"/>
                  <a:pt x="135" y="70"/>
                </a:cubicBezTo>
                <a:cubicBezTo>
                  <a:pt x="135" y="120"/>
                  <a:pt x="135" y="120"/>
                  <a:pt x="135" y="120"/>
                </a:cubicBezTo>
                <a:cubicBezTo>
                  <a:pt x="168" y="120"/>
                  <a:pt x="168" y="120"/>
                  <a:pt x="168" y="120"/>
                </a:cubicBezTo>
                <a:cubicBezTo>
                  <a:pt x="168" y="220"/>
                  <a:pt x="168" y="220"/>
                  <a:pt x="168" y="220"/>
                </a:cubicBezTo>
                <a:cubicBezTo>
                  <a:pt x="130" y="220"/>
                  <a:pt x="130" y="220"/>
                  <a:pt x="130" y="220"/>
                </a:cubicBezTo>
                <a:cubicBezTo>
                  <a:pt x="130" y="198"/>
                  <a:pt x="130" y="198"/>
                  <a:pt x="130" y="198"/>
                </a:cubicBezTo>
                <a:cubicBezTo>
                  <a:pt x="167" y="198"/>
                  <a:pt x="167" y="198"/>
                  <a:pt x="167" y="198"/>
                </a:cubicBezTo>
                <a:cubicBezTo>
                  <a:pt x="167" y="187"/>
                  <a:pt x="167" y="187"/>
                  <a:pt x="167" y="187"/>
                </a:cubicBezTo>
                <a:cubicBezTo>
                  <a:pt x="130" y="187"/>
                  <a:pt x="130" y="187"/>
                  <a:pt x="130" y="187"/>
                </a:cubicBezTo>
                <a:cubicBezTo>
                  <a:pt x="130" y="179"/>
                  <a:pt x="130" y="179"/>
                  <a:pt x="130" y="179"/>
                </a:cubicBezTo>
                <a:cubicBezTo>
                  <a:pt x="167" y="179"/>
                  <a:pt x="167" y="179"/>
                  <a:pt x="167" y="179"/>
                </a:cubicBezTo>
                <a:cubicBezTo>
                  <a:pt x="167" y="167"/>
                  <a:pt x="167" y="167"/>
                  <a:pt x="167" y="167"/>
                </a:cubicBezTo>
                <a:cubicBezTo>
                  <a:pt x="130" y="167"/>
                  <a:pt x="130" y="167"/>
                  <a:pt x="130" y="167"/>
                </a:cubicBezTo>
                <a:cubicBezTo>
                  <a:pt x="130" y="159"/>
                  <a:pt x="130" y="159"/>
                  <a:pt x="130" y="159"/>
                </a:cubicBezTo>
                <a:cubicBezTo>
                  <a:pt x="167" y="159"/>
                  <a:pt x="167" y="159"/>
                  <a:pt x="167" y="159"/>
                </a:cubicBezTo>
                <a:cubicBezTo>
                  <a:pt x="167" y="147"/>
                  <a:pt x="167" y="147"/>
                  <a:pt x="167" y="147"/>
                </a:cubicBezTo>
                <a:cubicBezTo>
                  <a:pt x="130" y="147"/>
                  <a:pt x="130" y="147"/>
                  <a:pt x="130" y="147"/>
                </a:cubicBezTo>
                <a:cubicBezTo>
                  <a:pt x="130" y="50"/>
                  <a:pt x="130" y="50"/>
                  <a:pt x="130" y="50"/>
                </a:cubicBezTo>
                <a:lnTo>
                  <a:pt x="168" y="50"/>
                </a:lnTo>
                <a:close/>
                <a:moveTo>
                  <a:pt x="130" y="0"/>
                </a:moveTo>
                <a:cubicBezTo>
                  <a:pt x="130" y="44"/>
                  <a:pt x="130" y="44"/>
                  <a:pt x="130" y="44"/>
                </a:cubicBezTo>
                <a:cubicBezTo>
                  <a:pt x="93" y="44"/>
                  <a:pt x="93" y="44"/>
                  <a:pt x="93" y="44"/>
                </a:cubicBezTo>
                <a:cubicBezTo>
                  <a:pt x="93" y="36"/>
                  <a:pt x="93" y="36"/>
                  <a:pt x="93" y="36"/>
                </a:cubicBezTo>
                <a:cubicBezTo>
                  <a:pt x="96" y="35"/>
                  <a:pt x="99" y="32"/>
                  <a:pt x="99" y="28"/>
                </a:cubicBezTo>
                <a:cubicBezTo>
                  <a:pt x="99" y="25"/>
                  <a:pt x="96" y="22"/>
                  <a:pt x="93" y="21"/>
                </a:cubicBezTo>
                <a:cubicBezTo>
                  <a:pt x="93" y="3"/>
                  <a:pt x="93" y="3"/>
                  <a:pt x="93" y="3"/>
                </a:cubicBezTo>
                <a:cubicBezTo>
                  <a:pt x="104" y="1"/>
                  <a:pt x="117" y="0"/>
                  <a:pt x="130" y="0"/>
                </a:cubicBezTo>
                <a:close/>
                <a:moveTo>
                  <a:pt x="130" y="50"/>
                </a:moveTo>
                <a:cubicBezTo>
                  <a:pt x="130" y="147"/>
                  <a:pt x="130" y="147"/>
                  <a:pt x="130" y="147"/>
                </a:cubicBezTo>
                <a:cubicBezTo>
                  <a:pt x="93" y="147"/>
                  <a:pt x="93" y="147"/>
                  <a:pt x="93" y="147"/>
                </a:cubicBezTo>
                <a:cubicBezTo>
                  <a:pt x="93" y="120"/>
                  <a:pt x="93" y="120"/>
                  <a:pt x="93" y="120"/>
                </a:cubicBezTo>
                <a:cubicBezTo>
                  <a:pt x="126" y="120"/>
                  <a:pt x="126" y="120"/>
                  <a:pt x="126" y="120"/>
                </a:cubicBezTo>
                <a:cubicBezTo>
                  <a:pt x="126" y="70"/>
                  <a:pt x="126" y="70"/>
                  <a:pt x="126" y="70"/>
                </a:cubicBezTo>
                <a:cubicBezTo>
                  <a:pt x="93" y="70"/>
                  <a:pt x="93" y="70"/>
                  <a:pt x="93" y="70"/>
                </a:cubicBezTo>
                <a:cubicBezTo>
                  <a:pt x="93" y="50"/>
                  <a:pt x="93" y="50"/>
                  <a:pt x="93" y="50"/>
                </a:cubicBezTo>
                <a:cubicBezTo>
                  <a:pt x="130" y="50"/>
                  <a:pt x="130" y="50"/>
                  <a:pt x="130" y="50"/>
                </a:cubicBezTo>
                <a:close/>
                <a:moveTo>
                  <a:pt x="130" y="159"/>
                </a:moveTo>
                <a:cubicBezTo>
                  <a:pt x="130" y="167"/>
                  <a:pt x="130" y="167"/>
                  <a:pt x="130" y="167"/>
                </a:cubicBezTo>
                <a:cubicBezTo>
                  <a:pt x="93" y="167"/>
                  <a:pt x="93" y="167"/>
                  <a:pt x="93" y="167"/>
                </a:cubicBezTo>
                <a:cubicBezTo>
                  <a:pt x="93" y="159"/>
                  <a:pt x="93" y="159"/>
                  <a:pt x="93" y="159"/>
                </a:cubicBezTo>
                <a:cubicBezTo>
                  <a:pt x="130" y="159"/>
                  <a:pt x="130" y="159"/>
                  <a:pt x="130" y="159"/>
                </a:cubicBezTo>
                <a:close/>
                <a:moveTo>
                  <a:pt x="130" y="179"/>
                </a:moveTo>
                <a:cubicBezTo>
                  <a:pt x="130" y="187"/>
                  <a:pt x="130" y="187"/>
                  <a:pt x="130" y="187"/>
                </a:cubicBezTo>
                <a:cubicBezTo>
                  <a:pt x="93" y="187"/>
                  <a:pt x="93" y="187"/>
                  <a:pt x="93" y="187"/>
                </a:cubicBezTo>
                <a:cubicBezTo>
                  <a:pt x="93" y="179"/>
                  <a:pt x="93" y="179"/>
                  <a:pt x="93" y="179"/>
                </a:cubicBezTo>
                <a:cubicBezTo>
                  <a:pt x="130" y="179"/>
                  <a:pt x="130" y="179"/>
                  <a:pt x="130" y="179"/>
                </a:cubicBezTo>
                <a:close/>
                <a:moveTo>
                  <a:pt x="130" y="198"/>
                </a:moveTo>
                <a:cubicBezTo>
                  <a:pt x="130" y="220"/>
                  <a:pt x="130" y="220"/>
                  <a:pt x="130" y="220"/>
                </a:cubicBezTo>
                <a:cubicBezTo>
                  <a:pt x="93" y="220"/>
                  <a:pt x="93" y="220"/>
                  <a:pt x="93" y="220"/>
                </a:cubicBezTo>
                <a:cubicBezTo>
                  <a:pt x="93" y="198"/>
                  <a:pt x="93" y="198"/>
                  <a:pt x="93" y="198"/>
                </a:cubicBezTo>
                <a:lnTo>
                  <a:pt x="130" y="198"/>
                </a:lnTo>
                <a:close/>
                <a:moveTo>
                  <a:pt x="93" y="3"/>
                </a:moveTo>
                <a:cubicBezTo>
                  <a:pt x="93" y="21"/>
                  <a:pt x="93" y="21"/>
                  <a:pt x="93" y="21"/>
                </a:cubicBezTo>
                <a:cubicBezTo>
                  <a:pt x="92" y="20"/>
                  <a:pt x="92" y="20"/>
                  <a:pt x="91" y="20"/>
                </a:cubicBezTo>
                <a:cubicBezTo>
                  <a:pt x="86" y="20"/>
                  <a:pt x="83" y="24"/>
                  <a:pt x="83" y="28"/>
                </a:cubicBezTo>
                <a:cubicBezTo>
                  <a:pt x="83" y="33"/>
                  <a:pt x="86" y="37"/>
                  <a:pt x="91" y="37"/>
                </a:cubicBezTo>
                <a:cubicBezTo>
                  <a:pt x="92" y="37"/>
                  <a:pt x="92" y="37"/>
                  <a:pt x="93" y="36"/>
                </a:cubicBezTo>
                <a:cubicBezTo>
                  <a:pt x="93" y="44"/>
                  <a:pt x="93" y="44"/>
                  <a:pt x="93" y="44"/>
                </a:cubicBezTo>
                <a:cubicBezTo>
                  <a:pt x="67" y="44"/>
                  <a:pt x="67" y="44"/>
                  <a:pt x="67" y="44"/>
                </a:cubicBezTo>
                <a:cubicBezTo>
                  <a:pt x="67" y="37"/>
                  <a:pt x="67" y="37"/>
                  <a:pt x="67" y="37"/>
                </a:cubicBezTo>
                <a:cubicBezTo>
                  <a:pt x="71" y="37"/>
                  <a:pt x="75" y="33"/>
                  <a:pt x="75" y="28"/>
                </a:cubicBezTo>
                <a:cubicBezTo>
                  <a:pt x="75" y="24"/>
                  <a:pt x="71" y="20"/>
                  <a:pt x="67" y="20"/>
                </a:cubicBezTo>
                <a:cubicBezTo>
                  <a:pt x="67" y="9"/>
                  <a:pt x="67" y="9"/>
                  <a:pt x="67" y="9"/>
                </a:cubicBezTo>
                <a:cubicBezTo>
                  <a:pt x="75" y="6"/>
                  <a:pt x="84" y="4"/>
                  <a:pt x="93" y="3"/>
                </a:cubicBezTo>
                <a:close/>
                <a:moveTo>
                  <a:pt x="93" y="50"/>
                </a:moveTo>
                <a:cubicBezTo>
                  <a:pt x="93" y="70"/>
                  <a:pt x="93" y="70"/>
                  <a:pt x="93" y="70"/>
                </a:cubicBezTo>
                <a:cubicBezTo>
                  <a:pt x="67" y="70"/>
                  <a:pt x="67" y="70"/>
                  <a:pt x="67" y="70"/>
                </a:cubicBezTo>
                <a:cubicBezTo>
                  <a:pt x="67" y="50"/>
                  <a:pt x="67" y="50"/>
                  <a:pt x="67" y="50"/>
                </a:cubicBezTo>
                <a:cubicBezTo>
                  <a:pt x="93" y="50"/>
                  <a:pt x="93" y="50"/>
                  <a:pt x="93" y="50"/>
                </a:cubicBezTo>
                <a:close/>
                <a:moveTo>
                  <a:pt x="93" y="120"/>
                </a:moveTo>
                <a:cubicBezTo>
                  <a:pt x="93" y="147"/>
                  <a:pt x="93" y="147"/>
                  <a:pt x="93" y="147"/>
                </a:cubicBezTo>
                <a:cubicBezTo>
                  <a:pt x="92" y="147"/>
                  <a:pt x="92" y="147"/>
                  <a:pt x="92" y="147"/>
                </a:cubicBezTo>
                <a:cubicBezTo>
                  <a:pt x="92" y="159"/>
                  <a:pt x="92" y="159"/>
                  <a:pt x="92" y="159"/>
                </a:cubicBezTo>
                <a:cubicBezTo>
                  <a:pt x="93" y="159"/>
                  <a:pt x="93" y="159"/>
                  <a:pt x="93" y="159"/>
                </a:cubicBezTo>
                <a:cubicBezTo>
                  <a:pt x="93" y="167"/>
                  <a:pt x="93" y="167"/>
                  <a:pt x="93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79"/>
                  <a:pt x="92" y="179"/>
                  <a:pt x="92" y="179"/>
                </a:cubicBezTo>
                <a:cubicBezTo>
                  <a:pt x="93" y="179"/>
                  <a:pt x="93" y="179"/>
                  <a:pt x="93" y="179"/>
                </a:cubicBezTo>
                <a:cubicBezTo>
                  <a:pt x="93" y="187"/>
                  <a:pt x="93" y="187"/>
                  <a:pt x="93" y="187"/>
                </a:cubicBezTo>
                <a:cubicBezTo>
                  <a:pt x="92" y="187"/>
                  <a:pt x="92" y="187"/>
                  <a:pt x="92" y="187"/>
                </a:cubicBezTo>
                <a:cubicBezTo>
                  <a:pt x="92" y="198"/>
                  <a:pt x="92" y="198"/>
                  <a:pt x="92" y="198"/>
                </a:cubicBezTo>
                <a:cubicBezTo>
                  <a:pt x="93" y="198"/>
                  <a:pt x="93" y="198"/>
                  <a:pt x="93" y="198"/>
                </a:cubicBezTo>
                <a:cubicBezTo>
                  <a:pt x="93" y="220"/>
                  <a:pt x="93" y="220"/>
                  <a:pt x="93" y="220"/>
                </a:cubicBezTo>
                <a:cubicBezTo>
                  <a:pt x="67" y="220"/>
                  <a:pt x="67" y="220"/>
                  <a:pt x="67" y="220"/>
                </a:cubicBezTo>
                <a:cubicBezTo>
                  <a:pt x="67" y="188"/>
                  <a:pt x="67" y="188"/>
                  <a:pt x="67" y="188"/>
                </a:cubicBezTo>
                <a:cubicBezTo>
                  <a:pt x="68" y="186"/>
                  <a:pt x="69" y="183"/>
                  <a:pt x="69" y="180"/>
                </a:cubicBezTo>
                <a:cubicBezTo>
                  <a:pt x="69" y="176"/>
                  <a:pt x="68" y="173"/>
                  <a:pt x="67" y="171"/>
                </a:cubicBezTo>
                <a:cubicBezTo>
                  <a:pt x="67" y="120"/>
                  <a:pt x="67" y="120"/>
                  <a:pt x="67" y="120"/>
                </a:cubicBezTo>
                <a:cubicBezTo>
                  <a:pt x="93" y="120"/>
                  <a:pt x="93" y="120"/>
                  <a:pt x="93" y="120"/>
                </a:cubicBezTo>
                <a:close/>
                <a:moveTo>
                  <a:pt x="67" y="257"/>
                </a:moveTo>
                <a:cubicBezTo>
                  <a:pt x="67" y="232"/>
                  <a:pt x="67" y="232"/>
                  <a:pt x="67" y="232"/>
                </a:cubicBezTo>
                <a:cubicBezTo>
                  <a:pt x="69" y="232"/>
                  <a:pt x="69" y="232"/>
                  <a:pt x="69" y="232"/>
                </a:cubicBezTo>
                <a:cubicBezTo>
                  <a:pt x="69" y="249"/>
                  <a:pt x="69" y="249"/>
                  <a:pt x="69" y="249"/>
                </a:cubicBezTo>
                <a:cubicBezTo>
                  <a:pt x="69" y="252"/>
                  <a:pt x="68" y="254"/>
                  <a:pt x="67" y="257"/>
                </a:cubicBezTo>
                <a:close/>
                <a:moveTo>
                  <a:pt x="67" y="9"/>
                </a:moveTo>
                <a:cubicBezTo>
                  <a:pt x="67" y="20"/>
                  <a:pt x="67" y="20"/>
                  <a:pt x="67" y="20"/>
                </a:cubicBezTo>
                <a:cubicBezTo>
                  <a:pt x="62" y="20"/>
                  <a:pt x="58" y="24"/>
                  <a:pt x="58" y="28"/>
                </a:cubicBezTo>
                <a:cubicBezTo>
                  <a:pt x="58" y="33"/>
                  <a:pt x="62" y="37"/>
                  <a:pt x="67" y="37"/>
                </a:cubicBezTo>
                <a:cubicBezTo>
                  <a:pt x="67" y="44"/>
                  <a:pt x="67" y="44"/>
                  <a:pt x="67" y="44"/>
                </a:cubicBezTo>
                <a:cubicBezTo>
                  <a:pt x="52" y="44"/>
                  <a:pt x="52" y="44"/>
                  <a:pt x="52" y="44"/>
                </a:cubicBezTo>
                <a:cubicBezTo>
                  <a:pt x="52" y="15"/>
                  <a:pt x="52" y="15"/>
                  <a:pt x="52" y="15"/>
                </a:cubicBezTo>
                <a:cubicBezTo>
                  <a:pt x="56" y="13"/>
                  <a:pt x="61" y="11"/>
                  <a:pt x="67" y="9"/>
                </a:cubicBezTo>
                <a:close/>
                <a:moveTo>
                  <a:pt x="67" y="50"/>
                </a:moveTo>
                <a:cubicBezTo>
                  <a:pt x="67" y="70"/>
                  <a:pt x="67" y="70"/>
                  <a:pt x="67" y="70"/>
                </a:cubicBezTo>
                <a:cubicBezTo>
                  <a:pt x="60" y="70"/>
                  <a:pt x="60" y="70"/>
                  <a:pt x="60" y="70"/>
                </a:cubicBezTo>
                <a:cubicBezTo>
                  <a:pt x="60" y="120"/>
                  <a:pt x="60" y="120"/>
                  <a:pt x="60" y="120"/>
                </a:cubicBezTo>
                <a:cubicBezTo>
                  <a:pt x="67" y="120"/>
                  <a:pt x="67" y="120"/>
                  <a:pt x="67" y="120"/>
                </a:cubicBezTo>
                <a:cubicBezTo>
                  <a:pt x="67" y="171"/>
                  <a:pt x="67" y="171"/>
                  <a:pt x="67" y="171"/>
                </a:cubicBezTo>
                <a:cubicBezTo>
                  <a:pt x="64" y="166"/>
                  <a:pt x="58" y="162"/>
                  <a:pt x="52" y="162"/>
                </a:cubicBezTo>
                <a:cubicBezTo>
                  <a:pt x="52" y="50"/>
                  <a:pt x="52" y="50"/>
                  <a:pt x="52" y="50"/>
                </a:cubicBezTo>
                <a:cubicBezTo>
                  <a:pt x="67" y="50"/>
                  <a:pt x="67" y="50"/>
                  <a:pt x="67" y="50"/>
                </a:cubicBezTo>
                <a:close/>
                <a:moveTo>
                  <a:pt x="67" y="188"/>
                </a:moveTo>
                <a:cubicBezTo>
                  <a:pt x="67" y="220"/>
                  <a:pt x="67" y="220"/>
                  <a:pt x="67" y="220"/>
                </a:cubicBezTo>
                <a:cubicBezTo>
                  <a:pt x="52" y="220"/>
                  <a:pt x="52" y="220"/>
                  <a:pt x="52" y="220"/>
                </a:cubicBezTo>
                <a:cubicBezTo>
                  <a:pt x="52" y="197"/>
                  <a:pt x="52" y="197"/>
                  <a:pt x="52" y="197"/>
                </a:cubicBezTo>
                <a:cubicBezTo>
                  <a:pt x="58" y="197"/>
                  <a:pt x="64" y="193"/>
                  <a:pt x="67" y="188"/>
                </a:cubicBezTo>
                <a:close/>
                <a:moveTo>
                  <a:pt x="67" y="232"/>
                </a:moveTo>
                <a:cubicBezTo>
                  <a:pt x="67" y="257"/>
                  <a:pt x="67" y="257"/>
                  <a:pt x="67" y="257"/>
                </a:cubicBezTo>
                <a:cubicBezTo>
                  <a:pt x="64" y="260"/>
                  <a:pt x="60" y="262"/>
                  <a:pt x="56" y="262"/>
                </a:cubicBezTo>
                <a:cubicBezTo>
                  <a:pt x="52" y="262"/>
                  <a:pt x="52" y="262"/>
                  <a:pt x="52" y="262"/>
                </a:cubicBezTo>
                <a:cubicBezTo>
                  <a:pt x="52" y="232"/>
                  <a:pt x="52" y="232"/>
                  <a:pt x="52" y="232"/>
                </a:cubicBezTo>
                <a:lnTo>
                  <a:pt x="67" y="232"/>
                </a:lnTo>
                <a:close/>
                <a:moveTo>
                  <a:pt x="52" y="15"/>
                </a:moveTo>
                <a:cubicBezTo>
                  <a:pt x="52" y="44"/>
                  <a:pt x="52" y="44"/>
                  <a:pt x="52" y="44"/>
                </a:cubicBezTo>
                <a:cubicBezTo>
                  <a:pt x="27" y="44"/>
                  <a:pt x="27" y="44"/>
                  <a:pt x="27" y="44"/>
                </a:cubicBezTo>
                <a:cubicBezTo>
                  <a:pt x="27" y="33"/>
                  <a:pt x="36" y="23"/>
                  <a:pt x="52" y="15"/>
                </a:cubicBezTo>
                <a:close/>
                <a:moveTo>
                  <a:pt x="52" y="50"/>
                </a:moveTo>
                <a:cubicBezTo>
                  <a:pt x="52" y="162"/>
                  <a:pt x="52" y="162"/>
                  <a:pt x="52" y="162"/>
                </a:cubicBezTo>
                <a:cubicBezTo>
                  <a:pt x="42" y="162"/>
                  <a:pt x="35" y="170"/>
                  <a:pt x="35" y="180"/>
                </a:cubicBezTo>
                <a:cubicBezTo>
                  <a:pt x="35" y="189"/>
                  <a:pt x="42" y="197"/>
                  <a:pt x="52" y="197"/>
                </a:cubicBezTo>
                <a:cubicBezTo>
                  <a:pt x="52" y="220"/>
                  <a:pt x="52" y="220"/>
                  <a:pt x="52" y="220"/>
                </a:cubicBezTo>
                <a:cubicBezTo>
                  <a:pt x="12" y="220"/>
                  <a:pt x="12" y="220"/>
                  <a:pt x="12" y="220"/>
                </a:cubicBezTo>
                <a:cubicBezTo>
                  <a:pt x="12" y="154"/>
                  <a:pt x="12" y="154"/>
                  <a:pt x="12" y="154"/>
                </a:cubicBezTo>
                <a:cubicBezTo>
                  <a:pt x="15" y="150"/>
                  <a:pt x="21" y="146"/>
                  <a:pt x="27" y="146"/>
                </a:cubicBezTo>
                <a:cubicBezTo>
                  <a:pt x="27" y="50"/>
                  <a:pt x="27" y="50"/>
                  <a:pt x="27" y="50"/>
                </a:cubicBezTo>
                <a:cubicBezTo>
                  <a:pt x="52" y="50"/>
                  <a:pt x="52" y="50"/>
                  <a:pt x="52" y="50"/>
                </a:cubicBezTo>
                <a:close/>
                <a:moveTo>
                  <a:pt x="52" y="232"/>
                </a:moveTo>
                <a:cubicBezTo>
                  <a:pt x="52" y="262"/>
                  <a:pt x="52" y="262"/>
                  <a:pt x="52" y="262"/>
                </a:cubicBezTo>
                <a:cubicBezTo>
                  <a:pt x="48" y="262"/>
                  <a:pt x="48" y="262"/>
                  <a:pt x="48" y="262"/>
                </a:cubicBezTo>
                <a:cubicBezTo>
                  <a:pt x="41" y="262"/>
                  <a:pt x="35" y="257"/>
                  <a:pt x="35" y="249"/>
                </a:cubicBezTo>
                <a:cubicBezTo>
                  <a:pt x="35" y="232"/>
                  <a:pt x="35" y="232"/>
                  <a:pt x="35" y="232"/>
                </a:cubicBezTo>
                <a:cubicBezTo>
                  <a:pt x="52" y="232"/>
                  <a:pt x="52" y="232"/>
                  <a:pt x="52" y="232"/>
                </a:cubicBezTo>
                <a:close/>
                <a:moveTo>
                  <a:pt x="12" y="114"/>
                </a:moveTo>
                <a:cubicBezTo>
                  <a:pt x="14" y="114"/>
                  <a:pt x="15" y="112"/>
                  <a:pt x="15" y="110"/>
                </a:cubicBezTo>
                <a:cubicBezTo>
                  <a:pt x="15" y="76"/>
                  <a:pt x="15" y="76"/>
                  <a:pt x="15" y="76"/>
                </a:cubicBezTo>
                <a:cubicBezTo>
                  <a:pt x="15" y="74"/>
                  <a:pt x="14" y="71"/>
                  <a:pt x="12" y="70"/>
                </a:cubicBezTo>
                <a:lnTo>
                  <a:pt x="12" y="114"/>
                </a:lnTo>
                <a:close/>
                <a:moveTo>
                  <a:pt x="12" y="70"/>
                </a:moveTo>
                <a:cubicBezTo>
                  <a:pt x="12" y="114"/>
                  <a:pt x="12" y="114"/>
                  <a:pt x="12" y="114"/>
                </a:cubicBezTo>
                <a:cubicBezTo>
                  <a:pt x="12" y="114"/>
                  <a:pt x="11" y="114"/>
                  <a:pt x="11" y="113"/>
                </a:cubicBezTo>
                <a:cubicBezTo>
                  <a:pt x="4" y="111"/>
                  <a:pt x="4" y="111"/>
                  <a:pt x="4" y="111"/>
                </a:cubicBezTo>
                <a:cubicBezTo>
                  <a:pt x="2" y="110"/>
                  <a:pt x="0" y="107"/>
                  <a:pt x="0" y="104"/>
                </a:cubicBezTo>
                <a:cubicBezTo>
                  <a:pt x="0" y="70"/>
                  <a:pt x="0" y="70"/>
                  <a:pt x="0" y="70"/>
                </a:cubicBezTo>
                <a:cubicBezTo>
                  <a:pt x="0" y="67"/>
                  <a:pt x="2" y="66"/>
                  <a:pt x="4" y="67"/>
                </a:cubicBezTo>
                <a:cubicBezTo>
                  <a:pt x="11" y="69"/>
                  <a:pt x="11" y="69"/>
                  <a:pt x="11" y="69"/>
                </a:cubicBezTo>
                <a:cubicBezTo>
                  <a:pt x="11" y="70"/>
                  <a:pt x="12" y="70"/>
                  <a:pt x="12" y="70"/>
                </a:cubicBezTo>
                <a:close/>
                <a:moveTo>
                  <a:pt x="12" y="154"/>
                </a:moveTo>
                <a:cubicBezTo>
                  <a:pt x="12" y="220"/>
                  <a:pt x="12" y="220"/>
                  <a:pt x="12" y="220"/>
                </a:cubicBezTo>
                <a:cubicBezTo>
                  <a:pt x="9" y="220"/>
                  <a:pt x="9" y="220"/>
                  <a:pt x="9" y="220"/>
                </a:cubicBezTo>
                <a:cubicBezTo>
                  <a:pt x="9" y="164"/>
                  <a:pt x="9" y="164"/>
                  <a:pt x="9" y="164"/>
                </a:cubicBezTo>
                <a:cubicBezTo>
                  <a:pt x="9" y="160"/>
                  <a:pt x="10" y="157"/>
                  <a:pt x="12" y="154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24" name="Freeform 76"/>
          <p:cNvSpPr>
            <a:spLocks noEditPoints="1"/>
          </p:cNvSpPr>
          <p:nvPr>
            <p:custDataLst>
              <p:tags r:id="rId77"/>
            </p:custDataLst>
          </p:nvPr>
        </p:nvSpPr>
        <p:spPr bwMode="auto">
          <a:xfrm>
            <a:off x="5164136" y="1978617"/>
            <a:ext cx="643268" cy="486683"/>
          </a:xfrm>
          <a:custGeom>
            <a:avLst/>
            <a:gdLst>
              <a:gd name="T0" fmla="*/ 2147483647 w 295"/>
              <a:gd name="T1" fmla="*/ 0 h 224"/>
              <a:gd name="T2" fmla="*/ 2147483647 w 295"/>
              <a:gd name="T3" fmla="*/ 2147483647 h 224"/>
              <a:gd name="T4" fmla="*/ 2147483647 w 295"/>
              <a:gd name="T5" fmla="*/ 2147483647 h 224"/>
              <a:gd name="T6" fmla="*/ 2147483647 w 295"/>
              <a:gd name="T7" fmla="*/ 2147483647 h 224"/>
              <a:gd name="T8" fmla="*/ 2147483647 w 295"/>
              <a:gd name="T9" fmla="*/ 2147483647 h 224"/>
              <a:gd name="T10" fmla="*/ 2147483647 w 295"/>
              <a:gd name="T11" fmla="*/ 2147483647 h 224"/>
              <a:gd name="T12" fmla="*/ 2147483647 w 295"/>
              <a:gd name="T13" fmla="*/ 2147483647 h 224"/>
              <a:gd name="T14" fmla="*/ 2147483647 w 295"/>
              <a:gd name="T15" fmla="*/ 2147483647 h 224"/>
              <a:gd name="T16" fmla="*/ 2147483647 w 295"/>
              <a:gd name="T17" fmla="*/ 2147483647 h 224"/>
              <a:gd name="T18" fmla="*/ 2147483647 w 295"/>
              <a:gd name="T19" fmla="*/ 2147483647 h 224"/>
              <a:gd name="T20" fmla="*/ 2147483647 w 295"/>
              <a:gd name="T21" fmla="*/ 2147483647 h 224"/>
              <a:gd name="T22" fmla="*/ 2147483647 w 295"/>
              <a:gd name="T23" fmla="*/ 2147483647 h 224"/>
              <a:gd name="T24" fmla="*/ 2147483647 w 295"/>
              <a:gd name="T25" fmla="*/ 2147483647 h 224"/>
              <a:gd name="T26" fmla="*/ 2147483647 w 295"/>
              <a:gd name="T27" fmla="*/ 2147483647 h 224"/>
              <a:gd name="T28" fmla="*/ 2147483647 w 295"/>
              <a:gd name="T29" fmla="*/ 2147483647 h 224"/>
              <a:gd name="T30" fmla="*/ 2147483647 w 295"/>
              <a:gd name="T31" fmla="*/ 2147483647 h 224"/>
              <a:gd name="T32" fmla="*/ 2147483647 w 295"/>
              <a:gd name="T33" fmla="*/ 0 h 224"/>
              <a:gd name="T34" fmla="*/ 2147483647 w 295"/>
              <a:gd name="T35" fmla="*/ 0 h 224"/>
              <a:gd name="T36" fmla="*/ 2147483647 w 295"/>
              <a:gd name="T37" fmla="*/ 2147483647 h 224"/>
              <a:gd name="T38" fmla="*/ 2147483647 w 295"/>
              <a:gd name="T39" fmla="*/ 2147483647 h 224"/>
              <a:gd name="T40" fmla="*/ 2147483647 w 295"/>
              <a:gd name="T41" fmla="*/ 2147483647 h 224"/>
              <a:gd name="T42" fmla="*/ 2147483647 w 295"/>
              <a:gd name="T43" fmla="*/ 2147483647 h 224"/>
              <a:gd name="T44" fmla="*/ 2147483647 w 295"/>
              <a:gd name="T45" fmla="*/ 2147483647 h 224"/>
              <a:gd name="T46" fmla="*/ 2147483647 w 295"/>
              <a:gd name="T47" fmla="*/ 2147483647 h 224"/>
              <a:gd name="T48" fmla="*/ 2147483647 w 295"/>
              <a:gd name="T49" fmla="*/ 2147483647 h 224"/>
              <a:gd name="T50" fmla="*/ 2147483647 w 295"/>
              <a:gd name="T51" fmla="*/ 2147483647 h 224"/>
              <a:gd name="T52" fmla="*/ 2147483647 w 295"/>
              <a:gd name="T53" fmla="*/ 2147483647 h 224"/>
              <a:gd name="T54" fmla="*/ 2147483647 w 295"/>
              <a:gd name="T55" fmla="*/ 2147483647 h 224"/>
              <a:gd name="T56" fmla="*/ 2147483647 w 295"/>
              <a:gd name="T57" fmla="*/ 2147483647 h 224"/>
              <a:gd name="T58" fmla="*/ 2147483647 w 295"/>
              <a:gd name="T59" fmla="*/ 2147483647 h 224"/>
              <a:gd name="T60" fmla="*/ 2147483647 w 295"/>
              <a:gd name="T61" fmla="*/ 2147483647 h 224"/>
              <a:gd name="T62" fmla="*/ 2147483647 w 295"/>
              <a:gd name="T63" fmla="*/ 2147483647 h 224"/>
              <a:gd name="T64" fmla="*/ 2147483647 w 295"/>
              <a:gd name="T65" fmla="*/ 2147483647 h 224"/>
              <a:gd name="T66" fmla="*/ 2147483647 w 295"/>
              <a:gd name="T67" fmla="*/ 2147483647 h 224"/>
              <a:gd name="T68" fmla="*/ 2147483647 w 295"/>
              <a:gd name="T69" fmla="*/ 2147483647 h 224"/>
              <a:gd name="T70" fmla="*/ 2147483647 w 295"/>
              <a:gd name="T71" fmla="*/ 2147483647 h 224"/>
              <a:gd name="T72" fmla="*/ 2147483647 w 295"/>
              <a:gd name="T73" fmla="*/ 2147483647 h 224"/>
              <a:gd name="T74" fmla="*/ 2147483647 w 295"/>
              <a:gd name="T75" fmla="*/ 2147483647 h 224"/>
              <a:gd name="T76" fmla="*/ 2147483647 w 295"/>
              <a:gd name="T77" fmla="*/ 2147483647 h 224"/>
              <a:gd name="T78" fmla="*/ 2147483647 w 295"/>
              <a:gd name="T79" fmla="*/ 2147483647 h 224"/>
              <a:gd name="T80" fmla="*/ 0 w 295"/>
              <a:gd name="T81" fmla="*/ 2147483647 h 224"/>
              <a:gd name="T82" fmla="*/ 2147483647 w 295"/>
              <a:gd name="T83" fmla="*/ 2147483647 h 224"/>
              <a:gd name="T84" fmla="*/ 2147483647 w 295"/>
              <a:gd name="T85" fmla="*/ 2147483647 h 224"/>
              <a:gd name="T86" fmla="*/ 2147483647 w 295"/>
              <a:gd name="T87" fmla="*/ 2147483647 h 224"/>
              <a:gd name="T88" fmla="*/ 2147483647 w 295"/>
              <a:gd name="T89" fmla="*/ 2147483647 h 224"/>
              <a:gd name="T90" fmla="*/ 2147483647 w 295"/>
              <a:gd name="T91" fmla="*/ 2147483647 h 224"/>
              <a:gd name="T92" fmla="*/ 2147483647 w 295"/>
              <a:gd name="T93" fmla="*/ 2147483647 h 224"/>
              <a:gd name="T94" fmla="*/ 2147483647 w 295"/>
              <a:gd name="T95" fmla="*/ 2147483647 h 224"/>
              <a:gd name="T96" fmla="*/ 2147483647 w 295"/>
              <a:gd name="T97" fmla="*/ 2147483647 h 224"/>
              <a:gd name="T98" fmla="*/ 2147483647 w 295"/>
              <a:gd name="T99" fmla="*/ 2147483647 h 224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295"/>
              <a:gd name="T151" fmla="*/ 0 h 224"/>
              <a:gd name="T152" fmla="*/ 295 w 295"/>
              <a:gd name="T153" fmla="*/ 224 h 224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295" h="224">
                <a:moveTo>
                  <a:pt x="271" y="224"/>
                </a:moveTo>
                <a:cubicBezTo>
                  <a:pt x="284" y="224"/>
                  <a:pt x="295" y="213"/>
                  <a:pt x="295" y="200"/>
                </a:cubicBezTo>
                <a:cubicBezTo>
                  <a:pt x="295" y="23"/>
                  <a:pt x="295" y="23"/>
                  <a:pt x="295" y="23"/>
                </a:cubicBezTo>
                <a:cubicBezTo>
                  <a:pt x="295" y="10"/>
                  <a:pt x="284" y="0"/>
                  <a:pt x="271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224" y="16"/>
                  <a:pt x="224" y="16"/>
                  <a:pt x="224" y="16"/>
                </a:cubicBezTo>
                <a:cubicBezTo>
                  <a:pt x="258" y="16"/>
                  <a:pt x="258" y="16"/>
                  <a:pt x="258" y="16"/>
                </a:cubicBezTo>
                <a:cubicBezTo>
                  <a:pt x="268" y="16"/>
                  <a:pt x="277" y="24"/>
                  <a:pt x="277" y="35"/>
                </a:cubicBezTo>
                <a:cubicBezTo>
                  <a:pt x="277" y="189"/>
                  <a:pt x="277" y="189"/>
                  <a:pt x="277" y="189"/>
                </a:cubicBezTo>
                <a:cubicBezTo>
                  <a:pt x="277" y="199"/>
                  <a:pt x="268" y="208"/>
                  <a:pt x="258" y="208"/>
                </a:cubicBezTo>
                <a:cubicBezTo>
                  <a:pt x="224" y="208"/>
                  <a:pt x="224" y="208"/>
                  <a:pt x="224" y="208"/>
                </a:cubicBezTo>
                <a:cubicBezTo>
                  <a:pt x="224" y="224"/>
                  <a:pt x="224" y="224"/>
                  <a:pt x="224" y="224"/>
                </a:cubicBezTo>
                <a:cubicBezTo>
                  <a:pt x="271" y="224"/>
                  <a:pt x="271" y="224"/>
                  <a:pt x="271" y="224"/>
                </a:cubicBezTo>
                <a:close/>
                <a:moveTo>
                  <a:pt x="224" y="194"/>
                </a:moveTo>
                <a:cubicBezTo>
                  <a:pt x="224" y="188"/>
                  <a:pt x="224" y="188"/>
                  <a:pt x="224" y="188"/>
                </a:cubicBezTo>
                <a:cubicBezTo>
                  <a:pt x="248" y="188"/>
                  <a:pt x="248" y="188"/>
                  <a:pt x="248" y="188"/>
                </a:cubicBezTo>
                <a:cubicBezTo>
                  <a:pt x="248" y="179"/>
                  <a:pt x="248" y="179"/>
                  <a:pt x="248" y="179"/>
                </a:cubicBezTo>
                <a:cubicBezTo>
                  <a:pt x="224" y="179"/>
                  <a:pt x="224" y="179"/>
                  <a:pt x="224" y="179"/>
                </a:cubicBezTo>
                <a:cubicBezTo>
                  <a:pt x="224" y="29"/>
                  <a:pt x="224" y="29"/>
                  <a:pt x="224" y="29"/>
                </a:cubicBezTo>
                <a:cubicBezTo>
                  <a:pt x="249" y="29"/>
                  <a:pt x="249" y="29"/>
                  <a:pt x="249" y="29"/>
                </a:cubicBezTo>
                <a:cubicBezTo>
                  <a:pt x="257" y="29"/>
                  <a:pt x="264" y="36"/>
                  <a:pt x="264" y="45"/>
                </a:cubicBezTo>
                <a:cubicBezTo>
                  <a:pt x="264" y="179"/>
                  <a:pt x="264" y="179"/>
                  <a:pt x="264" y="179"/>
                </a:cubicBezTo>
                <a:cubicBezTo>
                  <a:pt x="264" y="187"/>
                  <a:pt x="257" y="194"/>
                  <a:pt x="249" y="194"/>
                </a:cubicBezTo>
                <a:lnTo>
                  <a:pt x="224" y="194"/>
                </a:lnTo>
                <a:close/>
                <a:moveTo>
                  <a:pt x="224" y="0"/>
                </a:moveTo>
                <a:cubicBezTo>
                  <a:pt x="187" y="0"/>
                  <a:pt x="187" y="0"/>
                  <a:pt x="187" y="0"/>
                </a:cubicBezTo>
                <a:cubicBezTo>
                  <a:pt x="187" y="16"/>
                  <a:pt x="187" y="16"/>
                  <a:pt x="187" y="16"/>
                </a:cubicBezTo>
                <a:cubicBezTo>
                  <a:pt x="224" y="16"/>
                  <a:pt x="224" y="16"/>
                  <a:pt x="224" y="16"/>
                </a:cubicBezTo>
                <a:cubicBezTo>
                  <a:pt x="224" y="0"/>
                  <a:pt x="224" y="0"/>
                  <a:pt x="224" y="0"/>
                </a:cubicBezTo>
                <a:close/>
                <a:moveTo>
                  <a:pt x="187" y="224"/>
                </a:moveTo>
                <a:cubicBezTo>
                  <a:pt x="224" y="224"/>
                  <a:pt x="224" y="224"/>
                  <a:pt x="224" y="224"/>
                </a:cubicBezTo>
                <a:cubicBezTo>
                  <a:pt x="224" y="208"/>
                  <a:pt x="224" y="208"/>
                  <a:pt x="224" y="208"/>
                </a:cubicBezTo>
                <a:cubicBezTo>
                  <a:pt x="187" y="208"/>
                  <a:pt x="187" y="208"/>
                  <a:pt x="187" y="208"/>
                </a:cubicBezTo>
                <a:cubicBezTo>
                  <a:pt x="187" y="224"/>
                  <a:pt x="187" y="224"/>
                  <a:pt x="187" y="224"/>
                </a:cubicBezTo>
                <a:close/>
                <a:moveTo>
                  <a:pt x="224" y="29"/>
                </a:moveTo>
                <a:cubicBezTo>
                  <a:pt x="224" y="179"/>
                  <a:pt x="224" y="179"/>
                  <a:pt x="224" y="179"/>
                </a:cubicBezTo>
                <a:cubicBezTo>
                  <a:pt x="200" y="179"/>
                  <a:pt x="200" y="179"/>
                  <a:pt x="200" y="179"/>
                </a:cubicBezTo>
                <a:cubicBezTo>
                  <a:pt x="200" y="188"/>
                  <a:pt x="200" y="188"/>
                  <a:pt x="200" y="188"/>
                </a:cubicBezTo>
                <a:cubicBezTo>
                  <a:pt x="224" y="188"/>
                  <a:pt x="224" y="188"/>
                  <a:pt x="224" y="188"/>
                </a:cubicBezTo>
                <a:cubicBezTo>
                  <a:pt x="224" y="194"/>
                  <a:pt x="224" y="194"/>
                  <a:pt x="224" y="194"/>
                </a:cubicBezTo>
                <a:cubicBezTo>
                  <a:pt x="187" y="194"/>
                  <a:pt x="187" y="194"/>
                  <a:pt x="187" y="194"/>
                </a:cubicBezTo>
                <a:cubicBezTo>
                  <a:pt x="187" y="135"/>
                  <a:pt x="187" y="135"/>
                  <a:pt x="187" y="135"/>
                </a:cubicBezTo>
                <a:cubicBezTo>
                  <a:pt x="188" y="135"/>
                  <a:pt x="189" y="134"/>
                  <a:pt x="189" y="134"/>
                </a:cubicBezTo>
                <a:cubicBezTo>
                  <a:pt x="194" y="133"/>
                  <a:pt x="197" y="131"/>
                  <a:pt x="201" y="128"/>
                </a:cubicBezTo>
                <a:cubicBezTo>
                  <a:pt x="204" y="124"/>
                  <a:pt x="206" y="121"/>
                  <a:pt x="207" y="117"/>
                </a:cubicBezTo>
                <a:cubicBezTo>
                  <a:pt x="208" y="115"/>
                  <a:pt x="208" y="113"/>
                  <a:pt x="208" y="111"/>
                </a:cubicBezTo>
                <a:cubicBezTo>
                  <a:pt x="208" y="109"/>
                  <a:pt x="208" y="107"/>
                  <a:pt x="207" y="104"/>
                </a:cubicBezTo>
                <a:cubicBezTo>
                  <a:pt x="207" y="102"/>
                  <a:pt x="205" y="100"/>
                  <a:pt x="203" y="98"/>
                </a:cubicBezTo>
                <a:cubicBezTo>
                  <a:pt x="200" y="96"/>
                  <a:pt x="197" y="94"/>
                  <a:pt x="193" y="94"/>
                </a:cubicBezTo>
                <a:cubicBezTo>
                  <a:pt x="197" y="91"/>
                  <a:pt x="199" y="88"/>
                  <a:pt x="201" y="85"/>
                </a:cubicBezTo>
                <a:cubicBezTo>
                  <a:pt x="202" y="81"/>
                  <a:pt x="202" y="78"/>
                  <a:pt x="201" y="74"/>
                </a:cubicBezTo>
                <a:cubicBezTo>
                  <a:pt x="200" y="71"/>
                  <a:pt x="198" y="69"/>
                  <a:pt x="195" y="67"/>
                </a:cubicBezTo>
                <a:cubicBezTo>
                  <a:pt x="193" y="66"/>
                  <a:pt x="190" y="66"/>
                  <a:pt x="187" y="66"/>
                </a:cubicBezTo>
                <a:cubicBezTo>
                  <a:pt x="187" y="29"/>
                  <a:pt x="187" y="29"/>
                  <a:pt x="187" y="29"/>
                </a:cubicBezTo>
                <a:cubicBezTo>
                  <a:pt x="224" y="29"/>
                  <a:pt x="224" y="29"/>
                  <a:pt x="224" y="29"/>
                </a:cubicBezTo>
                <a:close/>
                <a:moveTo>
                  <a:pt x="187" y="128"/>
                </a:moveTo>
                <a:cubicBezTo>
                  <a:pt x="187" y="128"/>
                  <a:pt x="188" y="128"/>
                  <a:pt x="188" y="128"/>
                </a:cubicBezTo>
                <a:cubicBezTo>
                  <a:pt x="191" y="127"/>
                  <a:pt x="193" y="125"/>
                  <a:pt x="194" y="122"/>
                </a:cubicBezTo>
                <a:cubicBezTo>
                  <a:pt x="195" y="118"/>
                  <a:pt x="195" y="115"/>
                  <a:pt x="194" y="111"/>
                </a:cubicBezTo>
                <a:cubicBezTo>
                  <a:pt x="193" y="106"/>
                  <a:pt x="191" y="103"/>
                  <a:pt x="187" y="100"/>
                </a:cubicBezTo>
                <a:cubicBezTo>
                  <a:pt x="187" y="128"/>
                  <a:pt x="187" y="128"/>
                  <a:pt x="187" y="128"/>
                </a:cubicBezTo>
                <a:close/>
                <a:moveTo>
                  <a:pt x="187" y="91"/>
                </a:moveTo>
                <a:cubicBezTo>
                  <a:pt x="189" y="87"/>
                  <a:pt x="190" y="84"/>
                  <a:pt x="190" y="80"/>
                </a:cubicBezTo>
                <a:cubicBezTo>
                  <a:pt x="190" y="78"/>
                  <a:pt x="190" y="77"/>
                  <a:pt x="190" y="75"/>
                </a:cubicBezTo>
                <a:cubicBezTo>
                  <a:pt x="189" y="74"/>
                  <a:pt x="189" y="72"/>
                  <a:pt x="188" y="71"/>
                </a:cubicBezTo>
                <a:cubicBezTo>
                  <a:pt x="187" y="71"/>
                  <a:pt x="187" y="71"/>
                  <a:pt x="187" y="71"/>
                </a:cubicBezTo>
                <a:lnTo>
                  <a:pt x="187" y="91"/>
                </a:lnTo>
                <a:close/>
                <a:moveTo>
                  <a:pt x="187" y="0"/>
                </a:moveTo>
                <a:cubicBezTo>
                  <a:pt x="147" y="0"/>
                  <a:pt x="147" y="0"/>
                  <a:pt x="147" y="0"/>
                </a:cubicBezTo>
                <a:cubicBezTo>
                  <a:pt x="147" y="16"/>
                  <a:pt x="147" y="16"/>
                  <a:pt x="147" y="16"/>
                </a:cubicBezTo>
                <a:cubicBezTo>
                  <a:pt x="187" y="16"/>
                  <a:pt x="187" y="16"/>
                  <a:pt x="187" y="16"/>
                </a:cubicBezTo>
                <a:cubicBezTo>
                  <a:pt x="187" y="0"/>
                  <a:pt x="187" y="0"/>
                  <a:pt x="187" y="0"/>
                </a:cubicBezTo>
                <a:close/>
                <a:moveTo>
                  <a:pt x="147" y="224"/>
                </a:moveTo>
                <a:cubicBezTo>
                  <a:pt x="187" y="224"/>
                  <a:pt x="187" y="224"/>
                  <a:pt x="187" y="224"/>
                </a:cubicBezTo>
                <a:cubicBezTo>
                  <a:pt x="187" y="208"/>
                  <a:pt x="187" y="208"/>
                  <a:pt x="187" y="208"/>
                </a:cubicBezTo>
                <a:cubicBezTo>
                  <a:pt x="147" y="208"/>
                  <a:pt x="147" y="208"/>
                  <a:pt x="147" y="208"/>
                </a:cubicBezTo>
                <a:cubicBezTo>
                  <a:pt x="147" y="224"/>
                  <a:pt x="147" y="224"/>
                  <a:pt x="147" y="224"/>
                </a:cubicBezTo>
                <a:close/>
                <a:moveTo>
                  <a:pt x="187" y="29"/>
                </a:moveTo>
                <a:cubicBezTo>
                  <a:pt x="187" y="66"/>
                  <a:pt x="187" y="66"/>
                  <a:pt x="187" y="66"/>
                </a:cubicBezTo>
                <a:cubicBezTo>
                  <a:pt x="185" y="66"/>
                  <a:pt x="184" y="66"/>
                  <a:pt x="182" y="67"/>
                </a:cubicBezTo>
                <a:cubicBezTo>
                  <a:pt x="176" y="68"/>
                  <a:pt x="172" y="71"/>
                  <a:pt x="169" y="75"/>
                </a:cubicBezTo>
                <a:cubicBezTo>
                  <a:pt x="167" y="80"/>
                  <a:pt x="166" y="84"/>
                  <a:pt x="167" y="88"/>
                </a:cubicBezTo>
                <a:cubicBezTo>
                  <a:pt x="168" y="93"/>
                  <a:pt x="172" y="97"/>
                  <a:pt x="177" y="98"/>
                </a:cubicBezTo>
                <a:cubicBezTo>
                  <a:pt x="173" y="101"/>
                  <a:pt x="169" y="105"/>
                  <a:pt x="168" y="109"/>
                </a:cubicBezTo>
                <a:cubicBezTo>
                  <a:pt x="166" y="113"/>
                  <a:pt x="165" y="117"/>
                  <a:pt x="167" y="122"/>
                </a:cubicBezTo>
                <a:cubicBezTo>
                  <a:pt x="168" y="126"/>
                  <a:pt x="170" y="130"/>
                  <a:pt x="175" y="133"/>
                </a:cubicBezTo>
                <a:cubicBezTo>
                  <a:pt x="178" y="135"/>
                  <a:pt x="182" y="135"/>
                  <a:pt x="187" y="135"/>
                </a:cubicBezTo>
                <a:cubicBezTo>
                  <a:pt x="187" y="194"/>
                  <a:pt x="187" y="194"/>
                  <a:pt x="187" y="194"/>
                </a:cubicBezTo>
                <a:cubicBezTo>
                  <a:pt x="147" y="194"/>
                  <a:pt x="147" y="194"/>
                  <a:pt x="147" y="194"/>
                </a:cubicBezTo>
                <a:cubicBezTo>
                  <a:pt x="147" y="137"/>
                  <a:pt x="147" y="137"/>
                  <a:pt x="147" y="137"/>
                </a:cubicBezTo>
                <a:cubicBezTo>
                  <a:pt x="148" y="137"/>
                  <a:pt x="148" y="137"/>
                  <a:pt x="148" y="137"/>
                </a:cubicBezTo>
                <a:cubicBezTo>
                  <a:pt x="148" y="125"/>
                  <a:pt x="148" y="125"/>
                  <a:pt x="148" y="125"/>
                </a:cubicBezTo>
                <a:cubicBezTo>
                  <a:pt x="159" y="123"/>
                  <a:pt x="159" y="123"/>
                  <a:pt x="159" y="123"/>
                </a:cubicBezTo>
                <a:cubicBezTo>
                  <a:pt x="158" y="112"/>
                  <a:pt x="158" y="112"/>
                  <a:pt x="158" y="112"/>
                </a:cubicBezTo>
                <a:cubicBezTo>
                  <a:pt x="147" y="115"/>
                  <a:pt x="147" y="115"/>
                  <a:pt x="147" y="115"/>
                </a:cubicBezTo>
                <a:cubicBezTo>
                  <a:pt x="147" y="106"/>
                  <a:pt x="147" y="106"/>
                  <a:pt x="147" y="106"/>
                </a:cubicBezTo>
                <a:cubicBezTo>
                  <a:pt x="147" y="29"/>
                  <a:pt x="147" y="29"/>
                  <a:pt x="147" y="29"/>
                </a:cubicBezTo>
                <a:cubicBezTo>
                  <a:pt x="187" y="29"/>
                  <a:pt x="187" y="29"/>
                  <a:pt x="187" y="29"/>
                </a:cubicBezTo>
                <a:close/>
                <a:moveTo>
                  <a:pt x="187" y="71"/>
                </a:moveTo>
                <a:cubicBezTo>
                  <a:pt x="186" y="70"/>
                  <a:pt x="185" y="70"/>
                  <a:pt x="184" y="70"/>
                </a:cubicBezTo>
                <a:cubicBezTo>
                  <a:pt x="181" y="71"/>
                  <a:pt x="179" y="73"/>
                  <a:pt x="178" y="76"/>
                </a:cubicBezTo>
                <a:cubicBezTo>
                  <a:pt x="177" y="78"/>
                  <a:pt x="177" y="81"/>
                  <a:pt x="178" y="83"/>
                </a:cubicBezTo>
                <a:cubicBezTo>
                  <a:pt x="179" y="88"/>
                  <a:pt x="181" y="91"/>
                  <a:pt x="185" y="93"/>
                </a:cubicBezTo>
                <a:cubicBezTo>
                  <a:pt x="186" y="92"/>
                  <a:pt x="187" y="91"/>
                  <a:pt x="187" y="91"/>
                </a:cubicBezTo>
                <a:cubicBezTo>
                  <a:pt x="187" y="71"/>
                  <a:pt x="187" y="71"/>
                  <a:pt x="187" y="71"/>
                </a:cubicBezTo>
                <a:close/>
                <a:moveTo>
                  <a:pt x="187" y="100"/>
                </a:moveTo>
                <a:cubicBezTo>
                  <a:pt x="187" y="100"/>
                  <a:pt x="186" y="100"/>
                  <a:pt x="186" y="99"/>
                </a:cubicBezTo>
                <a:cubicBezTo>
                  <a:pt x="181" y="104"/>
                  <a:pt x="179" y="110"/>
                  <a:pt x="179" y="116"/>
                </a:cubicBezTo>
                <a:cubicBezTo>
                  <a:pt x="179" y="118"/>
                  <a:pt x="179" y="120"/>
                  <a:pt x="180" y="121"/>
                </a:cubicBezTo>
                <a:cubicBezTo>
                  <a:pt x="180" y="124"/>
                  <a:pt x="182" y="126"/>
                  <a:pt x="183" y="127"/>
                </a:cubicBezTo>
                <a:cubicBezTo>
                  <a:pt x="184" y="128"/>
                  <a:pt x="186" y="128"/>
                  <a:pt x="187" y="128"/>
                </a:cubicBezTo>
                <a:lnTo>
                  <a:pt x="187" y="100"/>
                </a:lnTo>
                <a:close/>
                <a:moveTo>
                  <a:pt x="147" y="0"/>
                </a:moveTo>
                <a:cubicBezTo>
                  <a:pt x="99" y="0"/>
                  <a:pt x="99" y="0"/>
                  <a:pt x="99" y="0"/>
                </a:cubicBezTo>
                <a:cubicBezTo>
                  <a:pt x="99" y="16"/>
                  <a:pt x="99" y="16"/>
                  <a:pt x="99" y="16"/>
                </a:cubicBezTo>
                <a:cubicBezTo>
                  <a:pt x="147" y="16"/>
                  <a:pt x="147" y="16"/>
                  <a:pt x="147" y="16"/>
                </a:cubicBezTo>
                <a:cubicBezTo>
                  <a:pt x="147" y="0"/>
                  <a:pt x="147" y="0"/>
                  <a:pt x="147" y="0"/>
                </a:cubicBezTo>
                <a:close/>
                <a:moveTo>
                  <a:pt x="99" y="224"/>
                </a:moveTo>
                <a:cubicBezTo>
                  <a:pt x="147" y="224"/>
                  <a:pt x="147" y="224"/>
                  <a:pt x="147" y="224"/>
                </a:cubicBezTo>
                <a:cubicBezTo>
                  <a:pt x="147" y="208"/>
                  <a:pt x="147" y="208"/>
                  <a:pt x="147" y="208"/>
                </a:cubicBezTo>
                <a:cubicBezTo>
                  <a:pt x="99" y="208"/>
                  <a:pt x="99" y="208"/>
                  <a:pt x="99" y="208"/>
                </a:cubicBezTo>
                <a:cubicBezTo>
                  <a:pt x="99" y="224"/>
                  <a:pt x="99" y="224"/>
                  <a:pt x="99" y="224"/>
                </a:cubicBezTo>
                <a:close/>
                <a:moveTo>
                  <a:pt x="147" y="29"/>
                </a:moveTo>
                <a:cubicBezTo>
                  <a:pt x="147" y="106"/>
                  <a:pt x="147" y="106"/>
                  <a:pt x="147" y="106"/>
                </a:cubicBezTo>
                <a:cubicBezTo>
                  <a:pt x="147" y="104"/>
                  <a:pt x="147" y="104"/>
                  <a:pt x="147" y="104"/>
                </a:cubicBezTo>
                <a:cubicBezTo>
                  <a:pt x="137" y="107"/>
                  <a:pt x="137" y="107"/>
                  <a:pt x="137" y="107"/>
                </a:cubicBezTo>
                <a:cubicBezTo>
                  <a:pt x="138" y="118"/>
                  <a:pt x="138" y="118"/>
                  <a:pt x="138" y="118"/>
                </a:cubicBezTo>
                <a:cubicBezTo>
                  <a:pt x="127" y="121"/>
                  <a:pt x="127" y="121"/>
                  <a:pt x="127" y="121"/>
                </a:cubicBezTo>
                <a:cubicBezTo>
                  <a:pt x="127" y="131"/>
                  <a:pt x="127" y="131"/>
                  <a:pt x="127" y="131"/>
                </a:cubicBezTo>
                <a:cubicBezTo>
                  <a:pt x="138" y="128"/>
                  <a:pt x="138" y="128"/>
                  <a:pt x="138" y="128"/>
                </a:cubicBezTo>
                <a:cubicBezTo>
                  <a:pt x="138" y="139"/>
                  <a:pt x="138" y="139"/>
                  <a:pt x="138" y="139"/>
                </a:cubicBezTo>
                <a:cubicBezTo>
                  <a:pt x="147" y="137"/>
                  <a:pt x="147" y="137"/>
                  <a:pt x="147" y="137"/>
                </a:cubicBezTo>
                <a:cubicBezTo>
                  <a:pt x="147" y="194"/>
                  <a:pt x="147" y="194"/>
                  <a:pt x="147" y="194"/>
                </a:cubicBezTo>
                <a:cubicBezTo>
                  <a:pt x="99" y="194"/>
                  <a:pt x="99" y="194"/>
                  <a:pt x="99" y="194"/>
                </a:cubicBezTo>
                <a:cubicBezTo>
                  <a:pt x="99" y="157"/>
                  <a:pt x="99" y="157"/>
                  <a:pt x="99" y="157"/>
                </a:cubicBezTo>
                <a:cubicBezTo>
                  <a:pt x="100" y="157"/>
                  <a:pt x="101" y="157"/>
                  <a:pt x="102" y="156"/>
                </a:cubicBezTo>
                <a:cubicBezTo>
                  <a:pt x="109" y="155"/>
                  <a:pt x="113" y="151"/>
                  <a:pt x="117" y="145"/>
                </a:cubicBezTo>
                <a:cubicBezTo>
                  <a:pt x="120" y="139"/>
                  <a:pt x="121" y="132"/>
                  <a:pt x="119" y="124"/>
                </a:cubicBezTo>
                <a:cubicBezTo>
                  <a:pt x="118" y="120"/>
                  <a:pt x="116" y="117"/>
                  <a:pt x="114" y="115"/>
                </a:cubicBezTo>
                <a:cubicBezTo>
                  <a:pt x="112" y="114"/>
                  <a:pt x="111" y="113"/>
                  <a:pt x="109" y="113"/>
                </a:cubicBezTo>
                <a:cubicBezTo>
                  <a:pt x="108" y="112"/>
                  <a:pt x="105" y="113"/>
                  <a:pt x="103" y="113"/>
                </a:cubicBezTo>
                <a:cubicBezTo>
                  <a:pt x="101" y="114"/>
                  <a:pt x="100" y="114"/>
                  <a:pt x="99" y="115"/>
                </a:cubicBezTo>
                <a:cubicBezTo>
                  <a:pt x="99" y="93"/>
                  <a:pt x="99" y="93"/>
                  <a:pt x="99" y="93"/>
                </a:cubicBezTo>
                <a:cubicBezTo>
                  <a:pt x="100" y="93"/>
                  <a:pt x="100" y="93"/>
                  <a:pt x="100" y="93"/>
                </a:cubicBezTo>
                <a:cubicBezTo>
                  <a:pt x="102" y="93"/>
                  <a:pt x="103" y="93"/>
                  <a:pt x="104" y="94"/>
                </a:cubicBezTo>
                <a:cubicBezTo>
                  <a:pt x="105" y="94"/>
                  <a:pt x="106" y="95"/>
                  <a:pt x="106" y="97"/>
                </a:cubicBezTo>
                <a:cubicBezTo>
                  <a:pt x="106" y="98"/>
                  <a:pt x="106" y="99"/>
                  <a:pt x="105" y="100"/>
                </a:cubicBezTo>
                <a:cubicBezTo>
                  <a:pt x="108" y="99"/>
                  <a:pt x="110" y="98"/>
                  <a:pt x="111" y="97"/>
                </a:cubicBezTo>
                <a:cubicBezTo>
                  <a:pt x="112" y="95"/>
                  <a:pt x="112" y="93"/>
                  <a:pt x="111" y="92"/>
                </a:cubicBezTo>
                <a:cubicBezTo>
                  <a:pt x="111" y="90"/>
                  <a:pt x="110" y="89"/>
                  <a:pt x="107" y="88"/>
                </a:cubicBezTo>
                <a:cubicBezTo>
                  <a:pt x="105" y="87"/>
                  <a:pt x="103" y="87"/>
                  <a:pt x="100" y="88"/>
                </a:cubicBezTo>
                <a:cubicBezTo>
                  <a:pt x="99" y="88"/>
                  <a:pt x="99" y="88"/>
                  <a:pt x="99" y="88"/>
                </a:cubicBezTo>
                <a:cubicBezTo>
                  <a:pt x="99" y="29"/>
                  <a:pt x="99" y="29"/>
                  <a:pt x="99" y="29"/>
                </a:cubicBezTo>
                <a:cubicBezTo>
                  <a:pt x="147" y="29"/>
                  <a:pt x="147" y="29"/>
                  <a:pt x="147" y="29"/>
                </a:cubicBezTo>
                <a:close/>
                <a:moveTo>
                  <a:pt x="99" y="150"/>
                </a:moveTo>
                <a:cubicBezTo>
                  <a:pt x="100" y="150"/>
                  <a:pt x="101" y="150"/>
                  <a:pt x="101" y="150"/>
                </a:cubicBezTo>
                <a:cubicBezTo>
                  <a:pt x="105" y="149"/>
                  <a:pt x="107" y="146"/>
                  <a:pt x="109" y="142"/>
                </a:cubicBezTo>
                <a:cubicBezTo>
                  <a:pt x="110" y="137"/>
                  <a:pt x="111" y="133"/>
                  <a:pt x="110" y="129"/>
                </a:cubicBezTo>
                <a:cubicBezTo>
                  <a:pt x="108" y="123"/>
                  <a:pt x="106" y="120"/>
                  <a:pt x="103" y="121"/>
                </a:cubicBezTo>
                <a:cubicBezTo>
                  <a:pt x="101" y="121"/>
                  <a:pt x="100" y="122"/>
                  <a:pt x="99" y="123"/>
                </a:cubicBezTo>
                <a:lnTo>
                  <a:pt x="99" y="150"/>
                </a:lnTo>
                <a:close/>
                <a:moveTo>
                  <a:pt x="99" y="0"/>
                </a:moveTo>
                <a:cubicBezTo>
                  <a:pt x="23" y="0"/>
                  <a:pt x="23" y="0"/>
                  <a:pt x="23" y="0"/>
                </a:cubicBezTo>
                <a:cubicBezTo>
                  <a:pt x="10" y="0"/>
                  <a:pt x="0" y="10"/>
                  <a:pt x="0" y="23"/>
                </a:cubicBezTo>
                <a:cubicBezTo>
                  <a:pt x="0" y="200"/>
                  <a:pt x="0" y="200"/>
                  <a:pt x="0" y="200"/>
                </a:cubicBezTo>
                <a:cubicBezTo>
                  <a:pt x="0" y="213"/>
                  <a:pt x="10" y="224"/>
                  <a:pt x="23" y="224"/>
                </a:cubicBezTo>
                <a:cubicBezTo>
                  <a:pt x="99" y="224"/>
                  <a:pt x="99" y="224"/>
                  <a:pt x="99" y="224"/>
                </a:cubicBezTo>
                <a:cubicBezTo>
                  <a:pt x="99" y="208"/>
                  <a:pt x="99" y="208"/>
                  <a:pt x="99" y="208"/>
                </a:cubicBezTo>
                <a:cubicBezTo>
                  <a:pt x="37" y="208"/>
                  <a:pt x="37" y="208"/>
                  <a:pt x="37" y="208"/>
                </a:cubicBezTo>
                <a:cubicBezTo>
                  <a:pt x="37" y="208"/>
                  <a:pt x="37" y="208"/>
                  <a:pt x="37" y="208"/>
                </a:cubicBezTo>
                <a:cubicBezTo>
                  <a:pt x="26" y="208"/>
                  <a:pt x="17" y="199"/>
                  <a:pt x="17" y="189"/>
                </a:cubicBezTo>
                <a:cubicBezTo>
                  <a:pt x="17" y="35"/>
                  <a:pt x="17" y="35"/>
                  <a:pt x="17" y="35"/>
                </a:cubicBezTo>
                <a:cubicBezTo>
                  <a:pt x="17" y="24"/>
                  <a:pt x="26" y="16"/>
                  <a:pt x="37" y="16"/>
                </a:cubicBezTo>
                <a:cubicBezTo>
                  <a:pt x="99" y="16"/>
                  <a:pt x="99" y="16"/>
                  <a:pt x="99" y="16"/>
                </a:cubicBezTo>
                <a:cubicBezTo>
                  <a:pt x="99" y="0"/>
                  <a:pt x="99" y="0"/>
                  <a:pt x="99" y="0"/>
                </a:cubicBezTo>
                <a:close/>
                <a:moveTo>
                  <a:pt x="99" y="29"/>
                </a:moveTo>
                <a:cubicBezTo>
                  <a:pt x="99" y="88"/>
                  <a:pt x="99" y="88"/>
                  <a:pt x="99" y="88"/>
                </a:cubicBezTo>
                <a:cubicBezTo>
                  <a:pt x="93" y="89"/>
                  <a:pt x="89" y="93"/>
                  <a:pt x="85" y="97"/>
                </a:cubicBezTo>
                <a:cubicBezTo>
                  <a:pt x="82" y="102"/>
                  <a:pt x="80" y="109"/>
                  <a:pt x="79" y="116"/>
                </a:cubicBezTo>
                <a:cubicBezTo>
                  <a:pt x="78" y="120"/>
                  <a:pt x="78" y="124"/>
                  <a:pt x="79" y="129"/>
                </a:cubicBezTo>
                <a:cubicBezTo>
                  <a:pt x="79" y="134"/>
                  <a:pt x="80" y="138"/>
                  <a:pt x="81" y="142"/>
                </a:cubicBezTo>
                <a:cubicBezTo>
                  <a:pt x="81" y="144"/>
                  <a:pt x="81" y="144"/>
                  <a:pt x="81" y="144"/>
                </a:cubicBezTo>
                <a:cubicBezTo>
                  <a:pt x="82" y="146"/>
                  <a:pt x="82" y="148"/>
                  <a:pt x="83" y="150"/>
                </a:cubicBezTo>
                <a:cubicBezTo>
                  <a:pt x="86" y="156"/>
                  <a:pt x="92" y="158"/>
                  <a:pt x="99" y="157"/>
                </a:cubicBezTo>
                <a:cubicBezTo>
                  <a:pt x="99" y="194"/>
                  <a:pt x="99" y="194"/>
                  <a:pt x="99" y="194"/>
                </a:cubicBezTo>
                <a:cubicBezTo>
                  <a:pt x="46" y="194"/>
                  <a:pt x="46" y="194"/>
                  <a:pt x="46" y="194"/>
                </a:cubicBezTo>
                <a:cubicBezTo>
                  <a:pt x="37" y="194"/>
                  <a:pt x="30" y="187"/>
                  <a:pt x="30" y="179"/>
                </a:cubicBezTo>
                <a:cubicBezTo>
                  <a:pt x="30" y="45"/>
                  <a:pt x="30" y="45"/>
                  <a:pt x="30" y="45"/>
                </a:cubicBezTo>
                <a:cubicBezTo>
                  <a:pt x="30" y="36"/>
                  <a:pt x="37" y="29"/>
                  <a:pt x="46" y="29"/>
                </a:cubicBezTo>
                <a:cubicBezTo>
                  <a:pt x="99" y="29"/>
                  <a:pt x="99" y="29"/>
                  <a:pt x="99" y="29"/>
                </a:cubicBezTo>
                <a:close/>
                <a:moveTo>
                  <a:pt x="99" y="93"/>
                </a:moveTo>
                <a:cubicBezTo>
                  <a:pt x="99" y="115"/>
                  <a:pt x="99" y="115"/>
                  <a:pt x="99" y="115"/>
                </a:cubicBezTo>
                <a:cubicBezTo>
                  <a:pt x="98" y="115"/>
                  <a:pt x="97" y="116"/>
                  <a:pt x="96" y="118"/>
                </a:cubicBezTo>
                <a:cubicBezTo>
                  <a:pt x="94" y="120"/>
                  <a:pt x="93" y="122"/>
                  <a:pt x="94" y="125"/>
                </a:cubicBezTo>
                <a:cubicBezTo>
                  <a:pt x="94" y="127"/>
                  <a:pt x="95" y="128"/>
                  <a:pt x="97" y="129"/>
                </a:cubicBezTo>
                <a:cubicBezTo>
                  <a:pt x="97" y="127"/>
                  <a:pt x="98" y="125"/>
                  <a:pt x="99" y="123"/>
                </a:cubicBezTo>
                <a:cubicBezTo>
                  <a:pt x="99" y="150"/>
                  <a:pt x="99" y="150"/>
                  <a:pt x="99" y="150"/>
                </a:cubicBezTo>
                <a:cubicBezTo>
                  <a:pt x="98" y="150"/>
                  <a:pt x="97" y="149"/>
                  <a:pt x="96" y="149"/>
                </a:cubicBezTo>
                <a:cubicBezTo>
                  <a:pt x="95" y="148"/>
                  <a:pt x="94" y="146"/>
                  <a:pt x="93" y="142"/>
                </a:cubicBezTo>
                <a:cubicBezTo>
                  <a:pt x="92" y="140"/>
                  <a:pt x="92" y="137"/>
                  <a:pt x="91" y="133"/>
                </a:cubicBezTo>
                <a:cubicBezTo>
                  <a:pt x="91" y="128"/>
                  <a:pt x="90" y="124"/>
                  <a:pt x="90" y="119"/>
                </a:cubicBezTo>
                <a:cubicBezTo>
                  <a:pt x="90" y="111"/>
                  <a:pt x="91" y="104"/>
                  <a:pt x="93" y="100"/>
                </a:cubicBezTo>
                <a:cubicBezTo>
                  <a:pt x="95" y="97"/>
                  <a:pt x="97" y="94"/>
                  <a:pt x="99" y="93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25" name="Freeform 77"/>
          <p:cNvSpPr/>
          <p:nvPr>
            <p:custDataLst>
              <p:tags r:id="rId78"/>
            </p:custDataLst>
          </p:nvPr>
        </p:nvSpPr>
        <p:spPr bwMode="auto">
          <a:xfrm>
            <a:off x="5445566" y="1263405"/>
            <a:ext cx="213717" cy="160817"/>
          </a:xfrm>
          <a:custGeom>
            <a:avLst/>
            <a:gdLst>
              <a:gd name="T0" fmla="*/ 2147483647 w 98"/>
              <a:gd name="T1" fmla="*/ 0 h 74"/>
              <a:gd name="T2" fmla="*/ 2147483647 w 98"/>
              <a:gd name="T3" fmla="*/ 2147483647 h 74"/>
              <a:gd name="T4" fmla="*/ 2147483647 w 98"/>
              <a:gd name="T5" fmla="*/ 0 h 74"/>
              <a:gd name="T6" fmla="*/ 0 w 98"/>
              <a:gd name="T7" fmla="*/ 2147483647 h 74"/>
              <a:gd name="T8" fmla="*/ 2147483647 w 98"/>
              <a:gd name="T9" fmla="*/ 2147483647 h 74"/>
              <a:gd name="T10" fmla="*/ 2147483647 w 98"/>
              <a:gd name="T11" fmla="*/ 2147483647 h 74"/>
              <a:gd name="T12" fmla="*/ 2147483647 w 98"/>
              <a:gd name="T13" fmla="*/ 0 h 7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8"/>
              <a:gd name="T22" fmla="*/ 0 h 74"/>
              <a:gd name="T23" fmla="*/ 98 w 98"/>
              <a:gd name="T24" fmla="*/ 74 h 7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8" h="74">
                <a:moveTo>
                  <a:pt x="69" y="0"/>
                </a:moveTo>
                <a:cubicBezTo>
                  <a:pt x="61" y="0"/>
                  <a:pt x="54" y="3"/>
                  <a:pt x="49" y="8"/>
                </a:cubicBezTo>
                <a:cubicBezTo>
                  <a:pt x="44" y="3"/>
                  <a:pt x="37" y="0"/>
                  <a:pt x="30" y="0"/>
                </a:cubicBezTo>
                <a:cubicBezTo>
                  <a:pt x="13" y="0"/>
                  <a:pt x="0" y="13"/>
                  <a:pt x="0" y="29"/>
                </a:cubicBezTo>
                <a:cubicBezTo>
                  <a:pt x="0" y="47"/>
                  <a:pt x="15" y="74"/>
                  <a:pt x="51" y="74"/>
                </a:cubicBezTo>
                <a:cubicBezTo>
                  <a:pt x="88" y="74"/>
                  <a:pt x="98" y="45"/>
                  <a:pt x="98" y="29"/>
                </a:cubicBezTo>
                <a:cubicBezTo>
                  <a:pt x="98" y="13"/>
                  <a:pt x="85" y="0"/>
                  <a:pt x="69" y="0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26" name="Freeform 78"/>
          <p:cNvSpPr/>
          <p:nvPr>
            <p:custDataLst>
              <p:tags r:id="rId79"/>
            </p:custDataLst>
          </p:nvPr>
        </p:nvSpPr>
        <p:spPr bwMode="auto">
          <a:xfrm>
            <a:off x="5540786" y="1223200"/>
            <a:ext cx="59248" cy="71944"/>
          </a:xfrm>
          <a:custGeom>
            <a:avLst/>
            <a:gdLst>
              <a:gd name="T0" fmla="*/ 2147483647 w 27"/>
              <a:gd name="T1" fmla="*/ 2147483647 h 34"/>
              <a:gd name="T2" fmla="*/ 2147483647 w 27"/>
              <a:gd name="T3" fmla="*/ 0 h 34"/>
              <a:gd name="T4" fmla="*/ 2147483647 w 27"/>
              <a:gd name="T5" fmla="*/ 2147483647 h 34"/>
              <a:gd name="T6" fmla="*/ 2147483647 w 27"/>
              <a:gd name="T7" fmla="*/ 2147483647 h 34"/>
              <a:gd name="T8" fmla="*/ 0 60000 65536"/>
              <a:gd name="T9" fmla="*/ 0 60000 65536"/>
              <a:gd name="T10" fmla="*/ 0 60000 65536"/>
              <a:gd name="T11" fmla="*/ 0 60000 65536"/>
              <a:gd name="T12" fmla="*/ 0 w 27"/>
              <a:gd name="T13" fmla="*/ 0 h 34"/>
              <a:gd name="T14" fmla="*/ 27 w 27"/>
              <a:gd name="T15" fmla="*/ 34 h 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7" h="34">
                <a:moveTo>
                  <a:pt x="6" y="34"/>
                </a:moveTo>
                <a:cubicBezTo>
                  <a:pt x="0" y="22"/>
                  <a:pt x="4" y="9"/>
                  <a:pt x="13" y="0"/>
                </a:cubicBezTo>
                <a:cubicBezTo>
                  <a:pt x="27" y="3"/>
                  <a:pt x="27" y="3"/>
                  <a:pt x="27" y="3"/>
                </a:cubicBezTo>
                <a:cubicBezTo>
                  <a:pt x="14" y="10"/>
                  <a:pt x="6" y="18"/>
                  <a:pt x="6" y="34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27" name="Freeform 79"/>
          <p:cNvSpPr>
            <a:spLocks noEditPoints="1"/>
          </p:cNvSpPr>
          <p:nvPr>
            <p:custDataLst>
              <p:tags r:id="rId80"/>
            </p:custDataLst>
          </p:nvPr>
        </p:nvSpPr>
        <p:spPr bwMode="auto">
          <a:xfrm>
            <a:off x="5206456" y="2558404"/>
            <a:ext cx="226415" cy="313171"/>
          </a:xfrm>
          <a:custGeom>
            <a:avLst/>
            <a:gdLst>
              <a:gd name="T0" fmla="*/ 87 w 103"/>
              <a:gd name="T1" fmla="*/ 88 h 143"/>
              <a:gd name="T2" fmla="*/ 103 w 103"/>
              <a:gd name="T3" fmla="*/ 112 h 143"/>
              <a:gd name="T4" fmla="*/ 102 w 103"/>
              <a:gd name="T5" fmla="*/ 143 h 143"/>
              <a:gd name="T6" fmla="*/ 87 w 103"/>
              <a:gd name="T7" fmla="*/ 137 h 143"/>
              <a:gd name="T8" fmla="*/ 87 w 103"/>
              <a:gd name="T9" fmla="*/ 134 h 143"/>
              <a:gd name="T10" fmla="*/ 91 w 103"/>
              <a:gd name="T11" fmla="*/ 136 h 143"/>
              <a:gd name="T12" fmla="*/ 100 w 103"/>
              <a:gd name="T13" fmla="*/ 130 h 143"/>
              <a:gd name="T14" fmla="*/ 100 w 103"/>
              <a:gd name="T15" fmla="*/ 113 h 143"/>
              <a:gd name="T16" fmla="*/ 100 w 103"/>
              <a:gd name="T17" fmla="*/ 113 h 143"/>
              <a:gd name="T18" fmla="*/ 99 w 103"/>
              <a:gd name="T19" fmla="*/ 111 h 143"/>
              <a:gd name="T20" fmla="*/ 92 w 103"/>
              <a:gd name="T21" fmla="*/ 110 h 143"/>
              <a:gd name="T22" fmla="*/ 90 w 103"/>
              <a:gd name="T23" fmla="*/ 116 h 143"/>
              <a:gd name="T24" fmla="*/ 87 w 103"/>
              <a:gd name="T25" fmla="*/ 115 h 143"/>
              <a:gd name="T26" fmla="*/ 87 w 103"/>
              <a:gd name="T27" fmla="*/ 88 h 143"/>
              <a:gd name="T28" fmla="*/ 73 w 103"/>
              <a:gd name="T29" fmla="*/ 132 h 143"/>
              <a:gd name="T30" fmla="*/ 32 w 103"/>
              <a:gd name="T31" fmla="*/ 70 h 143"/>
              <a:gd name="T32" fmla="*/ 28 w 103"/>
              <a:gd name="T33" fmla="*/ 68 h 143"/>
              <a:gd name="T34" fmla="*/ 28 w 103"/>
              <a:gd name="T35" fmla="*/ 67 h 143"/>
              <a:gd name="T36" fmla="*/ 28 w 103"/>
              <a:gd name="T37" fmla="*/ 63 h 143"/>
              <a:gd name="T38" fmla="*/ 29 w 103"/>
              <a:gd name="T39" fmla="*/ 65 h 143"/>
              <a:gd name="T40" fmla="*/ 34 w 103"/>
              <a:gd name="T41" fmla="*/ 66 h 143"/>
              <a:gd name="T42" fmla="*/ 41 w 103"/>
              <a:gd name="T43" fmla="*/ 61 h 143"/>
              <a:gd name="T44" fmla="*/ 41 w 103"/>
              <a:gd name="T45" fmla="*/ 61 h 143"/>
              <a:gd name="T46" fmla="*/ 37 w 103"/>
              <a:gd name="T47" fmla="*/ 59 h 143"/>
              <a:gd name="T48" fmla="*/ 28 w 103"/>
              <a:gd name="T49" fmla="*/ 45 h 143"/>
              <a:gd name="T50" fmla="*/ 28 w 103"/>
              <a:gd name="T51" fmla="*/ 26 h 143"/>
              <a:gd name="T52" fmla="*/ 39 w 103"/>
              <a:gd name="T53" fmla="*/ 19 h 143"/>
              <a:gd name="T54" fmla="*/ 44 w 103"/>
              <a:gd name="T55" fmla="*/ 21 h 143"/>
              <a:gd name="T56" fmla="*/ 61 w 103"/>
              <a:gd name="T57" fmla="*/ 46 h 143"/>
              <a:gd name="T58" fmla="*/ 61 w 103"/>
              <a:gd name="T59" fmla="*/ 50 h 143"/>
              <a:gd name="T60" fmla="*/ 87 w 103"/>
              <a:gd name="T61" fmla="*/ 88 h 143"/>
              <a:gd name="T62" fmla="*/ 87 w 103"/>
              <a:gd name="T63" fmla="*/ 115 h 143"/>
              <a:gd name="T64" fmla="*/ 84 w 103"/>
              <a:gd name="T65" fmla="*/ 116 h 143"/>
              <a:gd name="T66" fmla="*/ 82 w 103"/>
              <a:gd name="T67" fmla="*/ 122 h 143"/>
              <a:gd name="T68" fmla="*/ 75 w 103"/>
              <a:gd name="T69" fmla="*/ 121 h 143"/>
              <a:gd name="T70" fmla="*/ 74 w 103"/>
              <a:gd name="T71" fmla="*/ 128 h 143"/>
              <a:gd name="T72" fmla="*/ 75 w 103"/>
              <a:gd name="T73" fmla="*/ 130 h 143"/>
              <a:gd name="T74" fmla="*/ 87 w 103"/>
              <a:gd name="T75" fmla="*/ 134 h 143"/>
              <a:gd name="T76" fmla="*/ 87 w 103"/>
              <a:gd name="T77" fmla="*/ 137 h 143"/>
              <a:gd name="T78" fmla="*/ 73 w 103"/>
              <a:gd name="T79" fmla="*/ 132 h 143"/>
              <a:gd name="T80" fmla="*/ 28 w 103"/>
              <a:gd name="T81" fmla="*/ 4 h 143"/>
              <a:gd name="T82" fmla="*/ 28 w 103"/>
              <a:gd name="T83" fmla="*/ 24 h 143"/>
              <a:gd name="T84" fmla="*/ 36 w 103"/>
              <a:gd name="T85" fmla="*/ 15 h 143"/>
              <a:gd name="T86" fmla="*/ 32 w 103"/>
              <a:gd name="T87" fmla="*/ 8 h 143"/>
              <a:gd name="T88" fmla="*/ 28 w 103"/>
              <a:gd name="T89" fmla="*/ 4 h 143"/>
              <a:gd name="T90" fmla="*/ 28 w 103"/>
              <a:gd name="T91" fmla="*/ 67 h 143"/>
              <a:gd name="T92" fmla="*/ 11 w 103"/>
              <a:gd name="T93" fmla="*/ 43 h 143"/>
              <a:gd name="T94" fmla="*/ 11 w 103"/>
              <a:gd name="T95" fmla="*/ 37 h 143"/>
              <a:gd name="T96" fmla="*/ 5 w 103"/>
              <a:gd name="T97" fmla="*/ 27 h 143"/>
              <a:gd name="T98" fmla="*/ 9 w 103"/>
              <a:gd name="T99" fmla="*/ 4 h 143"/>
              <a:gd name="T100" fmla="*/ 28 w 103"/>
              <a:gd name="T101" fmla="*/ 4 h 143"/>
              <a:gd name="T102" fmla="*/ 28 w 103"/>
              <a:gd name="T103" fmla="*/ 24 h 143"/>
              <a:gd name="T104" fmla="*/ 21 w 103"/>
              <a:gd name="T105" fmla="*/ 31 h 143"/>
              <a:gd name="T106" fmla="*/ 28 w 103"/>
              <a:gd name="T107" fmla="*/ 26 h 143"/>
              <a:gd name="T108" fmla="*/ 28 w 103"/>
              <a:gd name="T109" fmla="*/ 45 h 143"/>
              <a:gd name="T110" fmla="*/ 22 w 103"/>
              <a:gd name="T111" fmla="*/ 37 h 143"/>
              <a:gd name="T112" fmla="*/ 22 w 103"/>
              <a:gd name="T113" fmla="*/ 33 h 143"/>
              <a:gd name="T114" fmla="*/ 15 w 103"/>
              <a:gd name="T115" fmla="*/ 37 h 143"/>
              <a:gd name="T116" fmla="*/ 14 w 103"/>
              <a:gd name="T117" fmla="*/ 43 h 143"/>
              <a:gd name="T118" fmla="*/ 28 w 103"/>
              <a:gd name="T119" fmla="*/ 63 h 143"/>
              <a:gd name="T120" fmla="*/ 28 w 103"/>
              <a:gd name="T121" fmla="*/ 67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3" h="143">
                <a:moveTo>
                  <a:pt x="87" y="88"/>
                </a:moveTo>
                <a:cubicBezTo>
                  <a:pt x="103" y="112"/>
                  <a:pt x="103" y="112"/>
                  <a:pt x="103" y="112"/>
                </a:cubicBezTo>
                <a:cubicBezTo>
                  <a:pt x="102" y="143"/>
                  <a:pt x="102" y="143"/>
                  <a:pt x="102" y="143"/>
                </a:cubicBezTo>
                <a:cubicBezTo>
                  <a:pt x="87" y="137"/>
                  <a:pt x="87" y="137"/>
                  <a:pt x="87" y="137"/>
                </a:cubicBezTo>
                <a:cubicBezTo>
                  <a:pt x="87" y="134"/>
                  <a:pt x="87" y="134"/>
                  <a:pt x="87" y="134"/>
                </a:cubicBezTo>
                <a:cubicBezTo>
                  <a:pt x="91" y="136"/>
                  <a:pt x="91" y="136"/>
                  <a:pt x="91" y="136"/>
                </a:cubicBezTo>
                <a:cubicBezTo>
                  <a:pt x="100" y="130"/>
                  <a:pt x="100" y="130"/>
                  <a:pt x="100" y="130"/>
                </a:cubicBezTo>
                <a:cubicBezTo>
                  <a:pt x="100" y="113"/>
                  <a:pt x="100" y="113"/>
                  <a:pt x="100" y="113"/>
                </a:cubicBezTo>
                <a:cubicBezTo>
                  <a:pt x="100" y="113"/>
                  <a:pt x="100" y="113"/>
                  <a:pt x="100" y="113"/>
                </a:cubicBezTo>
                <a:cubicBezTo>
                  <a:pt x="99" y="111"/>
                  <a:pt x="99" y="111"/>
                  <a:pt x="99" y="111"/>
                </a:cubicBezTo>
                <a:cubicBezTo>
                  <a:pt x="98" y="109"/>
                  <a:pt x="95" y="108"/>
                  <a:pt x="92" y="110"/>
                </a:cubicBezTo>
                <a:cubicBezTo>
                  <a:pt x="90" y="111"/>
                  <a:pt x="89" y="114"/>
                  <a:pt x="90" y="116"/>
                </a:cubicBezTo>
                <a:cubicBezTo>
                  <a:pt x="89" y="115"/>
                  <a:pt x="88" y="115"/>
                  <a:pt x="87" y="115"/>
                </a:cubicBezTo>
                <a:lnTo>
                  <a:pt x="87" y="88"/>
                </a:lnTo>
                <a:close/>
                <a:moveTo>
                  <a:pt x="73" y="132"/>
                </a:moveTo>
                <a:cubicBezTo>
                  <a:pt x="32" y="70"/>
                  <a:pt x="32" y="70"/>
                  <a:pt x="32" y="70"/>
                </a:cubicBezTo>
                <a:cubicBezTo>
                  <a:pt x="30" y="70"/>
                  <a:pt x="29" y="69"/>
                  <a:pt x="28" y="68"/>
                </a:cubicBezTo>
                <a:cubicBezTo>
                  <a:pt x="28" y="67"/>
                  <a:pt x="28" y="67"/>
                  <a:pt x="28" y="67"/>
                </a:cubicBezTo>
                <a:cubicBezTo>
                  <a:pt x="28" y="63"/>
                  <a:pt x="28" y="63"/>
                  <a:pt x="28" y="63"/>
                </a:cubicBezTo>
                <a:cubicBezTo>
                  <a:pt x="29" y="65"/>
                  <a:pt x="29" y="65"/>
                  <a:pt x="29" y="65"/>
                </a:cubicBezTo>
                <a:cubicBezTo>
                  <a:pt x="30" y="67"/>
                  <a:pt x="33" y="67"/>
                  <a:pt x="34" y="66"/>
                </a:cubicBezTo>
                <a:cubicBezTo>
                  <a:pt x="41" y="61"/>
                  <a:pt x="41" y="61"/>
                  <a:pt x="41" y="61"/>
                </a:cubicBezTo>
                <a:cubicBezTo>
                  <a:pt x="41" y="61"/>
                  <a:pt x="41" y="61"/>
                  <a:pt x="41" y="61"/>
                </a:cubicBezTo>
                <a:cubicBezTo>
                  <a:pt x="40" y="61"/>
                  <a:pt x="38" y="61"/>
                  <a:pt x="37" y="59"/>
                </a:cubicBezTo>
                <a:cubicBezTo>
                  <a:pt x="28" y="45"/>
                  <a:pt x="28" y="45"/>
                  <a:pt x="28" y="45"/>
                </a:cubicBezTo>
                <a:cubicBezTo>
                  <a:pt x="28" y="26"/>
                  <a:pt x="28" y="26"/>
                  <a:pt x="28" y="26"/>
                </a:cubicBezTo>
                <a:cubicBezTo>
                  <a:pt x="39" y="19"/>
                  <a:pt x="39" y="19"/>
                  <a:pt x="39" y="19"/>
                </a:cubicBezTo>
                <a:cubicBezTo>
                  <a:pt x="41" y="18"/>
                  <a:pt x="43" y="19"/>
                  <a:pt x="44" y="21"/>
                </a:cubicBezTo>
                <a:cubicBezTo>
                  <a:pt x="61" y="46"/>
                  <a:pt x="61" y="46"/>
                  <a:pt x="61" y="46"/>
                </a:cubicBezTo>
                <a:cubicBezTo>
                  <a:pt x="62" y="47"/>
                  <a:pt x="62" y="49"/>
                  <a:pt x="61" y="50"/>
                </a:cubicBezTo>
                <a:cubicBezTo>
                  <a:pt x="87" y="88"/>
                  <a:pt x="87" y="88"/>
                  <a:pt x="87" y="88"/>
                </a:cubicBezTo>
                <a:cubicBezTo>
                  <a:pt x="87" y="115"/>
                  <a:pt x="87" y="115"/>
                  <a:pt x="87" y="115"/>
                </a:cubicBezTo>
                <a:cubicBezTo>
                  <a:pt x="86" y="115"/>
                  <a:pt x="85" y="115"/>
                  <a:pt x="84" y="116"/>
                </a:cubicBezTo>
                <a:cubicBezTo>
                  <a:pt x="82" y="117"/>
                  <a:pt x="81" y="120"/>
                  <a:pt x="82" y="122"/>
                </a:cubicBezTo>
                <a:cubicBezTo>
                  <a:pt x="80" y="120"/>
                  <a:pt x="77" y="120"/>
                  <a:pt x="75" y="121"/>
                </a:cubicBezTo>
                <a:cubicBezTo>
                  <a:pt x="73" y="123"/>
                  <a:pt x="72" y="126"/>
                  <a:pt x="74" y="128"/>
                </a:cubicBezTo>
                <a:cubicBezTo>
                  <a:pt x="75" y="130"/>
                  <a:pt x="75" y="130"/>
                  <a:pt x="75" y="130"/>
                </a:cubicBezTo>
                <a:cubicBezTo>
                  <a:pt x="87" y="134"/>
                  <a:pt x="87" y="134"/>
                  <a:pt x="87" y="134"/>
                </a:cubicBezTo>
                <a:cubicBezTo>
                  <a:pt x="87" y="137"/>
                  <a:pt x="87" y="137"/>
                  <a:pt x="87" y="137"/>
                </a:cubicBezTo>
                <a:cubicBezTo>
                  <a:pt x="73" y="132"/>
                  <a:pt x="73" y="132"/>
                  <a:pt x="73" y="132"/>
                </a:cubicBezTo>
                <a:close/>
                <a:moveTo>
                  <a:pt x="28" y="4"/>
                </a:moveTo>
                <a:cubicBezTo>
                  <a:pt x="28" y="24"/>
                  <a:pt x="28" y="24"/>
                  <a:pt x="28" y="24"/>
                </a:cubicBezTo>
                <a:cubicBezTo>
                  <a:pt x="36" y="15"/>
                  <a:pt x="36" y="15"/>
                  <a:pt x="36" y="15"/>
                </a:cubicBezTo>
                <a:cubicBezTo>
                  <a:pt x="32" y="8"/>
                  <a:pt x="32" y="8"/>
                  <a:pt x="32" y="8"/>
                </a:cubicBezTo>
                <a:cubicBezTo>
                  <a:pt x="31" y="7"/>
                  <a:pt x="29" y="5"/>
                  <a:pt x="28" y="4"/>
                </a:cubicBezTo>
                <a:close/>
                <a:moveTo>
                  <a:pt x="28" y="67"/>
                </a:moveTo>
                <a:cubicBezTo>
                  <a:pt x="11" y="43"/>
                  <a:pt x="11" y="43"/>
                  <a:pt x="11" y="43"/>
                </a:cubicBezTo>
                <a:cubicBezTo>
                  <a:pt x="10" y="41"/>
                  <a:pt x="10" y="38"/>
                  <a:pt x="11" y="37"/>
                </a:cubicBezTo>
                <a:cubicBezTo>
                  <a:pt x="5" y="27"/>
                  <a:pt x="5" y="27"/>
                  <a:pt x="5" y="27"/>
                </a:cubicBezTo>
                <a:cubicBezTo>
                  <a:pt x="0" y="19"/>
                  <a:pt x="2" y="9"/>
                  <a:pt x="9" y="4"/>
                </a:cubicBezTo>
                <a:cubicBezTo>
                  <a:pt x="15" y="0"/>
                  <a:pt x="22" y="0"/>
                  <a:pt x="28" y="4"/>
                </a:cubicBezTo>
                <a:cubicBezTo>
                  <a:pt x="28" y="24"/>
                  <a:pt x="28" y="24"/>
                  <a:pt x="28" y="24"/>
                </a:cubicBezTo>
                <a:cubicBezTo>
                  <a:pt x="21" y="31"/>
                  <a:pt x="21" y="31"/>
                  <a:pt x="21" y="31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45"/>
                  <a:pt x="28" y="45"/>
                  <a:pt x="28" y="45"/>
                </a:cubicBezTo>
                <a:cubicBezTo>
                  <a:pt x="22" y="37"/>
                  <a:pt x="22" y="37"/>
                  <a:pt x="22" y="37"/>
                </a:cubicBezTo>
                <a:cubicBezTo>
                  <a:pt x="21" y="36"/>
                  <a:pt x="21" y="34"/>
                  <a:pt x="22" y="33"/>
                </a:cubicBezTo>
                <a:cubicBezTo>
                  <a:pt x="15" y="37"/>
                  <a:pt x="15" y="37"/>
                  <a:pt x="15" y="37"/>
                </a:cubicBezTo>
                <a:cubicBezTo>
                  <a:pt x="14" y="39"/>
                  <a:pt x="13" y="41"/>
                  <a:pt x="14" y="43"/>
                </a:cubicBezTo>
                <a:cubicBezTo>
                  <a:pt x="28" y="63"/>
                  <a:pt x="28" y="63"/>
                  <a:pt x="28" y="63"/>
                </a:cubicBezTo>
                <a:lnTo>
                  <a:pt x="28" y="67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pPr eaLnBrk="1" hangingPunct="1">
              <a:defRPr/>
            </a:pPr>
            <a:endParaRPr lang="id-ID" sz="1335" dirty="0"/>
          </a:p>
        </p:txBody>
      </p:sp>
      <p:sp>
        <p:nvSpPr>
          <p:cNvPr id="128" name="Freeform 80"/>
          <p:cNvSpPr>
            <a:spLocks noEditPoints="1"/>
          </p:cNvSpPr>
          <p:nvPr>
            <p:custDataLst>
              <p:tags r:id="rId81"/>
            </p:custDataLst>
          </p:nvPr>
        </p:nvSpPr>
        <p:spPr bwMode="auto">
          <a:xfrm>
            <a:off x="6937356" y="956583"/>
            <a:ext cx="283545" cy="308937"/>
          </a:xfrm>
          <a:custGeom>
            <a:avLst/>
            <a:gdLst>
              <a:gd name="T0" fmla="*/ 101 w 130"/>
              <a:gd name="T1" fmla="*/ 65 h 142"/>
              <a:gd name="T2" fmla="*/ 97 w 130"/>
              <a:gd name="T3" fmla="*/ 81 h 142"/>
              <a:gd name="T4" fmla="*/ 97 w 130"/>
              <a:gd name="T5" fmla="*/ 94 h 142"/>
              <a:gd name="T6" fmla="*/ 100 w 130"/>
              <a:gd name="T7" fmla="*/ 95 h 142"/>
              <a:gd name="T8" fmla="*/ 111 w 130"/>
              <a:gd name="T9" fmla="*/ 112 h 142"/>
              <a:gd name="T10" fmla="*/ 97 w 130"/>
              <a:gd name="T11" fmla="*/ 103 h 142"/>
              <a:gd name="T12" fmla="*/ 97 w 130"/>
              <a:gd name="T13" fmla="*/ 28 h 142"/>
              <a:gd name="T14" fmla="*/ 111 w 130"/>
              <a:gd name="T15" fmla="*/ 19 h 142"/>
              <a:gd name="T16" fmla="*/ 100 w 130"/>
              <a:gd name="T17" fmla="*/ 35 h 142"/>
              <a:gd name="T18" fmla="*/ 97 w 130"/>
              <a:gd name="T19" fmla="*/ 36 h 142"/>
              <a:gd name="T20" fmla="*/ 127 w 130"/>
              <a:gd name="T21" fmla="*/ 62 h 142"/>
              <a:gd name="T22" fmla="*/ 108 w 130"/>
              <a:gd name="T23" fmla="*/ 65 h 142"/>
              <a:gd name="T24" fmla="*/ 127 w 130"/>
              <a:gd name="T25" fmla="*/ 69 h 142"/>
              <a:gd name="T26" fmla="*/ 127 w 130"/>
              <a:gd name="T27" fmla="*/ 62 h 142"/>
              <a:gd name="T28" fmla="*/ 67 w 130"/>
              <a:gd name="T29" fmla="*/ 142 h 142"/>
              <a:gd name="T30" fmla="*/ 85 w 130"/>
              <a:gd name="T31" fmla="*/ 95 h 142"/>
              <a:gd name="T32" fmla="*/ 97 w 130"/>
              <a:gd name="T33" fmla="*/ 50 h 142"/>
              <a:gd name="T34" fmla="*/ 65 w 130"/>
              <a:gd name="T35" fmla="*/ 37 h 142"/>
              <a:gd name="T36" fmla="*/ 93 w 130"/>
              <a:gd name="T37" fmla="*/ 65 h 142"/>
              <a:gd name="T38" fmla="*/ 79 w 130"/>
              <a:gd name="T39" fmla="*/ 90 h 142"/>
              <a:gd name="T40" fmla="*/ 78 w 130"/>
              <a:gd name="T41" fmla="*/ 110 h 142"/>
              <a:gd name="T42" fmla="*/ 65 w 130"/>
              <a:gd name="T43" fmla="*/ 142 h 142"/>
              <a:gd name="T44" fmla="*/ 97 w 130"/>
              <a:gd name="T45" fmla="*/ 36 h 142"/>
              <a:gd name="T46" fmla="*/ 95 w 130"/>
              <a:gd name="T47" fmla="*/ 31 h 142"/>
              <a:gd name="T48" fmla="*/ 97 w 130"/>
              <a:gd name="T49" fmla="*/ 94 h 142"/>
              <a:gd name="T50" fmla="*/ 95 w 130"/>
              <a:gd name="T51" fmla="*/ 100 h 142"/>
              <a:gd name="T52" fmla="*/ 97 w 130"/>
              <a:gd name="T53" fmla="*/ 94 h 142"/>
              <a:gd name="T54" fmla="*/ 65 w 130"/>
              <a:gd name="T55" fmla="*/ 0 h 142"/>
              <a:gd name="T56" fmla="*/ 68 w 130"/>
              <a:gd name="T57" fmla="*/ 3 h 142"/>
              <a:gd name="T58" fmla="*/ 65 w 130"/>
              <a:gd name="T59" fmla="*/ 23 h 142"/>
              <a:gd name="T60" fmla="*/ 65 w 130"/>
              <a:gd name="T61" fmla="*/ 23 h 142"/>
              <a:gd name="T62" fmla="*/ 32 w 130"/>
              <a:gd name="T63" fmla="*/ 50 h 142"/>
              <a:gd name="T64" fmla="*/ 45 w 130"/>
              <a:gd name="T65" fmla="*/ 96 h 142"/>
              <a:gd name="T66" fmla="*/ 63 w 130"/>
              <a:gd name="T67" fmla="*/ 142 h 142"/>
              <a:gd name="T68" fmla="*/ 65 w 130"/>
              <a:gd name="T69" fmla="*/ 110 h 142"/>
              <a:gd name="T70" fmla="*/ 52 w 130"/>
              <a:gd name="T71" fmla="*/ 93 h 142"/>
              <a:gd name="T72" fmla="*/ 36 w 130"/>
              <a:gd name="T73" fmla="*/ 65 h 142"/>
              <a:gd name="T74" fmla="*/ 65 w 130"/>
              <a:gd name="T75" fmla="*/ 37 h 142"/>
              <a:gd name="T76" fmla="*/ 65 w 130"/>
              <a:gd name="T77" fmla="*/ 29 h 142"/>
              <a:gd name="T78" fmla="*/ 65 w 130"/>
              <a:gd name="T79" fmla="*/ 0 h 142"/>
              <a:gd name="T80" fmla="*/ 62 w 130"/>
              <a:gd name="T81" fmla="*/ 20 h 142"/>
              <a:gd name="T82" fmla="*/ 65 w 130"/>
              <a:gd name="T83" fmla="*/ 0 h 142"/>
              <a:gd name="T84" fmla="*/ 32 w 130"/>
              <a:gd name="T85" fmla="*/ 94 h 142"/>
              <a:gd name="T86" fmla="*/ 35 w 130"/>
              <a:gd name="T87" fmla="*/ 100 h 142"/>
              <a:gd name="T88" fmla="*/ 32 w 130"/>
              <a:gd name="T89" fmla="*/ 36 h 142"/>
              <a:gd name="T90" fmla="*/ 35 w 130"/>
              <a:gd name="T91" fmla="*/ 31 h 142"/>
              <a:gd name="T92" fmla="*/ 32 w 130"/>
              <a:gd name="T93" fmla="*/ 36 h 142"/>
              <a:gd name="T94" fmla="*/ 29 w 130"/>
              <a:gd name="T95" fmla="*/ 65 h 142"/>
              <a:gd name="T96" fmla="*/ 32 w 130"/>
              <a:gd name="T97" fmla="*/ 50 h 142"/>
              <a:gd name="T98" fmla="*/ 32 w 130"/>
              <a:gd name="T99" fmla="*/ 36 h 142"/>
              <a:gd name="T100" fmla="*/ 30 w 130"/>
              <a:gd name="T101" fmla="*/ 35 h 142"/>
              <a:gd name="T102" fmla="*/ 19 w 130"/>
              <a:gd name="T103" fmla="*/ 19 h 142"/>
              <a:gd name="T104" fmla="*/ 32 w 130"/>
              <a:gd name="T105" fmla="*/ 28 h 142"/>
              <a:gd name="T106" fmla="*/ 32 w 130"/>
              <a:gd name="T107" fmla="*/ 103 h 142"/>
              <a:gd name="T108" fmla="*/ 19 w 130"/>
              <a:gd name="T109" fmla="*/ 112 h 142"/>
              <a:gd name="T110" fmla="*/ 30 w 130"/>
              <a:gd name="T111" fmla="*/ 95 h 142"/>
              <a:gd name="T112" fmla="*/ 32 w 130"/>
              <a:gd name="T113" fmla="*/ 94 h 142"/>
              <a:gd name="T114" fmla="*/ 22 w 130"/>
              <a:gd name="T115" fmla="*/ 65 h 142"/>
              <a:gd name="T116" fmla="*/ 3 w 130"/>
              <a:gd name="T117" fmla="*/ 62 h 142"/>
              <a:gd name="T118" fmla="*/ 3 w 130"/>
              <a:gd name="T119" fmla="*/ 69 h 142"/>
              <a:gd name="T120" fmla="*/ 22 w 130"/>
              <a:gd name="T121" fmla="*/ 65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30" h="142">
                <a:moveTo>
                  <a:pt x="97" y="81"/>
                </a:moveTo>
                <a:cubicBezTo>
                  <a:pt x="100" y="76"/>
                  <a:pt x="101" y="71"/>
                  <a:pt x="101" y="65"/>
                </a:cubicBezTo>
                <a:cubicBezTo>
                  <a:pt x="101" y="60"/>
                  <a:pt x="100" y="55"/>
                  <a:pt x="97" y="50"/>
                </a:cubicBezTo>
                <a:cubicBezTo>
                  <a:pt x="97" y="81"/>
                  <a:pt x="97" y="81"/>
                  <a:pt x="97" y="81"/>
                </a:cubicBezTo>
                <a:close/>
                <a:moveTo>
                  <a:pt x="97" y="103"/>
                </a:moveTo>
                <a:cubicBezTo>
                  <a:pt x="97" y="94"/>
                  <a:pt x="97" y="94"/>
                  <a:pt x="97" y="94"/>
                </a:cubicBezTo>
                <a:cubicBezTo>
                  <a:pt x="98" y="94"/>
                  <a:pt x="99" y="95"/>
                  <a:pt x="100" y="95"/>
                </a:cubicBezTo>
                <a:cubicBezTo>
                  <a:pt x="100" y="95"/>
                  <a:pt x="100" y="95"/>
                  <a:pt x="100" y="95"/>
                </a:cubicBezTo>
                <a:cubicBezTo>
                  <a:pt x="111" y="107"/>
                  <a:pt x="111" y="107"/>
                  <a:pt x="111" y="107"/>
                </a:cubicBezTo>
                <a:cubicBezTo>
                  <a:pt x="113" y="108"/>
                  <a:pt x="113" y="110"/>
                  <a:pt x="111" y="112"/>
                </a:cubicBezTo>
                <a:cubicBezTo>
                  <a:pt x="110" y="113"/>
                  <a:pt x="108" y="113"/>
                  <a:pt x="106" y="112"/>
                </a:cubicBezTo>
                <a:cubicBezTo>
                  <a:pt x="97" y="103"/>
                  <a:pt x="97" y="103"/>
                  <a:pt x="97" y="103"/>
                </a:cubicBezTo>
                <a:close/>
                <a:moveTo>
                  <a:pt x="97" y="36"/>
                </a:moveTo>
                <a:cubicBezTo>
                  <a:pt x="97" y="28"/>
                  <a:pt x="97" y="28"/>
                  <a:pt x="97" y="28"/>
                </a:cubicBezTo>
                <a:cubicBezTo>
                  <a:pt x="106" y="19"/>
                  <a:pt x="106" y="19"/>
                  <a:pt x="106" y="19"/>
                </a:cubicBezTo>
                <a:cubicBezTo>
                  <a:pt x="108" y="18"/>
                  <a:pt x="110" y="18"/>
                  <a:pt x="111" y="19"/>
                </a:cubicBezTo>
                <a:cubicBezTo>
                  <a:pt x="113" y="20"/>
                  <a:pt x="113" y="23"/>
                  <a:pt x="111" y="24"/>
                </a:cubicBezTo>
                <a:cubicBezTo>
                  <a:pt x="100" y="35"/>
                  <a:pt x="100" y="35"/>
                  <a:pt x="100" y="35"/>
                </a:cubicBezTo>
                <a:cubicBezTo>
                  <a:pt x="100" y="35"/>
                  <a:pt x="100" y="35"/>
                  <a:pt x="100" y="35"/>
                </a:cubicBezTo>
                <a:cubicBezTo>
                  <a:pt x="99" y="36"/>
                  <a:pt x="98" y="36"/>
                  <a:pt x="97" y="36"/>
                </a:cubicBezTo>
                <a:close/>
                <a:moveTo>
                  <a:pt x="127" y="62"/>
                </a:moveTo>
                <a:cubicBezTo>
                  <a:pt x="127" y="62"/>
                  <a:pt x="127" y="62"/>
                  <a:pt x="127" y="62"/>
                </a:cubicBezTo>
                <a:cubicBezTo>
                  <a:pt x="111" y="62"/>
                  <a:pt x="111" y="62"/>
                  <a:pt x="111" y="62"/>
                </a:cubicBezTo>
                <a:cubicBezTo>
                  <a:pt x="109" y="62"/>
                  <a:pt x="108" y="64"/>
                  <a:pt x="108" y="65"/>
                </a:cubicBezTo>
                <a:cubicBezTo>
                  <a:pt x="108" y="67"/>
                  <a:pt x="109" y="69"/>
                  <a:pt x="111" y="69"/>
                </a:cubicBezTo>
                <a:cubicBezTo>
                  <a:pt x="127" y="69"/>
                  <a:pt x="127" y="69"/>
                  <a:pt x="127" y="69"/>
                </a:cubicBezTo>
                <a:cubicBezTo>
                  <a:pt x="129" y="69"/>
                  <a:pt x="130" y="67"/>
                  <a:pt x="130" y="65"/>
                </a:cubicBezTo>
                <a:cubicBezTo>
                  <a:pt x="130" y="64"/>
                  <a:pt x="129" y="62"/>
                  <a:pt x="127" y="62"/>
                </a:cubicBezTo>
                <a:close/>
                <a:moveTo>
                  <a:pt x="65" y="142"/>
                </a:moveTo>
                <a:cubicBezTo>
                  <a:pt x="67" y="142"/>
                  <a:pt x="67" y="142"/>
                  <a:pt x="67" y="142"/>
                </a:cubicBezTo>
                <a:cubicBezTo>
                  <a:pt x="77" y="142"/>
                  <a:pt x="85" y="134"/>
                  <a:pt x="85" y="124"/>
                </a:cubicBezTo>
                <a:cubicBezTo>
                  <a:pt x="85" y="95"/>
                  <a:pt x="85" y="95"/>
                  <a:pt x="85" y="95"/>
                </a:cubicBezTo>
                <a:cubicBezTo>
                  <a:pt x="90" y="92"/>
                  <a:pt x="95" y="87"/>
                  <a:pt x="97" y="81"/>
                </a:cubicBezTo>
                <a:cubicBezTo>
                  <a:pt x="97" y="50"/>
                  <a:pt x="97" y="50"/>
                  <a:pt x="97" y="50"/>
                </a:cubicBezTo>
                <a:cubicBezTo>
                  <a:pt x="92" y="38"/>
                  <a:pt x="79" y="29"/>
                  <a:pt x="65" y="29"/>
                </a:cubicBezTo>
                <a:cubicBezTo>
                  <a:pt x="65" y="37"/>
                  <a:pt x="65" y="37"/>
                  <a:pt x="65" y="37"/>
                </a:cubicBezTo>
                <a:cubicBezTo>
                  <a:pt x="73" y="37"/>
                  <a:pt x="80" y="40"/>
                  <a:pt x="85" y="45"/>
                </a:cubicBezTo>
                <a:cubicBezTo>
                  <a:pt x="90" y="50"/>
                  <a:pt x="93" y="57"/>
                  <a:pt x="93" y="65"/>
                </a:cubicBezTo>
                <a:cubicBezTo>
                  <a:pt x="93" y="76"/>
                  <a:pt x="88" y="85"/>
                  <a:pt x="79" y="90"/>
                </a:cubicBezTo>
                <a:cubicBezTo>
                  <a:pt x="79" y="90"/>
                  <a:pt x="79" y="90"/>
                  <a:pt x="79" y="90"/>
                </a:cubicBezTo>
                <a:cubicBezTo>
                  <a:pt x="78" y="91"/>
                  <a:pt x="78" y="92"/>
                  <a:pt x="78" y="93"/>
                </a:cubicBezTo>
                <a:cubicBezTo>
                  <a:pt x="78" y="110"/>
                  <a:pt x="78" y="110"/>
                  <a:pt x="78" y="110"/>
                </a:cubicBezTo>
                <a:cubicBezTo>
                  <a:pt x="65" y="110"/>
                  <a:pt x="65" y="110"/>
                  <a:pt x="65" y="110"/>
                </a:cubicBezTo>
                <a:cubicBezTo>
                  <a:pt x="65" y="142"/>
                  <a:pt x="65" y="142"/>
                  <a:pt x="65" y="142"/>
                </a:cubicBezTo>
                <a:close/>
                <a:moveTo>
                  <a:pt x="97" y="28"/>
                </a:moveTo>
                <a:cubicBezTo>
                  <a:pt x="97" y="36"/>
                  <a:pt x="97" y="36"/>
                  <a:pt x="97" y="36"/>
                </a:cubicBezTo>
                <a:cubicBezTo>
                  <a:pt x="97" y="36"/>
                  <a:pt x="96" y="36"/>
                  <a:pt x="95" y="35"/>
                </a:cubicBezTo>
                <a:cubicBezTo>
                  <a:pt x="94" y="34"/>
                  <a:pt x="94" y="32"/>
                  <a:pt x="95" y="31"/>
                </a:cubicBezTo>
                <a:cubicBezTo>
                  <a:pt x="97" y="28"/>
                  <a:pt x="97" y="28"/>
                  <a:pt x="97" y="28"/>
                </a:cubicBezTo>
                <a:close/>
                <a:moveTo>
                  <a:pt x="97" y="94"/>
                </a:moveTo>
                <a:cubicBezTo>
                  <a:pt x="97" y="103"/>
                  <a:pt x="97" y="103"/>
                  <a:pt x="97" y="103"/>
                </a:cubicBezTo>
                <a:cubicBezTo>
                  <a:pt x="95" y="100"/>
                  <a:pt x="95" y="100"/>
                  <a:pt x="95" y="100"/>
                </a:cubicBezTo>
                <a:cubicBezTo>
                  <a:pt x="94" y="99"/>
                  <a:pt x="94" y="97"/>
                  <a:pt x="95" y="95"/>
                </a:cubicBezTo>
                <a:cubicBezTo>
                  <a:pt x="96" y="95"/>
                  <a:pt x="97" y="94"/>
                  <a:pt x="97" y="94"/>
                </a:cubicBezTo>
                <a:close/>
                <a:moveTo>
                  <a:pt x="65" y="23"/>
                </a:moveTo>
                <a:cubicBezTo>
                  <a:pt x="65" y="0"/>
                  <a:pt x="65" y="0"/>
                  <a:pt x="65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7" y="0"/>
                  <a:pt x="68" y="2"/>
                  <a:pt x="68" y="3"/>
                </a:cubicBezTo>
                <a:cubicBezTo>
                  <a:pt x="68" y="20"/>
                  <a:pt x="68" y="20"/>
                  <a:pt x="68" y="20"/>
                </a:cubicBezTo>
                <a:cubicBezTo>
                  <a:pt x="68" y="21"/>
                  <a:pt x="67" y="23"/>
                  <a:pt x="65" y="23"/>
                </a:cubicBezTo>
                <a:cubicBezTo>
                  <a:pt x="65" y="23"/>
                  <a:pt x="65" y="23"/>
                  <a:pt x="65" y="23"/>
                </a:cubicBezTo>
                <a:cubicBezTo>
                  <a:pt x="65" y="23"/>
                  <a:pt x="65" y="23"/>
                  <a:pt x="65" y="23"/>
                </a:cubicBezTo>
                <a:close/>
                <a:moveTo>
                  <a:pt x="65" y="29"/>
                </a:moveTo>
                <a:cubicBezTo>
                  <a:pt x="50" y="29"/>
                  <a:pt x="38" y="37"/>
                  <a:pt x="32" y="50"/>
                </a:cubicBezTo>
                <a:cubicBezTo>
                  <a:pt x="32" y="81"/>
                  <a:pt x="32" y="81"/>
                  <a:pt x="32" y="81"/>
                </a:cubicBezTo>
                <a:cubicBezTo>
                  <a:pt x="35" y="87"/>
                  <a:pt x="40" y="92"/>
                  <a:pt x="45" y="96"/>
                </a:cubicBezTo>
                <a:cubicBezTo>
                  <a:pt x="45" y="124"/>
                  <a:pt x="45" y="124"/>
                  <a:pt x="45" y="124"/>
                </a:cubicBezTo>
                <a:cubicBezTo>
                  <a:pt x="45" y="134"/>
                  <a:pt x="53" y="142"/>
                  <a:pt x="63" y="142"/>
                </a:cubicBezTo>
                <a:cubicBezTo>
                  <a:pt x="65" y="142"/>
                  <a:pt x="65" y="142"/>
                  <a:pt x="65" y="142"/>
                </a:cubicBezTo>
                <a:cubicBezTo>
                  <a:pt x="65" y="110"/>
                  <a:pt x="65" y="110"/>
                  <a:pt x="65" y="110"/>
                </a:cubicBezTo>
                <a:cubicBezTo>
                  <a:pt x="52" y="110"/>
                  <a:pt x="52" y="110"/>
                  <a:pt x="52" y="110"/>
                </a:cubicBezTo>
                <a:cubicBezTo>
                  <a:pt x="52" y="93"/>
                  <a:pt x="52" y="93"/>
                  <a:pt x="52" y="93"/>
                </a:cubicBezTo>
                <a:cubicBezTo>
                  <a:pt x="52" y="92"/>
                  <a:pt x="52" y="91"/>
                  <a:pt x="51" y="90"/>
                </a:cubicBezTo>
                <a:cubicBezTo>
                  <a:pt x="42" y="85"/>
                  <a:pt x="36" y="76"/>
                  <a:pt x="36" y="65"/>
                </a:cubicBezTo>
                <a:cubicBezTo>
                  <a:pt x="36" y="57"/>
                  <a:pt x="39" y="50"/>
                  <a:pt x="44" y="45"/>
                </a:cubicBezTo>
                <a:cubicBezTo>
                  <a:pt x="50" y="40"/>
                  <a:pt x="57" y="37"/>
                  <a:pt x="65" y="37"/>
                </a:cubicBezTo>
                <a:cubicBezTo>
                  <a:pt x="65" y="37"/>
                  <a:pt x="65" y="37"/>
                  <a:pt x="65" y="37"/>
                </a:cubicBezTo>
                <a:cubicBezTo>
                  <a:pt x="65" y="29"/>
                  <a:pt x="65" y="29"/>
                  <a:pt x="65" y="29"/>
                </a:cubicBezTo>
                <a:cubicBezTo>
                  <a:pt x="65" y="29"/>
                  <a:pt x="65" y="29"/>
                  <a:pt x="65" y="29"/>
                </a:cubicBezTo>
                <a:close/>
                <a:moveTo>
                  <a:pt x="65" y="0"/>
                </a:moveTo>
                <a:cubicBezTo>
                  <a:pt x="65" y="23"/>
                  <a:pt x="65" y="23"/>
                  <a:pt x="65" y="23"/>
                </a:cubicBezTo>
                <a:cubicBezTo>
                  <a:pt x="63" y="23"/>
                  <a:pt x="62" y="21"/>
                  <a:pt x="62" y="20"/>
                </a:cubicBezTo>
                <a:cubicBezTo>
                  <a:pt x="62" y="3"/>
                  <a:pt x="62" y="3"/>
                  <a:pt x="62" y="3"/>
                </a:cubicBezTo>
                <a:cubicBezTo>
                  <a:pt x="62" y="2"/>
                  <a:pt x="63" y="0"/>
                  <a:pt x="65" y="0"/>
                </a:cubicBezTo>
                <a:close/>
                <a:moveTo>
                  <a:pt x="32" y="103"/>
                </a:moveTo>
                <a:cubicBezTo>
                  <a:pt x="32" y="94"/>
                  <a:pt x="32" y="94"/>
                  <a:pt x="32" y="94"/>
                </a:cubicBezTo>
                <a:cubicBezTo>
                  <a:pt x="33" y="94"/>
                  <a:pt x="34" y="95"/>
                  <a:pt x="35" y="95"/>
                </a:cubicBezTo>
                <a:cubicBezTo>
                  <a:pt x="36" y="97"/>
                  <a:pt x="36" y="99"/>
                  <a:pt x="35" y="100"/>
                </a:cubicBezTo>
                <a:cubicBezTo>
                  <a:pt x="32" y="103"/>
                  <a:pt x="32" y="103"/>
                  <a:pt x="32" y="103"/>
                </a:cubicBezTo>
                <a:close/>
                <a:moveTo>
                  <a:pt x="32" y="36"/>
                </a:moveTo>
                <a:cubicBezTo>
                  <a:pt x="32" y="28"/>
                  <a:pt x="32" y="28"/>
                  <a:pt x="32" y="28"/>
                </a:cubicBezTo>
                <a:cubicBezTo>
                  <a:pt x="35" y="31"/>
                  <a:pt x="35" y="31"/>
                  <a:pt x="35" y="31"/>
                </a:cubicBezTo>
                <a:cubicBezTo>
                  <a:pt x="36" y="32"/>
                  <a:pt x="36" y="34"/>
                  <a:pt x="35" y="35"/>
                </a:cubicBezTo>
                <a:cubicBezTo>
                  <a:pt x="34" y="36"/>
                  <a:pt x="33" y="36"/>
                  <a:pt x="32" y="36"/>
                </a:cubicBezTo>
                <a:close/>
                <a:moveTo>
                  <a:pt x="32" y="50"/>
                </a:moveTo>
                <a:cubicBezTo>
                  <a:pt x="30" y="54"/>
                  <a:pt x="29" y="60"/>
                  <a:pt x="29" y="65"/>
                </a:cubicBezTo>
                <a:cubicBezTo>
                  <a:pt x="29" y="71"/>
                  <a:pt x="30" y="76"/>
                  <a:pt x="32" y="81"/>
                </a:cubicBezTo>
                <a:cubicBezTo>
                  <a:pt x="32" y="50"/>
                  <a:pt x="32" y="50"/>
                  <a:pt x="32" y="50"/>
                </a:cubicBezTo>
                <a:close/>
                <a:moveTo>
                  <a:pt x="32" y="28"/>
                </a:moveTo>
                <a:cubicBezTo>
                  <a:pt x="32" y="36"/>
                  <a:pt x="32" y="36"/>
                  <a:pt x="32" y="36"/>
                </a:cubicBezTo>
                <a:cubicBezTo>
                  <a:pt x="32" y="36"/>
                  <a:pt x="31" y="36"/>
                  <a:pt x="30" y="35"/>
                </a:cubicBezTo>
                <a:cubicBezTo>
                  <a:pt x="30" y="35"/>
                  <a:pt x="30" y="35"/>
                  <a:pt x="30" y="35"/>
                </a:cubicBezTo>
                <a:cubicBezTo>
                  <a:pt x="19" y="24"/>
                  <a:pt x="19" y="24"/>
                  <a:pt x="19" y="24"/>
                </a:cubicBezTo>
                <a:cubicBezTo>
                  <a:pt x="17" y="23"/>
                  <a:pt x="17" y="20"/>
                  <a:pt x="19" y="19"/>
                </a:cubicBezTo>
                <a:cubicBezTo>
                  <a:pt x="20" y="18"/>
                  <a:pt x="22" y="18"/>
                  <a:pt x="24" y="19"/>
                </a:cubicBezTo>
                <a:cubicBezTo>
                  <a:pt x="32" y="28"/>
                  <a:pt x="32" y="28"/>
                  <a:pt x="32" y="28"/>
                </a:cubicBezTo>
                <a:close/>
                <a:moveTo>
                  <a:pt x="32" y="94"/>
                </a:moveTo>
                <a:cubicBezTo>
                  <a:pt x="32" y="103"/>
                  <a:pt x="32" y="103"/>
                  <a:pt x="32" y="103"/>
                </a:cubicBezTo>
                <a:cubicBezTo>
                  <a:pt x="24" y="112"/>
                  <a:pt x="24" y="112"/>
                  <a:pt x="24" y="112"/>
                </a:cubicBezTo>
                <a:cubicBezTo>
                  <a:pt x="22" y="113"/>
                  <a:pt x="20" y="113"/>
                  <a:pt x="19" y="112"/>
                </a:cubicBezTo>
                <a:cubicBezTo>
                  <a:pt x="17" y="110"/>
                  <a:pt x="17" y="108"/>
                  <a:pt x="19" y="107"/>
                </a:cubicBezTo>
                <a:cubicBezTo>
                  <a:pt x="30" y="95"/>
                  <a:pt x="30" y="95"/>
                  <a:pt x="30" y="95"/>
                </a:cubicBezTo>
                <a:cubicBezTo>
                  <a:pt x="30" y="95"/>
                  <a:pt x="30" y="95"/>
                  <a:pt x="30" y="95"/>
                </a:cubicBezTo>
                <a:cubicBezTo>
                  <a:pt x="31" y="95"/>
                  <a:pt x="32" y="95"/>
                  <a:pt x="32" y="94"/>
                </a:cubicBezTo>
                <a:close/>
                <a:moveTo>
                  <a:pt x="22" y="65"/>
                </a:moveTo>
                <a:cubicBezTo>
                  <a:pt x="22" y="65"/>
                  <a:pt x="22" y="65"/>
                  <a:pt x="22" y="65"/>
                </a:cubicBezTo>
                <a:cubicBezTo>
                  <a:pt x="22" y="64"/>
                  <a:pt x="21" y="62"/>
                  <a:pt x="19" y="62"/>
                </a:cubicBezTo>
                <a:cubicBezTo>
                  <a:pt x="3" y="62"/>
                  <a:pt x="3" y="62"/>
                  <a:pt x="3" y="62"/>
                </a:cubicBezTo>
                <a:cubicBezTo>
                  <a:pt x="1" y="62"/>
                  <a:pt x="0" y="64"/>
                  <a:pt x="0" y="65"/>
                </a:cubicBezTo>
                <a:cubicBezTo>
                  <a:pt x="0" y="67"/>
                  <a:pt x="1" y="69"/>
                  <a:pt x="3" y="69"/>
                </a:cubicBezTo>
                <a:cubicBezTo>
                  <a:pt x="19" y="69"/>
                  <a:pt x="19" y="69"/>
                  <a:pt x="19" y="69"/>
                </a:cubicBezTo>
                <a:cubicBezTo>
                  <a:pt x="21" y="69"/>
                  <a:pt x="22" y="67"/>
                  <a:pt x="22" y="65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pPr eaLnBrk="1" hangingPunct="1">
              <a:defRPr/>
            </a:pPr>
            <a:endParaRPr lang="id-ID" sz="1335" dirty="0"/>
          </a:p>
        </p:txBody>
      </p:sp>
      <p:sp>
        <p:nvSpPr>
          <p:cNvPr id="129" name="Freeform 81"/>
          <p:cNvSpPr>
            <a:spLocks noEditPoints="1"/>
          </p:cNvSpPr>
          <p:nvPr>
            <p:custDataLst>
              <p:tags r:id="rId82"/>
            </p:custDataLst>
          </p:nvPr>
        </p:nvSpPr>
        <p:spPr bwMode="auto">
          <a:xfrm>
            <a:off x="5525974" y="539728"/>
            <a:ext cx="427435" cy="613644"/>
          </a:xfrm>
          <a:custGeom>
            <a:avLst/>
            <a:gdLst>
              <a:gd name="T0" fmla="*/ 98 w 196"/>
              <a:gd name="T1" fmla="*/ 5 h 282"/>
              <a:gd name="T2" fmla="*/ 113 w 196"/>
              <a:gd name="T3" fmla="*/ 0 h 282"/>
              <a:gd name="T4" fmla="*/ 155 w 196"/>
              <a:gd name="T5" fmla="*/ 128 h 282"/>
              <a:gd name="T6" fmla="*/ 108 w 196"/>
              <a:gd name="T7" fmla="*/ 143 h 282"/>
              <a:gd name="T8" fmla="*/ 98 w 196"/>
              <a:gd name="T9" fmla="*/ 111 h 282"/>
              <a:gd name="T10" fmla="*/ 98 w 196"/>
              <a:gd name="T11" fmla="*/ 5 h 282"/>
              <a:gd name="T12" fmla="*/ 98 w 196"/>
              <a:gd name="T13" fmla="*/ 222 h 282"/>
              <a:gd name="T14" fmla="*/ 136 w 196"/>
              <a:gd name="T15" fmla="*/ 209 h 282"/>
              <a:gd name="T16" fmla="*/ 107 w 196"/>
              <a:gd name="T17" fmla="*/ 209 h 282"/>
              <a:gd name="T18" fmla="*/ 107 w 196"/>
              <a:gd name="T19" fmla="*/ 192 h 282"/>
              <a:gd name="T20" fmla="*/ 152 w 196"/>
              <a:gd name="T21" fmla="*/ 192 h 282"/>
              <a:gd name="T22" fmla="*/ 189 w 196"/>
              <a:gd name="T23" fmla="*/ 192 h 282"/>
              <a:gd name="T24" fmla="*/ 196 w 196"/>
              <a:gd name="T25" fmla="*/ 192 h 282"/>
              <a:gd name="T26" fmla="*/ 196 w 196"/>
              <a:gd name="T27" fmla="*/ 209 h 282"/>
              <a:gd name="T28" fmla="*/ 180 w 196"/>
              <a:gd name="T29" fmla="*/ 209 h 282"/>
              <a:gd name="T30" fmla="*/ 134 w 196"/>
              <a:gd name="T31" fmla="*/ 247 h 282"/>
              <a:gd name="T32" fmla="*/ 169 w 196"/>
              <a:gd name="T33" fmla="*/ 267 h 282"/>
              <a:gd name="T34" fmla="*/ 169 w 196"/>
              <a:gd name="T35" fmla="*/ 282 h 282"/>
              <a:gd name="T36" fmla="*/ 98 w 196"/>
              <a:gd name="T37" fmla="*/ 282 h 282"/>
              <a:gd name="T38" fmla="*/ 98 w 196"/>
              <a:gd name="T39" fmla="*/ 268 h 282"/>
              <a:gd name="T40" fmla="*/ 111 w 196"/>
              <a:gd name="T41" fmla="*/ 255 h 282"/>
              <a:gd name="T42" fmla="*/ 98 w 196"/>
              <a:gd name="T43" fmla="*/ 242 h 282"/>
              <a:gd name="T44" fmla="*/ 98 w 196"/>
              <a:gd name="T45" fmla="*/ 222 h 282"/>
              <a:gd name="T46" fmla="*/ 67 w 196"/>
              <a:gd name="T47" fmla="*/ 15 h 282"/>
              <a:gd name="T48" fmla="*/ 98 w 196"/>
              <a:gd name="T49" fmla="*/ 5 h 282"/>
              <a:gd name="T50" fmla="*/ 98 w 196"/>
              <a:gd name="T51" fmla="*/ 111 h 282"/>
              <a:gd name="T52" fmla="*/ 92 w 196"/>
              <a:gd name="T53" fmla="*/ 92 h 282"/>
              <a:gd name="T54" fmla="*/ 33 w 196"/>
              <a:gd name="T55" fmla="*/ 157 h 282"/>
              <a:gd name="T56" fmla="*/ 98 w 196"/>
              <a:gd name="T57" fmla="*/ 222 h 282"/>
              <a:gd name="T58" fmla="*/ 98 w 196"/>
              <a:gd name="T59" fmla="*/ 222 h 282"/>
              <a:gd name="T60" fmla="*/ 98 w 196"/>
              <a:gd name="T61" fmla="*/ 242 h 282"/>
              <a:gd name="T62" fmla="*/ 85 w 196"/>
              <a:gd name="T63" fmla="*/ 255 h 282"/>
              <a:gd name="T64" fmla="*/ 98 w 196"/>
              <a:gd name="T65" fmla="*/ 268 h 282"/>
              <a:gd name="T66" fmla="*/ 98 w 196"/>
              <a:gd name="T67" fmla="*/ 282 h 282"/>
              <a:gd name="T68" fmla="*/ 27 w 196"/>
              <a:gd name="T69" fmla="*/ 282 h 282"/>
              <a:gd name="T70" fmla="*/ 27 w 196"/>
              <a:gd name="T71" fmla="*/ 267 h 282"/>
              <a:gd name="T72" fmla="*/ 61 w 196"/>
              <a:gd name="T73" fmla="*/ 247 h 282"/>
              <a:gd name="T74" fmla="*/ 0 w 196"/>
              <a:gd name="T75" fmla="*/ 157 h 282"/>
              <a:gd name="T76" fmla="*/ 82 w 196"/>
              <a:gd name="T77" fmla="*/ 61 h 282"/>
              <a:gd name="T78" fmla="*/ 67 w 196"/>
              <a:gd name="T79" fmla="*/ 15 h 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96" h="282">
                <a:moveTo>
                  <a:pt x="98" y="5"/>
                </a:moveTo>
                <a:cubicBezTo>
                  <a:pt x="113" y="0"/>
                  <a:pt x="113" y="0"/>
                  <a:pt x="113" y="0"/>
                </a:cubicBezTo>
                <a:cubicBezTo>
                  <a:pt x="155" y="128"/>
                  <a:pt x="155" y="128"/>
                  <a:pt x="155" y="128"/>
                </a:cubicBezTo>
                <a:cubicBezTo>
                  <a:pt x="108" y="143"/>
                  <a:pt x="108" y="143"/>
                  <a:pt x="108" y="143"/>
                </a:cubicBezTo>
                <a:cubicBezTo>
                  <a:pt x="98" y="111"/>
                  <a:pt x="98" y="111"/>
                  <a:pt x="98" y="111"/>
                </a:cubicBezTo>
                <a:cubicBezTo>
                  <a:pt x="98" y="5"/>
                  <a:pt x="98" y="5"/>
                  <a:pt x="98" y="5"/>
                </a:cubicBezTo>
                <a:close/>
                <a:moveTo>
                  <a:pt x="98" y="222"/>
                </a:moveTo>
                <a:cubicBezTo>
                  <a:pt x="112" y="222"/>
                  <a:pt x="125" y="217"/>
                  <a:pt x="136" y="209"/>
                </a:cubicBezTo>
                <a:cubicBezTo>
                  <a:pt x="107" y="209"/>
                  <a:pt x="107" y="209"/>
                  <a:pt x="107" y="209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52" y="192"/>
                  <a:pt x="152" y="192"/>
                  <a:pt x="152" y="192"/>
                </a:cubicBezTo>
                <a:cubicBezTo>
                  <a:pt x="189" y="192"/>
                  <a:pt x="189" y="192"/>
                  <a:pt x="189" y="192"/>
                </a:cubicBezTo>
                <a:cubicBezTo>
                  <a:pt x="196" y="192"/>
                  <a:pt x="196" y="192"/>
                  <a:pt x="196" y="192"/>
                </a:cubicBezTo>
                <a:cubicBezTo>
                  <a:pt x="196" y="209"/>
                  <a:pt x="196" y="209"/>
                  <a:pt x="196" y="209"/>
                </a:cubicBezTo>
                <a:cubicBezTo>
                  <a:pt x="180" y="209"/>
                  <a:pt x="180" y="209"/>
                  <a:pt x="180" y="209"/>
                </a:cubicBezTo>
                <a:cubicBezTo>
                  <a:pt x="169" y="226"/>
                  <a:pt x="153" y="239"/>
                  <a:pt x="134" y="247"/>
                </a:cubicBezTo>
                <a:cubicBezTo>
                  <a:pt x="154" y="251"/>
                  <a:pt x="169" y="257"/>
                  <a:pt x="169" y="267"/>
                </a:cubicBezTo>
                <a:cubicBezTo>
                  <a:pt x="169" y="282"/>
                  <a:pt x="169" y="282"/>
                  <a:pt x="169" y="282"/>
                </a:cubicBezTo>
                <a:cubicBezTo>
                  <a:pt x="98" y="282"/>
                  <a:pt x="98" y="282"/>
                  <a:pt x="98" y="282"/>
                </a:cubicBezTo>
                <a:cubicBezTo>
                  <a:pt x="98" y="268"/>
                  <a:pt x="98" y="268"/>
                  <a:pt x="98" y="268"/>
                </a:cubicBezTo>
                <a:cubicBezTo>
                  <a:pt x="105" y="268"/>
                  <a:pt x="111" y="262"/>
                  <a:pt x="111" y="255"/>
                </a:cubicBezTo>
                <a:cubicBezTo>
                  <a:pt x="111" y="248"/>
                  <a:pt x="105" y="242"/>
                  <a:pt x="98" y="242"/>
                </a:cubicBezTo>
                <a:lnTo>
                  <a:pt x="98" y="222"/>
                </a:lnTo>
                <a:close/>
                <a:moveTo>
                  <a:pt x="67" y="15"/>
                </a:moveTo>
                <a:cubicBezTo>
                  <a:pt x="98" y="5"/>
                  <a:pt x="98" y="5"/>
                  <a:pt x="98" y="5"/>
                </a:cubicBezTo>
                <a:cubicBezTo>
                  <a:pt x="98" y="111"/>
                  <a:pt x="98" y="111"/>
                  <a:pt x="98" y="111"/>
                </a:cubicBezTo>
                <a:cubicBezTo>
                  <a:pt x="92" y="92"/>
                  <a:pt x="92" y="92"/>
                  <a:pt x="92" y="92"/>
                </a:cubicBezTo>
                <a:cubicBezTo>
                  <a:pt x="59" y="95"/>
                  <a:pt x="33" y="123"/>
                  <a:pt x="33" y="157"/>
                </a:cubicBezTo>
                <a:cubicBezTo>
                  <a:pt x="33" y="193"/>
                  <a:pt x="62" y="222"/>
                  <a:pt x="98" y="222"/>
                </a:cubicBezTo>
                <a:cubicBezTo>
                  <a:pt x="98" y="222"/>
                  <a:pt x="98" y="222"/>
                  <a:pt x="98" y="222"/>
                </a:cubicBezTo>
                <a:cubicBezTo>
                  <a:pt x="98" y="242"/>
                  <a:pt x="98" y="242"/>
                  <a:pt x="98" y="242"/>
                </a:cubicBezTo>
                <a:cubicBezTo>
                  <a:pt x="91" y="242"/>
                  <a:pt x="85" y="248"/>
                  <a:pt x="85" y="255"/>
                </a:cubicBezTo>
                <a:cubicBezTo>
                  <a:pt x="85" y="262"/>
                  <a:pt x="91" y="268"/>
                  <a:pt x="98" y="268"/>
                </a:cubicBezTo>
                <a:cubicBezTo>
                  <a:pt x="98" y="282"/>
                  <a:pt x="98" y="282"/>
                  <a:pt x="98" y="282"/>
                </a:cubicBezTo>
                <a:cubicBezTo>
                  <a:pt x="27" y="282"/>
                  <a:pt x="27" y="282"/>
                  <a:pt x="27" y="282"/>
                </a:cubicBezTo>
                <a:cubicBezTo>
                  <a:pt x="27" y="267"/>
                  <a:pt x="27" y="267"/>
                  <a:pt x="27" y="267"/>
                </a:cubicBezTo>
                <a:cubicBezTo>
                  <a:pt x="27" y="257"/>
                  <a:pt x="41" y="251"/>
                  <a:pt x="61" y="247"/>
                </a:cubicBezTo>
                <a:cubicBezTo>
                  <a:pt x="26" y="233"/>
                  <a:pt x="0" y="198"/>
                  <a:pt x="0" y="157"/>
                </a:cubicBezTo>
                <a:cubicBezTo>
                  <a:pt x="0" y="108"/>
                  <a:pt x="36" y="68"/>
                  <a:pt x="82" y="61"/>
                </a:cubicBezTo>
                <a:lnTo>
                  <a:pt x="67" y="15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pPr eaLnBrk="1" hangingPunct="1">
              <a:defRPr/>
            </a:pPr>
            <a:endParaRPr lang="id-ID" sz="1335" dirty="0"/>
          </a:p>
        </p:txBody>
      </p:sp>
      <p:sp>
        <p:nvSpPr>
          <p:cNvPr id="130" name="Freeform 82"/>
          <p:cNvSpPr>
            <a:spLocks noEditPoints="1"/>
          </p:cNvSpPr>
          <p:nvPr>
            <p:custDataLst>
              <p:tags r:id="rId83"/>
            </p:custDataLst>
          </p:nvPr>
        </p:nvSpPr>
        <p:spPr bwMode="auto">
          <a:xfrm>
            <a:off x="5373621" y="452971"/>
            <a:ext cx="245457" cy="217951"/>
          </a:xfrm>
          <a:custGeom>
            <a:avLst/>
            <a:gdLst>
              <a:gd name="T0" fmla="*/ 2147483647 w 113"/>
              <a:gd name="T1" fmla="*/ 2147483647 h 100"/>
              <a:gd name="T2" fmla="*/ 2147483647 w 113"/>
              <a:gd name="T3" fmla="*/ 0 h 100"/>
              <a:gd name="T4" fmla="*/ 2147483647 w 113"/>
              <a:gd name="T5" fmla="*/ 2147483647 h 100"/>
              <a:gd name="T6" fmla="*/ 2147483647 w 113"/>
              <a:gd name="T7" fmla="*/ 2147483647 h 100"/>
              <a:gd name="T8" fmla="*/ 2147483647 w 113"/>
              <a:gd name="T9" fmla="*/ 2147483647 h 100"/>
              <a:gd name="T10" fmla="*/ 2147483647 w 113"/>
              <a:gd name="T11" fmla="*/ 2147483647 h 100"/>
              <a:gd name="T12" fmla="*/ 2147483647 w 113"/>
              <a:gd name="T13" fmla="*/ 2147483647 h 100"/>
              <a:gd name="T14" fmla="*/ 2147483647 w 113"/>
              <a:gd name="T15" fmla="*/ 2147483647 h 100"/>
              <a:gd name="T16" fmla="*/ 2147483647 w 113"/>
              <a:gd name="T17" fmla="*/ 2147483647 h 100"/>
              <a:gd name="T18" fmla="*/ 2147483647 w 113"/>
              <a:gd name="T19" fmla="*/ 0 h 100"/>
              <a:gd name="T20" fmla="*/ 2147483647 w 113"/>
              <a:gd name="T21" fmla="*/ 2147483647 h 100"/>
              <a:gd name="T22" fmla="*/ 2147483647 w 113"/>
              <a:gd name="T23" fmla="*/ 2147483647 h 100"/>
              <a:gd name="T24" fmla="*/ 2147483647 w 113"/>
              <a:gd name="T25" fmla="*/ 2147483647 h 100"/>
              <a:gd name="T26" fmla="*/ 2147483647 w 113"/>
              <a:gd name="T27" fmla="*/ 2147483647 h 100"/>
              <a:gd name="T28" fmla="*/ 2147483647 w 113"/>
              <a:gd name="T29" fmla="*/ 2147483647 h 100"/>
              <a:gd name="T30" fmla="*/ 2147483647 w 113"/>
              <a:gd name="T31" fmla="*/ 2147483647 h 100"/>
              <a:gd name="T32" fmla="*/ 2147483647 w 113"/>
              <a:gd name="T33" fmla="*/ 2147483647 h 100"/>
              <a:gd name="T34" fmla="*/ 2147483647 w 113"/>
              <a:gd name="T35" fmla="*/ 2147483647 h 100"/>
              <a:gd name="T36" fmla="*/ 2147483647 w 113"/>
              <a:gd name="T37" fmla="*/ 0 h 10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13"/>
              <a:gd name="T58" fmla="*/ 0 h 100"/>
              <a:gd name="T59" fmla="*/ 113 w 113"/>
              <a:gd name="T60" fmla="*/ 100 h 100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13" h="100">
                <a:moveTo>
                  <a:pt x="103" y="31"/>
                </a:moveTo>
                <a:cubicBezTo>
                  <a:pt x="95" y="12"/>
                  <a:pt x="77" y="0"/>
                  <a:pt x="57" y="0"/>
                </a:cubicBezTo>
                <a:cubicBezTo>
                  <a:pt x="57" y="9"/>
                  <a:pt x="57" y="9"/>
                  <a:pt x="57" y="9"/>
                </a:cubicBezTo>
                <a:cubicBezTo>
                  <a:pt x="73" y="9"/>
                  <a:pt x="88" y="19"/>
                  <a:pt x="95" y="35"/>
                </a:cubicBezTo>
                <a:cubicBezTo>
                  <a:pt x="103" y="56"/>
                  <a:pt x="93" y="79"/>
                  <a:pt x="72" y="88"/>
                </a:cubicBezTo>
                <a:cubicBezTo>
                  <a:pt x="67" y="90"/>
                  <a:pt x="62" y="91"/>
                  <a:pt x="57" y="91"/>
                </a:cubicBezTo>
                <a:cubicBezTo>
                  <a:pt x="57" y="100"/>
                  <a:pt x="57" y="100"/>
                  <a:pt x="57" y="100"/>
                </a:cubicBezTo>
                <a:cubicBezTo>
                  <a:pt x="63" y="100"/>
                  <a:pt x="69" y="99"/>
                  <a:pt x="75" y="96"/>
                </a:cubicBezTo>
                <a:cubicBezTo>
                  <a:pt x="101" y="86"/>
                  <a:pt x="113" y="57"/>
                  <a:pt x="103" y="31"/>
                </a:cubicBezTo>
                <a:close/>
                <a:moveTo>
                  <a:pt x="57" y="0"/>
                </a:moveTo>
                <a:cubicBezTo>
                  <a:pt x="51" y="0"/>
                  <a:pt x="44" y="1"/>
                  <a:pt x="38" y="4"/>
                </a:cubicBezTo>
                <a:cubicBezTo>
                  <a:pt x="13" y="14"/>
                  <a:pt x="0" y="43"/>
                  <a:pt x="11" y="68"/>
                </a:cubicBezTo>
                <a:cubicBezTo>
                  <a:pt x="18" y="88"/>
                  <a:pt x="37" y="100"/>
                  <a:pt x="57" y="100"/>
                </a:cubicBezTo>
                <a:cubicBezTo>
                  <a:pt x="57" y="91"/>
                  <a:pt x="57" y="91"/>
                  <a:pt x="57" y="91"/>
                </a:cubicBezTo>
                <a:cubicBezTo>
                  <a:pt x="41" y="90"/>
                  <a:pt x="26" y="81"/>
                  <a:pt x="19" y="65"/>
                </a:cubicBezTo>
                <a:cubicBezTo>
                  <a:pt x="19" y="65"/>
                  <a:pt x="19" y="65"/>
                  <a:pt x="19" y="65"/>
                </a:cubicBezTo>
                <a:cubicBezTo>
                  <a:pt x="11" y="44"/>
                  <a:pt x="21" y="21"/>
                  <a:pt x="42" y="12"/>
                </a:cubicBezTo>
                <a:cubicBezTo>
                  <a:pt x="47" y="10"/>
                  <a:pt x="52" y="9"/>
                  <a:pt x="57" y="9"/>
                </a:cubicBezTo>
                <a:lnTo>
                  <a:pt x="57" y="0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31" name="Freeform 83"/>
          <p:cNvSpPr/>
          <p:nvPr>
            <p:custDataLst>
              <p:tags r:id="rId84"/>
            </p:custDataLst>
          </p:nvPr>
        </p:nvSpPr>
        <p:spPr bwMode="auto">
          <a:xfrm>
            <a:off x="5303793" y="582048"/>
            <a:ext cx="107917" cy="69828"/>
          </a:xfrm>
          <a:custGeom>
            <a:avLst/>
            <a:gdLst>
              <a:gd name="T0" fmla="*/ 2147483647 w 68"/>
              <a:gd name="T1" fmla="*/ 2147483647 h 43"/>
              <a:gd name="T2" fmla="*/ 0 w 68"/>
              <a:gd name="T3" fmla="*/ 2147483647 h 43"/>
              <a:gd name="T4" fmla="*/ 2147483647 w 68"/>
              <a:gd name="T5" fmla="*/ 0 h 43"/>
              <a:gd name="T6" fmla="*/ 2147483647 w 68"/>
              <a:gd name="T7" fmla="*/ 2147483647 h 43"/>
              <a:gd name="T8" fmla="*/ 2147483647 w 68"/>
              <a:gd name="T9" fmla="*/ 2147483647 h 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8"/>
              <a:gd name="T16" fmla="*/ 0 h 43"/>
              <a:gd name="T17" fmla="*/ 68 w 68"/>
              <a:gd name="T18" fmla="*/ 43 h 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8" h="43">
                <a:moveTo>
                  <a:pt x="7" y="43"/>
                </a:moveTo>
                <a:lnTo>
                  <a:pt x="0" y="25"/>
                </a:lnTo>
                <a:lnTo>
                  <a:pt x="62" y="0"/>
                </a:lnTo>
                <a:lnTo>
                  <a:pt x="68" y="18"/>
                </a:lnTo>
                <a:lnTo>
                  <a:pt x="7" y="43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32" name="Freeform 84"/>
          <p:cNvSpPr/>
          <p:nvPr>
            <p:custDataLst>
              <p:tags r:id="rId85"/>
            </p:custDataLst>
          </p:nvPr>
        </p:nvSpPr>
        <p:spPr bwMode="auto">
          <a:xfrm>
            <a:off x="5236079" y="592628"/>
            <a:ext cx="146005" cy="88872"/>
          </a:xfrm>
          <a:custGeom>
            <a:avLst/>
            <a:gdLst>
              <a:gd name="T0" fmla="*/ 2147483647 w 67"/>
              <a:gd name="T1" fmla="*/ 2147483647 h 41"/>
              <a:gd name="T2" fmla="*/ 2147483647 w 67"/>
              <a:gd name="T3" fmla="*/ 2147483647 h 41"/>
              <a:gd name="T4" fmla="*/ 2147483647 w 67"/>
              <a:gd name="T5" fmla="*/ 2147483647 h 41"/>
              <a:gd name="T6" fmla="*/ 2147483647 w 67"/>
              <a:gd name="T7" fmla="*/ 2147483647 h 41"/>
              <a:gd name="T8" fmla="*/ 2147483647 w 67"/>
              <a:gd name="T9" fmla="*/ 2147483647 h 41"/>
              <a:gd name="T10" fmla="*/ 2147483647 w 67"/>
              <a:gd name="T11" fmla="*/ 2147483647 h 41"/>
              <a:gd name="T12" fmla="*/ 2147483647 w 67"/>
              <a:gd name="T13" fmla="*/ 2147483647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7"/>
              <a:gd name="T22" fmla="*/ 0 h 41"/>
              <a:gd name="T23" fmla="*/ 67 w 67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7" h="41">
                <a:moveTo>
                  <a:pt x="16" y="39"/>
                </a:moveTo>
                <a:cubicBezTo>
                  <a:pt x="10" y="41"/>
                  <a:pt x="4" y="39"/>
                  <a:pt x="2" y="33"/>
                </a:cubicBezTo>
                <a:cubicBezTo>
                  <a:pt x="0" y="28"/>
                  <a:pt x="2" y="21"/>
                  <a:pt x="8" y="19"/>
                </a:cubicBezTo>
                <a:cubicBezTo>
                  <a:pt x="50" y="2"/>
                  <a:pt x="50" y="2"/>
                  <a:pt x="50" y="2"/>
                </a:cubicBezTo>
                <a:cubicBezTo>
                  <a:pt x="56" y="0"/>
                  <a:pt x="62" y="3"/>
                  <a:pt x="64" y="8"/>
                </a:cubicBezTo>
                <a:cubicBezTo>
                  <a:pt x="67" y="14"/>
                  <a:pt x="64" y="20"/>
                  <a:pt x="58" y="22"/>
                </a:cubicBezTo>
                <a:lnTo>
                  <a:pt x="16" y="39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33" name="Freeform 85"/>
          <p:cNvSpPr>
            <a:spLocks noEditPoints="1"/>
          </p:cNvSpPr>
          <p:nvPr>
            <p:custDataLst>
              <p:tags r:id="rId86"/>
            </p:custDataLst>
          </p:nvPr>
        </p:nvSpPr>
        <p:spPr bwMode="auto">
          <a:xfrm>
            <a:off x="5151439" y="1750088"/>
            <a:ext cx="446480" cy="158700"/>
          </a:xfrm>
          <a:custGeom>
            <a:avLst/>
            <a:gdLst>
              <a:gd name="T0" fmla="*/ 142 w 205"/>
              <a:gd name="T1" fmla="*/ 5 h 73"/>
              <a:gd name="T2" fmla="*/ 157 w 205"/>
              <a:gd name="T3" fmla="*/ 2 h 73"/>
              <a:gd name="T4" fmla="*/ 164 w 205"/>
              <a:gd name="T5" fmla="*/ 5 h 73"/>
              <a:gd name="T6" fmla="*/ 179 w 205"/>
              <a:gd name="T7" fmla="*/ 2 h 73"/>
              <a:gd name="T8" fmla="*/ 202 w 205"/>
              <a:gd name="T9" fmla="*/ 18 h 73"/>
              <a:gd name="T10" fmla="*/ 187 w 205"/>
              <a:gd name="T11" fmla="*/ 42 h 73"/>
              <a:gd name="T12" fmla="*/ 177 w 205"/>
              <a:gd name="T13" fmla="*/ 43 h 73"/>
              <a:gd name="T14" fmla="*/ 166 w 205"/>
              <a:gd name="T15" fmla="*/ 18 h 73"/>
              <a:gd name="T16" fmla="*/ 172 w 205"/>
              <a:gd name="T17" fmla="*/ 45 h 73"/>
              <a:gd name="T18" fmla="*/ 167 w 205"/>
              <a:gd name="T19" fmla="*/ 50 h 73"/>
              <a:gd name="T20" fmla="*/ 142 w 205"/>
              <a:gd name="T21" fmla="*/ 55 h 73"/>
              <a:gd name="T22" fmla="*/ 142 w 205"/>
              <a:gd name="T23" fmla="*/ 20 h 73"/>
              <a:gd name="T24" fmla="*/ 158 w 205"/>
              <a:gd name="T25" fmla="*/ 17 h 73"/>
              <a:gd name="T26" fmla="*/ 163 w 205"/>
              <a:gd name="T27" fmla="*/ 19 h 73"/>
              <a:gd name="T28" fmla="*/ 161 w 205"/>
              <a:gd name="T29" fmla="*/ 9 h 73"/>
              <a:gd name="T30" fmla="*/ 155 w 205"/>
              <a:gd name="T31" fmla="*/ 5 h 73"/>
              <a:gd name="T32" fmla="*/ 142 w 205"/>
              <a:gd name="T33" fmla="*/ 8 h 73"/>
              <a:gd name="T34" fmla="*/ 142 w 205"/>
              <a:gd name="T35" fmla="*/ 5 h 73"/>
              <a:gd name="T36" fmla="*/ 28 w 205"/>
              <a:gd name="T37" fmla="*/ 30 h 73"/>
              <a:gd name="T38" fmla="*/ 116 w 205"/>
              <a:gd name="T39" fmla="*/ 13 h 73"/>
              <a:gd name="T40" fmla="*/ 121 w 205"/>
              <a:gd name="T41" fmla="*/ 9 h 73"/>
              <a:gd name="T42" fmla="*/ 142 w 205"/>
              <a:gd name="T43" fmla="*/ 5 h 73"/>
              <a:gd name="T44" fmla="*/ 142 w 205"/>
              <a:gd name="T45" fmla="*/ 8 h 73"/>
              <a:gd name="T46" fmla="*/ 124 w 205"/>
              <a:gd name="T47" fmla="*/ 11 h 73"/>
              <a:gd name="T48" fmla="*/ 120 w 205"/>
              <a:gd name="T49" fmla="*/ 17 h 73"/>
              <a:gd name="T50" fmla="*/ 122 w 205"/>
              <a:gd name="T51" fmla="*/ 28 h 73"/>
              <a:gd name="T52" fmla="*/ 122 w 205"/>
              <a:gd name="T53" fmla="*/ 28 h 73"/>
              <a:gd name="T54" fmla="*/ 126 w 205"/>
              <a:gd name="T55" fmla="*/ 24 h 73"/>
              <a:gd name="T56" fmla="*/ 142 w 205"/>
              <a:gd name="T57" fmla="*/ 20 h 73"/>
              <a:gd name="T58" fmla="*/ 142 w 205"/>
              <a:gd name="T59" fmla="*/ 55 h 73"/>
              <a:gd name="T60" fmla="*/ 130 w 205"/>
              <a:gd name="T61" fmla="*/ 57 h 73"/>
              <a:gd name="T62" fmla="*/ 125 w 205"/>
              <a:gd name="T63" fmla="*/ 56 h 73"/>
              <a:gd name="T64" fmla="*/ 35 w 205"/>
              <a:gd name="T65" fmla="*/ 73 h 73"/>
              <a:gd name="T66" fmla="*/ 28 w 205"/>
              <a:gd name="T67" fmla="*/ 70 h 73"/>
              <a:gd name="T68" fmla="*/ 28 w 205"/>
              <a:gd name="T69" fmla="*/ 67 h 73"/>
              <a:gd name="T70" fmla="*/ 35 w 205"/>
              <a:gd name="T71" fmla="*/ 70 h 73"/>
              <a:gd name="T72" fmla="*/ 35 w 205"/>
              <a:gd name="T73" fmla="*/ 70 h 73"/>
              <a:gd name="T74" fmla="*/ 37 w 205"/>
              <a:gd name="T75" fmla="*/ 70 h 73"/>
              <a:gd name="T76" fmla="*/ 42 w 205"/>
              <a:gd name="T77" fmla="*/ 62 h 73"/>
              <a:gd name="T78" fmla="*/ 36 w 205"/>
              <a:gd name="T79" fmla="*/ 57 h 73"/>
              <a:gd name="T80" fmla="*/ 40 w 205"/>
              <a:gd name="T81" fmla="*/ 50 h 73"/>
              <a:gd name="T82" fmla="*/ 34 w 205"/>
              <a:gd name="T83" fmla="*/ 45 h 73"/>
              <a:gd name="T84" fmla="*/ 37 w 205"/>
              <a:gd name="T85" fmla="*/ 38 h 73"/>
              <a:gd name="T86" fmla="*/ 30 w 205"/>
              <a:gd name="T87" fmla="*/ 33 h 73"/>
              <a:gd name="T88" fmla="*/ 28 w 205"/>
              <a:gd name="T89" fmla="*/ 33 h 73"/>
              <a:gd name="T90" fmla="*/ 28 w 205"/>
              <a:gd name="T91" fmla="*/ 34 h 73"/>
              <a:gd name="T92" fmla="*/ 28 w 205"/>
              <a:gd name="T93" fmla="*/ 30 h 73"/>
              <a:gd name="T94" fmla="*/ 26 w 205"/>
              <a:gd name="T95" fmla="*/ 31 h 73"/>
              <a:gd name="T96" fmla="*/ 28 w 205"/>
              <a:gd name="T97" fmla="*/ 30 h 73"/>
              <a:gd name="T98" fmla="*/ 28 w 205"/>
              <a:gd name="T99" fmla="*/ 34 h 73"/>
              <a:gd name="T100" fmla="*/ 13 w 205"/>
              <a:gd name="T101" fmla="*/ 49 h 73"/>
              <a:gd name="T102" fmla="*/ 15 w 205"/>
              <a:gd name="T103" fmla="*/ 62 h 73"/>
              <a:gd name="T104" fmla="*/ 28 w 205"/>
              <a:gd name="T105" fmla="*/ 67 h 73"/>
              <a:gd name="T106" fmla="*/ 28 w 205"/>
              <a:gd name="T107" fmla="*/ 70 h 73"/>
              <a:gd name="T108" fmla="*/ 0 w 205"/>
              <a:gd name="T109" fmla="*/ 58 h 73"/>
              <a:gd name="T110" fmla="*/ 26 w 205"/>
              <a:gd name="T111" fmla="*/ 31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05" h="73">
                <a:moveTo>
                  <a:pt x="142" y="5"/>
                </a:moveTo>
                <a:cubicBezTo>
                  <a:pt x="157" y="2"/>
                  <a:pt x="157" y="2"/>
                  <a:pt x="157" y="2"/>
                </a:cubicBezTo>
                <a:cubicBezTo>
                  <a:pt x="160" y="1"/>
                  <a:pt x="163" y="3"/>
                  <a:pt x="164" y="5"/>
                </a:cubicBezTo>
                <a:cubicBezTo>
                  <a:pt x="179" y="2"/>
                  <a:pt x="179" y="2"/>
                  <a:pt x="179" y="2"/>
                </a:cubicBezTo>
                <a:cubicBezTo>
                  <a:pt x="190" y="0"/>
                  <a:pt x="200" y="7"/>
                  <a:pt x="202" y="18"/>
                </a:cubicBezTo>
                <a:cubicBezTo>
                  <a:pt x="205" y="29"/>
                  <a:pt x="197" y="39"/>
                  <a:pt x="187" y="42"/>
                </a:cubicBezTo>
                <a:cubicBezTo>
                  <a:pt x="177" y="43"/>
                  <a:pt x="177" y="43"/>
                  <a:pt x="177" y="43"/>
                </a:cubicBezTo>
                <a:cubicBezTo>
                  <a:pt x="166" y="18"/>
                  <a:pt x="166" y="18"/>
                  <a:pt x="166" y="18"/>
                </a:cubicBezTo>
                <a:cubicBezTo>
                  <a:pt x="172" y="45"/>
                  <a:pt x="172" y="45"/>
                  <a:pt x="172" y="45"/>
                </a:cubicBezTo>
                <a:cubicBezTo>
                  <a:pt x="172" y="47"/>
                  <a:pt x="170" y="50"/>
                  <a:pt x="167" y="50"/>
                </a:cubicBezTo>
                <a:cubicBezTo>
                  <a:pt x="142" y="55"/>
                  <a:pt x="142" y="55"/>
                  <a:pt x="142" y="55"/>
                </a:cubicBezTo>
                <a:cubicBezTo>
                  <a:pt x="142" y="20"/>
                  <a:pt x="142" y="20"/>
                  <a:pt x="142" y="20"/>
                </a:cubicBezTo>
                <a:cubicBezTo>
                  <a:pt x="158" y="17"/>
                  <a:pt x="158" y="17"/>
                  <a:pt x="158" y="17"/>
                </a:cubicBezTo>
                <a:cubicBezTo>
                  <a:pt x="160" y="17"/>
                  <a:pt x="162" y="18"/>
                  <a:pt x="163" y="1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6"/>
                  <a:pt x="158" y="5"/>
                  <a:pt x="155" y="5"/>
                </a:cubicBezTo>
                <a:cubicBezTo>
                  <a:pt x="142" y="8"/>
                  <a:pt x="142" y="8"/>
                  <a:pt x="142" y="8"/>
                </a:cubicBezTo>
                <a:lnTo>
                  <a:pt x="142" y="5"/>
                </a:lnTo>
                <a:close/>
                <a:moveTo>
                  <a:pt x="28" y="30"/>
                </a:moveTo>
                <a:cubicBezTo>
                  <a:pt x="116" y="13"/>
                  <a:pt x="116" y="13"/>
                  <a:pt x="116" y="13"/>
                </a:cubicBezTo>
                <a:cubicBezTo>
                  <a:pt x="117" y="11"/>
                  <a:pt x="119" y="9"/>
                  <a:pt x="121" y="9"/>
                </a:cubicBezTo>
                <a:cubicBezTo>
                  <a:pt x="142" y="5"/>
                  <a:pt x="142" y="5"/>
                  <a:pt x="142" y="5"/>
                </a:cubicBezTo>
                <a:cubicBezTo>
                  <a:pt x="142" y="8"/>
                  <a:pt x="142" y="8"/>
                  <a:pt x="142" y="8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1" y="12"/>
                  <a:pt x="119" y="15"/>
                  <a:pt x="120" y="17"/>
                </a:cubicBezTo>
                <a:cubicBezTo>
                  <a:pt x="122" y="28"/>
                  <a:pt x="122" y="28"/>
                  <a:pt x="122" y="28"/>
                </a:cubicBezTo>
                <a:cubicBezTo>
                  <a:pt x="122" y="28"/>
                  <a:pt x="122" y="28"/>
                  <a:pt x="122" y="28"/>
                </a:cubicBezTo>
                <a:cubicBezTo>
                  <a:pt x="122" y="26"/>
                  <a:pt x="124" y="24"/>
                  <a:pt x="126" y="24"/>
                </a:cubicBezTo>
                <a:cubicBezTo>
                  <a:pt x="142" y="20"/>
                  <a:pt x="142" y="20"/>
                  <a:pt x="142" y="20"/>
                </a:cubicBezTo>
                <a:cubicBezTo>
                  <a:pt x="142" y="55"/>
                  <a:pt x="142" y="55"/>
                  <a:pt x="142" y="55"/>
                </a:cubicBezTo>
                <a:cubicBezTo>
                  <a:pt x="130" y="57"/>
                  <a:pt x="130" y="57"/>
                  <a:pt x="130" y="57"/>
                </a:cubicBezTo>
                <a:cubicBezTo>
                  <a:pt x="128" y="58"/>
                  <a:pt x="126" y="57"/>
                  <a:pt x="125" y="56"/>
                </a:cubicBezTo>
                <a:cubicBezTo>
                  <a:pt x="35" y="73"/>
                  <a:pt x="35" y="73"/>
                  <a:pt x="35" y="73"/>
                </a:cubicBezTo>
                <a:cubicBezTo>
                  <a:pt x="28" y="70"/>
                  <a:pt x="28" y="70"/>
                  <a:pt x="28" y="70"/>
                </a:cubicBezTo>
                <a:cubicBezTo>
                  <a:pt x="28" y="67"/>
                  <a:pt x="28" y="67"/>
                  <a:pt x="28" y="67"/>
                </a:cubicBezTo>
                <a:cubicBezTo>
                  <a:pt x="35" y="70"/>
                  <a:pt x="35" y="70"/>
                  <a:pt x="35" y="70"/>
                </a:cubicBezTo>
                <a:cubicBezTo>
                  <a:pt x="35" y="70"/>
                  <a:pt x="35" y="70"/>
                  <a:pt x="35" y="70"/>
                </a:cubicBezTo>
                <a:cubicBezTo>
                  <a:pt x="37" y="70"/>
                  <a:pt x="37" y="70"/>
                  <a:pt x="37" y="70"/>
                </a:cubicBezTo>
                <a:cubicBezTo>
                  <a:pt x="41" y="69"/>
                  <a:pt x="43" y="66"/>
                  <a:pt x="42" y="62"/>
                </a:cubicBezTo>
                <a:cubicBezTo>
                  <a:pt x="42" y="59"/>
                  <a:pt x="39" y="57"/>
                  <a:pt x="36" y="57"/>
                </a:cubicBezTo>
                <a:cubicBezTo>
                  <a:pt x="39" y="56"/>
                  <a:pt x="40" y="53"/>
                  <a:pt x="40" y="50"/>
                </a:cubicBezTo>
                <a:cubicBezTo>
                  <a:pt x="39" y="47"/>
                  <a:pt x="37" y="45"/>
                  <a:pt x="34" y="45"/>
                </a:cubicBezTo>
                <a:cubicBezTo>
                  <a:pt x="36" y="44"/>
                  <a:pt x="38" y="41"/>
                  <a:pt x="37" y="38"/>
                </a:cubicBezTo>
                <a:cubicBezTo>
                  <a:pt x="37" y="34"/>
                  <a:pt x="33" y="32"/>
                  <a:pt x="30" y="33"/>
                </a:cubicBezTo>
                <a:cubicBezTo>
                  <a:pt x="28" y="33"/>
                  <a:pt x="28" y="33"/>
                  <a:pt x="28" y="33"/>
                </a:cubicBezTo>
                <a:cubicBezTo>
                  <a:pt x="28" y="34"/>
                  <a:pt x="28" y="34"/>
                  <a:pt x="28" y="34"/>
                </a:cubicBezTo>
                <a:lnTo>
                  <a:pt x="28" y="30"/>
                </a:lnTo>
                <a:close/>
                <a:moveTo>
                  <a:pt x="26" y="31"/>
                </a:moveTo>
                <a:cubicBezTo>
                  <a:pt x="28" y="30"/>
                  <a:pt x="28" y="30"/>
                  <a:pt x="28" y="30"/>
                </a:cubicBezTo>
                <a:cubicBezTo>
                  <a:pt x="28" y="34"/>
                  <a:pt x="28" y="34"/>
                  <a:pt x="28" y="34"/>
                </a:cubicBezTo>
                <a:cubicBezTo>
                  <a:pt x="13" y="49"/>
                  <a:pt x="13" y="49"/>
                  <a:pt x="13" y="49"/>
                </a:cubicBezTo>
                <a:cubicBezTo>
                  <a:pt x="15" y="62"/>
                  <a:pt x="15" y="62"/>
                  <a:pt x="15" y="62"/>
                </a:cubicBezTo>
                <a:cubicBezTo>
                  <a:pt x="28" y="67"/>
                  <a:pt x="28" y="67"/>
                  <a:pt x="28" y="67"/>
                </a:cubicBezTo>
                <a:cubicBezTo>
                  <a:pt x="28" y="70"/>
                  <a:pt x="28" y="70"/>
                  <a:pt x="28" y="70"/>
                </a:cubicBezTo>
                <a:cubicBezTo>
                  <a:pt x="0" y="58"/>
                  <a:pt x="0" y="58"/>
                  <a:pt x="0" y="58"/>
                </a:cubicBezTo>
                <a:lnTo>
                  <a:pt x="26" y="31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pPr eaLnBrk="1" hangingPunct="1">
              <a:defRPr/>
            </a:pPr>
            <a:endParaRPr lang="id-ID" sz="1335" dirty="0"/>
          </a:p>
        </p:txBody>
      </p:sp>
      <p:sp>
        <p:nvSpPr>
          <p:cNvPr id="134" name="Freeform 86"/>
          <p:cNvSpPr/>
          <p:nvPr>
            <p:custDataLst>
              <p:tags r:id="rId87"/>
            </p:custDataLst>
          </p:nvPr>
        </p:nvSpPr>
        <p:spPr bwMode="auto">
          <a:xfrm>
            <a:off x="6998720" y="2160595"/>
            <a:ext cx="245457" cy="315285"/>
          </a:xfrm>
          <a:custGeom>
            <a:avLst/>
            <a:gdLst>
              <a:gd name="T0" fmla="*/ 2147483647 w 113"/>
              <a:gd name="T1" fmla="*/ 2147483647 h 145"/>
              <a:gd name="T2" fmla="*/ 2147483647 w 113"/>
              <a:gd name="T3" fmla="*/ 2147483647 h 145"/>
              <a:gd name="T4" fmla="*/ 2147483647 w 113"/>
              <a:gd name="T5" fmla="*/ 2147483647 h 145"/>
              <a:gd name="T6" fmla="*/ 2147483647 w 113"/>
              <a:gd name="T7" fmla="*/ 2147483647 h 145"/>
              <a:gd name="T8" fmla="*/ 2147483647 w 113"/>
              <a:gd name="T9" fmla="*/ 2147483647 h 145"/>
              <a:gd name="T10" fmla="*/ 2147483647 w 113"/>
              <a:gd name="T11" fmla="*/ 2147483647 h 145"/>
              <a:gd name="T12" fmla="*/ 2147483647 w 113"/>
              <a:gd name="T13" fmla="*/ 0 h 145"/>
              <a:gd name="T14" fmla="*/ 2147483647 w 113"/>
              <a:gd name="T15" fmla="*/ 2147483647 h 145"/>
              <a:gd name="T16" fmla="*/ 2147483647 w 113"/>
              <a:gd name="T17" fmla="*/ 2147483647 h 145"/>
              <a:gd name="T18" fmla="*/ 2147483647 w 113"/>
              <a:gd name="T19" fmla="*/ 2147483647 h 145"/>
              <a:gd name="T20" fmla="*/ 2147483647 w 113"/>
              <a:gd name="T21" fmla="*/ 2147483647 h 14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13"/>
              <a:gd name="T34" fmla="*/ 0 h 145"/>
              <a:gd name="T35" fmla="*/ 113 w 113"/>
              <a:gd name="T36" fmla="*/ 145 h 145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13" h="145">
                <a:moveTo>
                  <a:pt x="113" y="25"/>
                </a:moveTo>
                <a:cubicBezTo>
                  <a:pt x="108" y="22"/>
                  <a:pt x="108" y="22"/>
                  <a:pt x="108" y="22"/>
                </a:cubicBezTo>
                <a:cubicBezTo>
                  <a:pt x="42" y="128"/>
                  <a:pt x="42" y="128"/>
                  <a:pt x="42" y="128"/>
                </a:cubicBezTo>
                <a:cubicBezTo>
                  <a:pt x="38" y="135"/>
                  <a:pt x="27" y="137"/>
                  <a:pt x="19" y="132"/>
                </a:cubicBezTo>
                <a:cubicBezTo>
                  <a:pt x="11" y="127"/>
                  <a:pt x="8" y="117"/>
                  <a:pt x="12" y="109"/>
                </a:cubicBezTo>
                <a:cubicBezTo>
                  <a:pt x="78" y="3"/>
                  <a:pt x="78" y="3"/>
                  <a:pt x="78" y="3"/>
                </a:cubicBezTo>
                <a:cubicBezTo>
                  <a:pt x="73" y="0"/>
                  <a:pt x="73" y="0"/>
                  <a:pt x="73" y="0"/>
                </a:cubicBezTo>
                <a:cubicBezTo>
                  <a:pt x="6" y="107"/>
                  <a:pt x="6" y="107"/>
                  <a:pt x="6" y="107"/>
                </a:cubicBezTo>
                <a:cubicBezTo>
                  <a:pt x="0" y="117"/>
                  <a:pt x="4" y="131"/>
                  <a:pt x="15" y="138"/>
                </a:cubicBezTo>
                <a:cubicBezTo>
                  <a:pt x="26" y="145"/>
                  <a:pt x="40" y="142"/>
                  <a:pt x="47" y="132"/>
                </a:cubicBezTo>
                <a:lnTo>
                  <a:pt x="113" y="25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35" name="Freeform 87"/>
          <p:cNvSpPr/>
          <p:nvPr>
            <p:custDataLst>
              <p:tags r:id="rId88"/>
            </p:custDataLst>
          </p:nvPr>
        </p:nvSpPr>
        <p:spPr bwMode="auto">
          <a:xfrm>
            <a:off x="7138376" y="2150015"/>
            <a:ext cx="118497" cy="82525"/>
          </a:xfrm>
          <a:custGeom>
            <a:avLst/>
            <a:gdLst>
              <a:gd name="T0" fmla="*/ 2147483647 w 55"/>
              <a:gd name="T1" fmla="*/ 2147483647 h 38"/>
              <a:gd name="T2" fmla="*/ 2147483647 w 55"/>
              <a:gd name="T3" fmla="*/ 2147483647 h 38"/>
              <a:gd name="T4" fmla="*/ 2147483647 w 55"/>
              <a:gd name="T5" fmla="*/ 2147483647 h 38"/>
              <a:gd name="T6" fmla="*/ 2147483647 w 55"/>
              <a:gd name="T7" fmla="*/ 2147483647 h 38"/>
              <a:gd name="T8" fmla="*/ 2147483647 w 55"/>
              <a:gd name="T9" fmla="*/ 2147483647 h 38"/>
              <a:gd name="T10" fmla="*/ 2147483647 w 55"/>
              <a:gd name="T11" fmla="*/ 2147483647 h 38"/>
              <a:gd name="T12" fmla="*/ 2147483647 w 55"/>
              <a:gd name="T13" fmla="*/ 2147483647 h 3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5"/>
              <a:gd name="T22" fmla="*/ 0 h 38"/>
              <a:gd name="T23" fmla="*/ 55 w 55"/>
              <a:gd name="T24" fmla="*/ 38 h 3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5" h="38">
                <a:moveTo>
                  <a:pt x="54" y="35"/>
                </a:moveTo>
                <a:cubicBezTo>
                  <a:pt x="53" y="37"/>
                  <a:pt x="50" y="38"/>
                  <a:pt x="48" y="37"/>
                </a:cubicBezTo>
                <a:cubicBezTo>
                  <a:pt x="3" y="9"/>
                  <a:pt x="3" y="9"/>
                  <a:pt x="3" y="9"/>
                </a:cubicBezTo>
                <a:cubicBezTo>
                  <a:pt x="1" y="7"/>
                  <a:pt x="0" y="5"/>
                  <a:pt x="2" y="3"/>
                </a:cubicBezTo>
                <a:cubicBezTo>
                  <a:pt x="3" y="1"/>
                  <a:pt x="6" y="0"/>
                  <a:pt x="8" y="1"/>
                </a:cubicBezTo>
                <a:cubicBezTo>
                  <a:pt x="53" y="29"/>
                  <a:pt x="53" y="29"/>
                  <a:pt x="53" y="29"/>
                </a:cubicBezTo>
                <a:cubicBezTo>
                  <a:pt x="55" y="31"/>
                  <a:pt x="55" y="33"/>
                  <a:pt x="54" y="35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36" name="Freeform 88"/>
          <p:cNvSpPr/>
          <p:nvPr>
            <p:custDataLst>
              <p:tags r:id="rId89"/>
            </p:custDataLst>
          </p:nvPr>
        </p:nvSpPr>
        <p:spPr bwMode="auto">
          <a:xfrm>
            <a:off x="7045273" y="2213494"/>
            <a:ext cx="165049" cy="228529"/>
          </a:xfrm>
          <a:custGeom>
            <a:avLst/>
            <a:gdLst>
              <a:gd name="T0" fmla="*/ 75 w 75"/>
              <a:gd name="T1" fmla="*/ 4 h 104"/>
              <a:gd name="T2" fmla="*/ 69 w 75"/>
              <a:gd name="T3" fmla="*/ 0 h 104"/>
              <a:gd name="T4" fmla="*/ 10 w 75"/>
              <a:gd name="T5" fmla="*/ 95 h 104"/>
              <a:gd name="T6" fmla="*/ 0 w 75"/>
              <a:gd name="T7" fmla="*/ 100 h 104"/>
              <a:gd name="T8" fmla="*/ 1 w 75"/>
              <a:gd name="T9" fmla="*/ 101 h 104"/>
              <a:gd name="T10" fmla="*/ 17 w 75"/>
              <a:gd name="T11" fmla="*/ 98 h 104"/>
              <a:gd name="T12" fmla="*/ 75 w 75"/>
              <a:gd name="T13" fmla="*/ 4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5" h="104">
                <a:moveTo>
                  <a:pt x="75" y="4"/>
                </a:moveTo>
                <a:cubicBezTo>
                  <a:pt x="69" y="0"/>
                  <a:pt x="69" y="0"/>
                  <a:pt x="69" y="0"/>
                </a:cubicBezTo>
                <a:cubicBezTo>
                  <a:pt x="10" y="95"/>
                  <a:pt x="10" y="95"/>
                  <a:pt x="10" y="95"/>
                </a:cubicBezTo>
                <a:cubicBezTo>
                  <a:pt x="8" y="98"/>
                  <a:pt x="4" y="100"/>
                  <a:pt x="0" y="100"/>
                </a:cubicBezTo>
                <a:cubicBezTo>
                  <a:pt x="0" y="100"/>
                  <a:pt x="1" y="100"/>
                  <a:pt x="1" y="101"/>
                </a:cubicBezTo>
                <a:cubicBezTo>
                  <a:pt x="7" y="104"/>
                  <a:pt x="14" y="103"/>
                  <a:pt x="17" y="98"/>
                </a:cubicBezTo>
                <a:lnTo>
                  <a:pt x="75" y="4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pPr eaLnBrk="1" hangingPunct="1">
              <a:defRPr/>
            </a:pPr>
            <a:endParaRPr lang="id-ID" sz="1335" dirty="0"/>
          </a:p>
        </p:txBody>
      </p:sp>
      <p:sp>
        <p:nvSpPr>
          <p:cNvPr id="137" name="Freeform 89"/>
          <p:cNvSpPr>
            <a:spLocks noEditPoints="1"/>
          </p:cNvSpPr>
          <p:nvPr>
            <p:custDataLst>
              <p:tags r:id="rId90"/>
            </p:custDataLst>
          </p:nvPr>
        </p:nvSpPr>
        <p:spPr bwMode="auto">
          <a:xfrm>
            <a:off x="6664390" y="922726"/>
            <a:ext cx="222181" cy="160817"/>
          </a:xfrm>
          <a:custGeom>
            <a:avLst/>
            <a:gdLst>
              <a:gd name="T0" fmla="*/ 2147483647 w 102"/>
              <a:gd name="T1" fmla="*/ 2147483647 h 74"/>
              <a:gd name="T2" fmla="*/ 2147483647 w 102"/>
              <a:gd name="T3" fmla="*/ 2147483647 h 74"/>
              <a:gd name="T4" fmla="*/ 2147483647 w 102"/>
              <a:gd name="T5" fmla="*/ 2147483647 h 74"/>
              <a:gd name="T6" fmla="*/ 2147483647 w 102"/>
              <a:gd name="T7" fmla="*/ 2147483647 h 74"/>
              <a:gd name="T8" fmla="*/ 2147483647 w 102"/>
              <a:gd name="T9" fmla="*/ 2147483647 h 74"/>
              <a:gd name="T10" fmla="*/ 2147483647 w 102"/>
              <a:gd name="T11" fmla="*/ 2147483647 h 74"/>
              <a:gd name="T12" fmla="*/ 2147483647 w 102"/>
              <a:gd name="T13" fmla="*/ 2147483647 h 74"/>
              <a:gd name="T14" fmla="*/ 2147483647 w 102"/>
              <a:gd name="T15" fmla="*/ 2147483647 h 74"/>
              <a:gd name="T16" fmla="*/ 2147483647 w 102"/>
              <a:gd name="T17" fmla="*/ 2147483647 h 74"/>
              <a:gd name="T18" fmla="*/ 2147483647 w 102"/>
              <a:gd name="T19" fmla="*/ 2147483647 h 74"/>
              <a:gd name="T20" fmla="*/ 2147483647 w 102"/>
              <a:gd name="T21" fmla="*/ 2147483647 h 74"/>
              <a:gd name="T22" fmla="*/ 2147483647 w 102"/>
              <a:gd name="T23" fmla="*/ 2147483647 h 74"/>
              <a:gd name="T24" fmla="*/ 2147483647 w 102"/>
              <a:gd name="T25" fmla="*/ 2147483647 h 74"/>
              <a:gd name="T26" fmla="*/ 2147483647 w 102"/>
              <a:gd name="T27" fmla="*/ 2147483647 h 74"/>
              <a:gd name="T28" fmla="*/ 2147483647 w 102"/>
              <a:gd name="T29" fmla="*/ 2147483647 h 74"/>
              <a:gd name="T30" fmla="*/ 2147483647 w 102"/>
              <a:gd name="T31" fmla="*/ 2147483647 h 74"/>
              <a:gd name="T32" fmla="*/ 2147483647 w 102"/>
              <a:gd name="T33" fmla="*/ 2147483647 h 74"/>
              <a:gd name="T34" fmla="*/ 2147483647 w 102"/>
              <a:gd name="T35" fmla="*/ 2147483647 h 74"/>
              <a:gd name="T36" fmla="*/ 2147483647 w 102"/>
              <a:gd name="T37" fmla="*/ 2147483647 h 74"/>
              <a:gd name="T38" fmla="*/ 2147483647 w 102"/>
              <a:gd name="T39" fmla="*/ 2147483647 h 74"/>
              <a:gd name="T40" fmla="*/ 2147483647 w 102"/>
              <a:gd name="T41" fmla="*/ 2147483647 h 74"/>
              <a:gd name="T42" fmla="*/ 2147483647 w 102"/>
              <a:gd name="T43" fmla="*/ 2147483647 h 74"/>
              <a:gd name="T44" fmla="*/ 2147483647 w 102"/>
              <a:gd name="T45" fmla="*/ 2147483647 h 74"/>
              <a:gd name="T46" fmla="*/ 2147483647 w 102"/>
              <a:gd name="T47" fmla="*/ 2147483647 h 74"/>
              <a:gd name="T48" fmla="*/ 2147483647 w 102"/>
              <a:gd name="T49" fmla="*/ 2147483647 h 74"/>
              <a:gd name="T50" fmla="*/ 2147483647 w 102"/>
              <a:gd name="T51" fmla="*/ 2147483647 h 74"/>
              <a:gd name="T52" fmla="*/ 2147483647 w 102"/>
              <a:gd name="T53" fmla="*/ 2147483647 h 74"/>
              <a:gd name="T54" fmla="*/ 2147483647 w 102"/>
              <a:gd name="T55" fmla="*/ 2147483647 h 74"/>
              <a:gd name="T56" fmla="*/ 2147483647 w 102"/>
              <a:gd name="T57" fmla="*/ 2147483647 h 74"/>
              <a:gd name="T58" fmla="*/ 2147483647 w 102"/>
              <a:gd name="T59" fmla="*/ 2147483647 h 74"/>
              <a:gd name="T60" fmla="*/ 2147483647 w 102"/>
              <a:gd name="T61" fmla="*/ 2147483647 h 74"/>
              <a:gd name="T62" fmla="*/ 2147483647 w 102"/>
              <a:gd name="T63" fmla="*/ 2147483647 h 74"/>
              <a:gd name="T64" fmla="*/ 2147483647 w 102"/>
              <a:gd name="T65" fmla="*/ 2147483647 h 74"/>
              <a:gd name="T66" fmla="*/ 2147483647 w 102"/>
              <a:gd name="T67" fmla="*/ 2147483647 h 74"/>
              <a:gd name="T68" fmla="*/ 2147483647 w 102"/>
              <a:gd name="T69" fmla="*/ 2147483647 h 74"/>
              <a:gd name="T70" fmla="*/ 2147483647 w 102"/>
              <a:gd name="T71" fmla="*/ 2147483647 h 74"/>
              <a:gd name="T72" fmla="*/ 2147483647 w 102"/>
              <a:gd name="T73" fmla="*/ 2147483647 h 74"/>
              <a:gd name="T74" fmla="*/ 2147483647 w 102"/>
              <a:gd name="T75" fmla="*/ 2147483647 h 74"/>
              <a:gd name="T76" fmla="*/ 2147483647 w 102"/>
              <a:gd name="T77" fmla="*/ 2147483647 h 74"/>
              <a:gd name="T78" fmla="*/ 2147483647 w 102"/>
              <a:gd name="T79" fmla="*/ 2147483647 h 74"/>
              <a:gd name="T80" fmla="*/ 2147483647 w 102"/>
              <a:gd name="T81" fmla="*/ 2147483647 h 74"/>
              <a:gd name="T82" fmla="*/ 2147483647 w 102"/>
              <a:gd name="T83" fmla="*/ 2147483647 h 74"/>
              <a:gd name="T84" fmla="*/ 2147483647 w 102"/>
              <a:gd name="T85" fmla="*/ 2147483647 h 74"/>
              <a:gd name="T86" fmla="*/ 2147483647 w 102"/>
              <a:gd name="T87" fmla="*/ 2147483647 h 74"/>
              <a:gd name="T88" fmla="*/ 2147483647 w 102"/>
              <a:gd name="T89" fmla="*/ 2147483647 h 74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102"/>
              <a:gd name="T136" fmla="*/ 0 h 74"/>
              <a:gd name="T137" fmla="*/ 102 w 102"/>
              <a:gd name="T138" fmla="*/ 74 h 74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102" h="74">
                <a:moveTo>
                  <a:pt x="79" y="7"/>
                </a:moveTo>
                <a:cubicBezTo>
                  <a:pt x="102" y="22"/>
                  <a:pt x="98" y="62"/>
                  <a:pt x="84" y="71"/>
                </a:cubicBezTo>
                <a:cubicBezTo>
                  <a:pt x="82" y="72"/>
                  <a:pt x="80" y="73"/>
                  <a:pt x="79" y="73"/>
                </a:cubicBezTo>
                <a:cubicBezTo>
                  <a:pt x="79" y="69"/>
                  <a:pt x="79" y="69"/>
                  <a:pt x="79" y="69"/>
                </a:cubicBezTo>
                <a:cubicBezTo>
                  <a:pt x="79" y="69"/>
                  <a:pt x="79" y="69"/>
                  <a:pt x="79" y="69"/>
                </a:cubicBezTo>
                <a:cubicBezTo>
                  <a:pt x="79" y="69"/>
                  <a:pt x="79" y="69"/>
                  <a:pt x="79" y="69"/>
                </a:cubicBezTo>
                <a:cubicBezTo>
                  <a:pt x="83" y="67"/>
                  <a:pt x="85" y="61"/>
                  <a:pt x="83" y="57"/>
                </a:cubicBezTo>
                <a:cubicBezTo>
                  <a:pt x="82" y="55"/>
                  <a:pt x="80" y="53"/>
                  <a:pt x="79" y="52"/>
                </a:cubicBezTo>
                <a:cubicBezTo>
                  <a:pt x="79" y="49"/>
                  <a:pt x="79" y="49"/>
                  <a:pt x="79" y="49"/>
                </a:cubicBezTo>
                <a:cubicBezTo>
                  <a:pt x="81" y="50"/>
                  <a:pt x="84" y="50"/>
                  <a:pt x="86" y="49"/>
                </a:cubicBezTo>
                <a:cubicBezTo>
                  <a:pt x="86" y="49"/>
                  <a:pt x="86" y="49"/>
                  <a:pt x="86" y="49"/>
                </a:cubicBezTo>
                <a:cubicBezTo>
                  <a:pt x="90" y="47"/>
                  <a:pt x="92" y="42"/>
                  <a:pt x="90" y="38"/>
                </a:cubicBezTo>
                <a:cubicBezTo>
                  <a:pt x="88" y="34"/>
                  <a:pt x="83" y="32"/>
                  <a:pt x="79" y="34"/>
                </a:cubicBezTo>
                <a:cubicBezTo>
                  <a:pt x="79" y="31"/>
                  <a:pt x="79" y="31"/>
                  <a:pt x="79" y="31"/>
                </a:cubicBezTo>
                <a:cubicBezTo>
                  <a:pt x="80" y="31"/>
                  <a:pt x="81" y="30"/>
                  <a:pt x="82" y="30"/>
                </a:cubicBezTo>
                <a:cubicBezTo>
                  <a:pt x="86" y="28"/>
                  <a:pt x="87" y="24"/>
                  <a:pt x="85" y="20"/>
                </a:cubicBezTo>
                <a:cubicBezTo>
                  <a:pt x="85" y="20"/>
                  <a:pt x="85" y="20"/>
                  <a:pt x="85" y="20"/>
                </a:cubicBezTo>
                <a:cubicBezTo>
                  <a:pt x="84" y="17"/>
                  <a:pt x="81" y="16"/>
                  <a:pt x="79" y="16"/>
                </a:cubicBezTo>
                <a:lnTo>
                  <a:pt x="79" y="7"/>
                </a:lnTo>
                <a:close/>
                <a:moveTo>
                  <a:pt x="72" y="3"/>
                </a:moveTo>
                <a:cubicBezTo>
                  <a:pt x="74" y="4"/>
                  <a:pt x="76" y="5"/>
                  <a:pt x="79" y="7"/>
                </a:cubicBezTo>
                <a:cubicBezTo>
                  <a:pt x="79" y="16"/>
                  <a:pt x="79" y="16"/>
                  <a:pt x="79" y="16"/>
                </a:cubicBezTo>
                <a:cubicBezTo>
                  <a:pt x="77" y="16"/>
                  <a:pt x="76" y="16"/>
                  <a:pt x="75" y="17"/>
                </a:cubicBezTo>
                <a:cubicBezTo>
                  <a:pt x="73" y="17"/>
                  <a:pt x="72" y="19"/>
                  <a:pt x="72" y="21"/>
                </a:cubicBezTo>
                <a:cubicBezTo>
                  <a:pt x="72" y="13"/>
                  <a:pt x="72" y="13"/>
                  <a:pt x="72" y="13"/>
                </a:cubicBezTo>
                <a:cubicBezTo>
                  <a:pt x="72" y="12"/>
                  <a:pt x="72" y="10"/>
                  <a:pt x="72" y="9"/>
                </a:cubicBezTo>
                <a:cubicBezTo>
                  <a:pt x="72" y="3"/>
                  <a:pt x="72" y="3"/>
                  <a:pt x="72" y="3"/>
                </a:cubicBezTo>
                <a:close/>
                <a:moveTo>
                  <a:pt x="79" y="73"/>
                </a:moveTo>
                <a:cubicBezTo>
                  <a:pt x="76" y="74"/>
                  <a:pt x="74" y="74"/>
                  <a:pt x="72" y="74"/>
                </a:cubicBezTo>
                <a:cubicBezTo>
                  <a:pt x="72" y="69"/>
                  <a:pt x="72" y="69"/>
                  <a:pt x="72" y="69"/>
                </a:cubicBezTo>
                <a:cubicBezTo>
                  <a:pt x="74" y="70"/>
                  <a:pt x="76" y="70"/>
                  <a:pt x="79" y="69"/>
                </a:cubicBezTo>
                <a:cubicBezTo>
                  <a:pt x="79" y="73"/>
                  <a:pt x="79" y="73"/>
                  <a:pt x="79" y="73"/>
                </a:cubicBezTo>
                <a:close/>
                <a:moveTo>
                  <a:pt x="79" y="31"/>
                </a:moveTo>
                <a:cubicBezTo>
                  <a:pt x="79" y="34"/>
                  <a:pt x="79" y="34"/>
                  <a:pt x="79" y="34"/>
                </a:cubicBezTo>
                <a:cubicBezTo>
                  <a:pt x="78" y="34"/>
                  <a:pt x="78" y="34"/>
                  <a:pt x="78" y="34"/>
                </a:cubicBezTo>
                <a:cubicBezTo>
                  <a:pt x="74" y="36"/>
                  <a:pt x="73" y="41"/>
                  <a:pt x="75" y="45"/>
                </a:cubicBezTo>
                <a:cubicBezTo>
                  <a:pt x="76" y="47"/>
                  <a:pt x="77" y="48"/>
                  <a:pt x="79" y="49"/>
                </a:cubicBezTo>
                <a:cubicBezTo>
                  <a:pt x="79" y="52"/>
                  <a:pt x="79" y="52"/>
                  <a:pt x="79" y="52"/>
                </a:cubicBezTo>
                <a:cubicBezTo>
                  <a:pt x="76" y="51"/>
                  <a:pt x="74" y="51"/>
                  <a:pt x="72" y="52"/>
                </a:cubicBezTo>
                <a:cubicBezTo>
                  <a:pt x="72" y="25"/>
                  <a:pt x="72" y="25"/>
                  <a:pt x="72" y="25"/>
                </a:cubicBezTo>
                <a:cubicBezTo>
                  <a:pt x="72" y="26"/>
                  <a:pt x="72" y="26"/>
                  <a:pt x="72" y="26"/>
                </a:cubicBezTo>
                <a:cubicBezTo>
                  <a:pt x="73" y="29"/>
                  <a:pt x="76" y="31"/>
                  <a:pt x="79" y="31"/>
                </a:cubicBezTo>
                <a:close/>
                <a:moveTo>
                  <a:pt x="66" y="2"/>
                </a:moveTo>
                <a:cubicBezTo>
                  <a:pt x="68" y="2"/>
                  <a:pt x="70" y="3"/>
                  <a:pt x="72" y="3"/>
                </a:cubicBezTo>
                <a:cubicBezTo>
                  <a:pt x="72" y="9"/>
                  <a:pt x="72" y="9"/>
                  <a:pt x="72" y="9"/>
                </a:cubicBezTo>
                <a:cubicBezTo>
                  <a:pt x="71" y="9"/>
                  <a:pt x="71" y="9"/>
                  <a:pt x="71" y="8"/>
                </a:cubicBezTo>
                <a:cubicBezTo>
                  <a:pt x="70" y="7"/>
                  <a:pt x="68" y="5"/>
                  <a:pt x="66" y="5"/>
                </a:cubicBezTo>
                <a:cubicBezTo>
                  <a:pt x="66" y="2"/>
                  <a:pt x="66" y="2"/>
                  <a:pt x="66" y="2"/>
                </a:cubicBezTo>
                <a:close/>
                <a:moveTo>
                  <a:pt x="72" y="74"/>
                </a:moveTo>
                <a:cubicBezTo>
                  <a:pt x="70" y="74"/>
                  <a:pt x="68" y="73"/>
                  <a:pt x="66" y="73"/>
                </a:cubicBezTo>
                <a:cubicBezTo>
                  <a:pt x="66" y="64"/>
                  <a:pt x="66" y="64"/>
                  <a:pt x="66" y="64"/>
                </a:cubicBezTo>
                <a:cubicBezTo>
                  <a:pt x="66" y="64"/>
                  <a:pt x="67" y="64"/>
                  <a:pt x="67" y="65"/>
                </a:cubicBezTo>
                <a:cubicBezTo>
                  <a:pt x="68" y="67"/>
                  <a:pt x="70" y="68"/>
                  <a:pt x="72" y="69"/>
                </a:cubicBezTo>
                <a:cubicBezTo>
                  <a:pt x="72" y="74"/>
                  <a:pt x="72" y="74"/>
                  <a:pt x="72" y="74"/>
                </a:cubicBezTo>
                <a:close/>
                <a:moveTo>
                  <a:pt x="72" y="13"/>
                </a:moveTo>
                <a:cubicBezTo>
                  <a:pt x="72" y="21"/>
                  <a:pt x="72" y="21"/>
                  <a:pt x="72" y="21"/>
                </a:cubicBezTo>
                <a:cubicBezTo>
                  <a:pt x="71" y="22"/>
                  <a:pt x="71" y="24"/>
                  <a:pt x="72" y="25"/>
                </a:cubicBezTo>
                <a:cubicBezTo>
                  <a:pt x="72" y="52"/>
                  <a:pt x="72" y="52"/>
                  <a:pt x="72" y="52"/>
                </a:cubicBezTo>
                <a:cubicBezTo>
                  <a:pt x="71" y="52"/>
                  <a:pt x="71" y="52"/>
                  <a:pt x="71" y="52"/>
                </a:cubicBezTo>
                <a:cubicBezTo>
                  <a:pt x="69" y="54"/>
                  <a:pt x="67" y="55"/>
                  <a:pt x="66" y="57"/>
                </a:cubicBezTo>
                <a:cubicBezTo>
                  <a:pt x="66" y="16"/>
                  <a:pt x="66" y="16"/>
                  <a:pt x="66" y="16"/>
                </a:cubicBezTo>
                <a:cubicBezTo>
                  <a:pt x="67" y="16"/>
                  <a:pt x="68" y="16"/>
                  <a:pt x="69" y="16"/>
                </a:cubicBezTo>
                <a:cubicBezTo>
                  <a:pt x="70" y="15"/>
                  <a:pt x="71" y="14"/>
                  <a:pt x="72" y="13"/>
                </a:cubicBezTo>
                <a:close/>
                <a:moveTo>
                  <a:pt x="22" y="10"/>
                </a:moveTo>
                <a:cubicBezTo>
                  <a:pt x="41" y="2"/>
                  <a:pt x="55" y="0"/>
                  <a:pt x="66" y="2"/>
                </a:cubicBezTo>
                <a:cubicBezTo>
                  <a:pt x="66" y="5"/>
                  <a:pt x="66" y="5"/>
                  <a:pt x="66" y="5"/>
                </a:cubicBezTo>
                <a:cubicBezTo>
                  <a:pt x="65" y="5"/>
                  <a:pt x="65" y="6"/>
                  <a:pt x="64" y="6"/>
                </a:cubicBezTo>
                <a:cubicBezTo>
                  <a:pt x="64" y="6"/>
                  <a:pt x="64" y="6"/>
                  <a:pt x="64" y="6"/>
                </a:cubicBezTo>
                <a:cubicBezTo>
                  <a:pt x="61" y="7"/>
                  <a:pt x="60" y="11"/>
                  <a:pt x="61" y="13"/>
                </a:cubicBezTo>
                <a:cubicBezTo>
                  <a:pt x="62" y="15"/>
                  <a:pt x="64" y="16"/>
                  <a:pt x="66" y="16"/>
                </a:cubicBezTo>
                <a:cubicBezTo>
                  <a:pt x="66" y="57"/>
                  <a:pt x="66" y="57"/>
                  <a:pt x="66" y="57"/>
                </a:cubicBezTo>
                <a:cubicBezTo>
                  <a:pt x="66" y="59"/>
                  <a:pt x="66" y="62"/>
                  <a:pt x="66" y="64"/>
                </a:cubicBezTo>
                <a:cubicBezTo>
                  <a:pt x="66" y="73"/>
                  <a:pt x="66" y="73"/>
                  <a:pt x="66" y="73"/>
                </a:cubicBezTo>
                <a:cubicBezTo>
                  <a:pt x="56" y="68"/>
                  <a:pt x="48" y="56"/>
                  <a:pt x="37" y="57"/>
                </a:cubicBezTo>
                <a:cubicBezTo>
                  <a:pt x="32" y="57"/>
                  <a:pt x="27" y="58"/>
                  <a:pt x="22" y="57"/>
                </a:cubicBezTo>
                <a:cubicBezTo>
                  <a:pt x="22" y="49"/>
                  <a:pt x="22" y="49"/>
                  <a:pt x="22" y="49"/>
                </a:cubicBezTo>
                <a:cubicBezTo>
                  <a:pt x="24" y="49"/>
                  <a:pt x="25" y="48"/>
                  <a:pt x="27" y="48"/>
                </a:cubicBezTo>
                <a:cubicBezTo>
                  <a:pt x="27" y="48"/>
                  <a:pt x="27" y="48"/>
                  <a:pt x="27" y="48"/>
                </a:cubicBezTo>
                <a:cubicBezTo>
                  <a:pt x="32" y="45"/>
                  <a:pt x="34" y="38"/>
                  <a:pt x="32" y="33"/>
                </a:cubicBezTo>
                <a:cubicBezTo>
                  <a:pt x="30" y="29"/>
                  <a:pt x="26" y="27"/>
                  <a:pt x="22" y="27"/>
                </a:cubicBezTo>
                <a:lnTo>
                  <a:pt x="22" y="10"/>
                </a:lnTo>
                <a:close/>
                <a:moveTo>
                  <a:pt x="2" y="41"/>
                </a:moveTo>
                <a:cubicBezTo>
                  <a:pt x="0" y="23"/>
                  <a:pt x="18" y="12"/>
                  <a:pt x="18" y="12"/>
                </a:cubicBezTo>
                <a:cubicBezTo>
                  <a:pt x="20" y="12"/>
                  <a:pt x="21" y="11"/>
                  <a:pt x="22" y="10"/>
                </a:cubicBezTo>
                <a:cubicBezTo>
                  <a:pt x="22" y="27"/>
                  <a:pt x="22" y="27"/>
                  <a:pt x="22" y="27"/>
                </a:cubicBezTo>
                <a:cubicBezTo>
                  <a:pt x="20" y="27"/>
                  <a:pt x="19" y="27"/>
                  <a:pt x="17" y="28"/>
                </a:cubicBezTo>
                <a:cubicBezTo>
                  <a:pt x="12" y="31"/>
                  <a:pt x="9" y="37"/>
                  <a:pt x="12" y="43"/>
                </a:cubicBezTo>
                <a:cubicBezTo>
                  <a:pt x="14" y="47"/>
                  <a:pt x="18" y="49"/>
                  <a:pt x="22" y="49"/>
                </a:cubicBezTo>
                <a:cubicBezTo>
                  <a:pt x="22" y="57"/>
                  <a:pt x="22" y="57"/>
                  <a:pt x="22" y="57"/>
                </a:cubicBezTo>
                <a:cubicBezTo>
                  <a:pt x="12" y="57"/>
                  <a:pt x="4" y="53"/>
                  <a:pt x="2" y="41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38" name="Freeform 90"/>
          <p:cNvSpPr/>
          <p:nvPr>
            <p:custDataLst>
              <p:tags r:id="rId91"/>
            </p:custDataLst>
          </p:nvPr>
        </p:nvSpPr>
        <p:spPr bwMode="auto">
          <a:xfrm>
            <a:off x="4812877" y="1982850"/>
            <a:ext cx="207369" cy="266617"/>
          </a:xfrm>
          <a:custGeom>
            <a:avLst/>
            <a:gdLst>
              <a:gd name="T0" fmla="*/ 0 w 95"/>
              <a:gd name="T1" fmla="*/ 2147483647 h 123"/>
              <a:gd name="T2" fmla="*/ 2147483647 w 95"/>
              <a:gd name="T3" fmla="*/ 2147483647 h 123"/>
              <a:gd name="T4" fmla="*/ 2147483647 w 95"/>
              <a:gd name="T5" fmla="*/ 2147483647 h 123"/>
              <a:gd name="T6" fmla="*/ 2147483647 w 95"/>
              <a:gd name="T7" fmla="*/ 2147483647 h 123"/>
              <a:gd name="T8" fmla="*/ 2147483647 w 95"/>
              <a:gd name="T9" fmla="*/ 2147483647 h 123"/>
              <a:gd name="T10" fmla="*/ 2147483647 w 95"/>
              <a:gd name="T11" fmla="*/ 2147483647 h 123"/>
              <a:gd name="T12" fmla="*/ 2147483647 w 95"/>
              <a:gd name="T13" fmla="*/ 0 h 123"/>
              <a:gd name="T14" fmla="*/ 2147483647 w 95"/>
              <a:gd name="T15" fmla="*/ 2147483647 h 123"/>
              <a:gd name="T16" fmla="*/ 2147483647 w 95"/>
              <a:gd name="T17" fmla="*/ 2147483647 h 123"/>
              <a:gd name="T18" fmla="*/ 2147483647 w 95"/>
              <a:gd name="T19" fmla="*/ 2147483647 h 123"/>
              <a:gd name="T20" fmla="*/ 0 w 95"/>
              <a:gd name="T21" fmla="*/ 2147483647 h 12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95"/>
              <a:gd name="T34" fmla="*/ 0 h 123"/>
              <a:gd name="T35" fmla="*/ 95 w 95"/>
              <a:gd name="T36" fmla="*/ 123 h 12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95" h="123">
                <a:moveTo>
                  <a:pt x="0" y="21"/>
                </a:moveTo>
                <a:cubicBezTo>
                  <a:pt x="4" y="19"/>
                  <a:pt x="4" y="19"/>
                  <a:pt x="4" y="19"/>
                </a:cubicBezTo>
                <a:cubicBezTo>
                  <a:pt x="59" y="109"/>
                  <a:pt x="59" y="109"/>
                  <a:pt x="59" y="109"/>
                </a:cubicBezTo>
                <a:cubicBezTo>
                  <a:pt x="63" y="115"/>
                  <a:pt x="72" y="117"/>
                  <a:pt x="79" y="112"/>
                </a:cubicBezTo>
                <a:cubicBezTo>
                  <a:pt x="87" y="108"/>
                  <a:pt x="89" y="99"/>
                  <a:pt x="85" y="93"/>
                </a:cubicBezTo>
                <a:cubicBezTo>
                  <a:pt x="29" y="3"/>
                  <a:pt x="29" y="3"/>
                  <a:pt x="29" y="3"/>
                </a:cubicBezTo>
                <a:cubicBezTo>
                  <a:pt x="34" y="0"/>
                  <a:pt x="34" y="0"/>
                  <a:pt x="34" y="0"/>
                </a:cubicBezTo>
                <a:cubicBezTo>
                  <a:pt x="90" y="91"/>
                  <a:pt x="90" y="91"/>
                  <a:pt x="90" y="91"/>
                </a:cubicBezTo>
                <a:cubicBezTo>
                  <a:pt x="95" y="100"/>
                  <a:pt x="92" y="111"/>
                  <a:pt x="82" y="117"/>
                </a:cubicBezTo>
                <a:cubicBezTo>
                  <a:pt x="73" y="123"/>
                  <a:pt x="61" y="121"/>
                  <a:pt x="56" y="112"/>
                </a:cubicBezTo>
                <a:lnTo>
                  <a:pt x="0" y="21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39" name="Freeform 91"/>
          <p:cNvSpPr/>
          <p:nvPr>
            <p:custDataLst>
              <p:tags r:id="rId92"/>
            </p:custDataLst>
          </p:nvPr>
        </p:nvSpPr>
        <p:spPr bwMode="auto">
          <a:xfrm>
            <a:off x="4800180" y="1972268"/>
            <a:ext cx="101568" cy="69829"/>
          </a:xfrm>
          <a:custGeom>
            <a:avLst/>
            <a:gdLst>
              <a:gd name="T0" fmla="*/ 2147483647 w 47"/>
              <a:gd name="T1" fmla="*/ 2147483647 h 32"/>
              <a:gd name="T2" fmla="*/ 2147483647 w 47"/>
              <a:gd name="T3" fmla="*/ 2147483647 h 32"/>
              <a:gd name="T4" fmla="*/ 2147483647 w 47"/>
              <a:gd name="T5" fmla="*/ 2147483647 h 32"/>
              <a:gd name="T6" fmla="*/ 2147483647 w 47"/>
              <a:gd name="T7" fmla="*/ 2147483647 h 32"/>
              <a:gd name="T8" fmla="*/ 2147483647 w 47"/>
              <a:gd name="T9" fmla="*/ 2147483647 h 32"/>
              <a:gd name="T10" fmla="*/ 2147483647 w 47"/>
              <a:gd name="T11" fmla="*/ 2147483647 h 32"/>
              <a:gd name="T12" fmla="*/ 2147483647 w 47"/>
              <a:gd name="T13" fmla="*/ 2147483647 h 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"/>
              <a:gd name="T22" fmla="*/ 0 h 32"/>
              <a:gd name="T23" fmla="*/ 47 w 47"/>
              <a:gd name="T24" fmla="*/ 32 h 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" h="32">
                <a:moveTo>
                  <a:pt x="1" y="30"/>
                </a:moveTo>
                <a:cubicBezTo>
                  <a:pt x="2" y="32"/>
                  <a:pt x="4" y="32"/>
                  <a:pt x="6" y="31"/>
                </a:cubicBezTo>
                <a:cubicBezTo>
                  <a:pt x="44" y="7"/>
                  <a:pt x="44" y="7"/>
                  <a:pt x="44" y="7"/>
                </a:cubicBezTo>
                <a:cubicBezTo>
                  <a:pt x="46" y="6"/>
                  <a:pt x="47" y="4"/>
                  <a:pt x="46" y="2"/>
                </a:cubicBezTo>
                <a:cubicBezTo>
                  <a:pt x="45" y="1"/>
                  <a:pt x="42" y="0"/>
                  <a:pt x="41" y="1"/>
                </a:cubicBezTo>
                <a:cubicBezTo>
                  <a:pt x="2" y="25"/>
                  <a:pt x="2" y="25"/>
                  <a:pt x="2" y="25"/>
                </a:cubicBezTo>
                <a:cubicBezTo>
                  <a:pt x="1" y="26"/>
                  <a:pt x="0" y="28"/>
                  <a:pt x="1" y="30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40" name="Freeform 92"/>
          <p:cNvSpPr/>
          <p:nvPr>
            <p:custDataLst>
              <p:tags r:id="rId93"/>
            </p:custDataLst>
          </p:nvPr>
        </p:nvSpPr>
        <p:spPr bwMode="auto">
          <a:xfrm>
            <a:off x="4842501" y="2029402"/>
            <a:ext cx="139657" cy="192556"/>
          </a:xfrm>
          <a:custGeom>
            <a:avLst/>
            <a:gdLst>
              <a:gd name="T0" fmla="*/ 0 w 64"/>
              <a:gd name="T1" fmla="*/ 2147483647 h 88"/>
              <a:gd name="T2" fmla="*/ 2147483647 w 64"/>
              <a:gd name="T3" fmla="*/ 0 h 88"/>
              <a:gd name="T4" fmla="*/ 2147483647 w 64"/>
              <a:gd name="T5" fmla="*/ 2147483647 h 88"/>
              <a:gd name="T6" fmla="*/ 2147483647 w 64"/>
              <a:gd name="T7" fmla="*/ 2147483647 h 88"/>
              <a:gd name="T8" fmla="*/ 2147483647 w 64"/>
              <a:gd name="T9" fmla="*/ 2147483647 h 88"/>
              <a:gd name="T10" fmla="*/ 2147483647 w 64"/>
              <a:gd name="T11" fmla="*/ 2147483647 h 88"/>
              <a:gd name="T12" fmla="*/ 0 w 64"/>
              <a:gd name="T13" fmla="*/ 2147483647 h 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4"/>
              <a:gd name="T22" fmla="*/ 0 h 88"/>
              <a:gd name="T23" fmla="*/ 64 w 64"/>
              <a:gd name="T24" fmla="*/ 88 h 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4" h="88">
                <a:moveTo>
                  <a:pt x="0" y="3"/>
                </a:moveTo>
                <a:cubicBezTo>
                  <a:pt x="5" y="0"/>
                  <a:pt x="5" y="0"/>
                  <a:pt x="5" y="0"/>
                </a:cubicBezTo>
                <a:cubicBezTo>
                  <a:pt x="55" y="80"/>
                  <a:pt x="55" y="80"/>
                  <a:pt x="55" y="80"/>
                </a:cubicBezTo>
                <a:cubicBezTo>
                  <a:pt x="57" y="83"/>
                  <a:pt x="60" y="85"/>
                  <a:pt x="64" y="85"/>
                </a:cubicBezTo>
                <a:cubicBezTo>
                  <a:pt x="63" y="85"/>
                  <a:pt x="63" y="85"/>
                  <a:pt x="63" y="85"/>
                </a:cubicBezTo>
                <a:cubicBezTo>
                  <a:pt x="58" y="88"/>
                  <a:pt x="52" y="87"/>
                  <a:pt x="49" y="82"/>
                </a:cubicBezTo>
                <a:lnTo>
                  <a:pt x="0" y="3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41" name="Freeform 93"/>
          <p:cNvSpPr>
            <a:spLocks noEditPoints="1"/>
          </p:cNvSpPr>
          <p:nvPr>
            <p:custDataLst>
              <p:tags r:id="rId94"/>
            </p:custDataLst>
          </p:nvPr>
        </p:nvSpPr>
        <p:spPr bwMode="auto">
          <a:xfrm>
            <a:off x="6173475" y="3633340"/>
            <a:ext cx="220065" cy="239109"/>
          </a:xfrm>
          <a:custGeom>
            <a:avLst/>
            <a:gdLst>
              <a:gd name="T0" fmla="*/ 2147483647 w 101"/>
              <a:gd name="T1" fmla="*/ 2147483647 h 110"/>
              <a:gd name="T2" fmla="*/ 2147483647 w 101"/>
              <a:gd name="T3" fmla="*/ 2147483647 h 110"/>
              <a:gd name="T4" fmla="*/ 2147483647 w 101"/>
              <a:gd name="T5" fmla="*/ 2147483647 h 110"/>
              <a:gd name="T6" fmla="*/ 2147483647 w 101"/>
              <a:gd name="T7" fmla="*/ 2147483647 h 110"/>
              <a:gd name="T8" fmla="*/ 2147483647 w 101"/>
              <a:gd name="T9" fmla="*/ 2147483647 h 110"/>
              <a:gd name="T10" fmla="*/ 2147483647 w 101"/>
              <a:gd name="T11" fmla="*/ 2147483647 h 110"/>
              <a:gd name="T12" fmla="*/ 2147483647 w 101"/>
              <a:gd name="T13" fmla="*/ 2147483647 h 110"/>
              <a:gd name="T14" fmla="*/ 2147483647 w 101"/>
              <a:gd name="T15" fmla="*/ 2147483647 h 110"/>
              <a:gd name="T16" fmla="*/ 2147483647 w 101"/>
              <a:gd name="T17" fmla="*/ 2147483647 h 110"/>
              <a:gd name="T18" fmla="*/ 2147483647 w 101"/>
              <a:gd name="T19" fmla="*/ 2147483647 h 110"/>
              <a:gd name="T20" fmla="*/ 2147483647 w 101"/>
              <a:gd name="T21" fmla="*/ 2147483647 h 110"/>
              <a:gd name="T22" fmla="*/ 2147483647 w 101"/>
              <a:gd name="T23" fmla="*/ 2147483647 h 110"/>
              <a:gd name="T24" fmla="*/ 2147483647 w 101"/>
              <a:gd name="T25" fmla="*/ 2147483647 h 110"/>
              <a:gd name="T26" fmla="*/ 2147483647 w 101"/>
              <a:gd name="T27" fmla="*/ 2147483647 h 110"/>
              <a:gd name="T28" fmla="*/ 2147483647 w 101"/>
              <a:gd name="T29" fmla="*/ 2147483647 h 110"/>
              <a:gd name="T30" fmla="*/ 2147483647 w 101"/>
              <a:gd name="T31" fmla="*/ 2147483647 h 110"/>
              <a:gd name="T32" fmla="*/ 2147483647 w 101"/>
              <a:gd name="T33" fmla="*/ 2147483647 h 110"/>
              <a:gd name="T34" fmla="*/ 2147483647 w 101"/>
              <a:gd name="T35" fmla="*/ 2147483647 h 110"/>
              <a:gd name="T36" fmla="*/ 2147483647 w 101"/>
              <a:gd name="T37" fmla="*/ 2147483647 h 110"/>
              <a:gd name="T38" fmla="*/ 2147483647 w 101"/>
              <a:gd name="T39" fmla="*/ 2147483647 h 110"/>
              <a:gd name="T40" fmla="*/ 2147483647 w 101"/>
              <a:gd name="T41" fmla="*/ 2147483647 h 110"/>
              <a:gd name="T42" fmla="*/ 2147483647 w 101"/>
              <a:gd name="T43" fmla="*/ 2147483647 h 110"/>
              <a:gd name="T44" fmla="*/ 2147483647 w 101"/>
              <a:gd name="T45" fmla="*/ 2147483647 h 110"/>
              <a:gd name="T46" fmla="*/ 2147483647 w 101"/>
              <a:gd name="T47" fmla="*/ 2147483647 h 110"/>
              <a:gd name="T48" fmla="*/ 2147483647 w 101"/>
              <a:gd name="T49" fmla="*/ 2147483647 h 110"/>
              <a:gd name="T50" fmla="*/ 2147483647 w 101"/>
              <a:gd name="T51" fmla="*/ 2147483647 h 110"/>
              <a:gd name="T52" fmla="*/ 2147483647 w 101"/>
              <a:gd name="T53" fmla="*/ 2147483647 h 110"/>
              <a:gd name="T54" fmla="*/ 2147483647 w 101"/>
              <a:gd name="T55" fmla="*/ 0 h 110"/>
              <a:gd name="T56" fmla="*/ 2147483647 w 101"/>
              <a:gd name="T57" fmla="*/ 2147483647 h 110"/>
              <a:gd name="T58" fmla="*/ 2147483647 w 101"/>
              <a:gd name="T59" fmla="*/ 2147483647 h 110"/>
              <a:gd name="T60" fmla="*/ 2147483647 w 101"/>
              <a:gd name="T61" fmla="*/ 2147483647 h 110"/>
              <a:gd name="T62" fmla="*/ 2147483647 w 101"/>
              <a:gd name="T63" fmla="*/ 2147483647 h 110"/>
              <a:gd name="T64" fmla="*/ 2147483647 w 101"/>
              <a:gd name="T65" fmla="*/ 2147483647 h 110"/>
              <a:gd name="T66" fmla="*/ 2147483647 w 101"/>
              <a:gd name="T67" fmla="*/ 2147483647 h 110"/>
              <a:gd name="T68" fmla="*/ 2147483647 w 101"/>
              <a:gd name="T69" fmla="*/ 2147483647 h 110"/>
              <a:gd name="T70" fmla="*/ 2147483647 w 101"/>
              <a:gd name="T71" fmla="*/ 2147483647 h 110"/>
              <a:gd name="T72" fmla="*/ 2147483647 w 101"/>
              <a:gd name="T73" fmla="*/ 2147483647 h 110"/>
              <a:gd name="T74" fmla="*/ 2147483647 w 101"/>
              <a:gd name="T75" fmla="*/ 2147483647 h 110"/>
              <a:gd name="T76" fmla="*/ 2147483647 w 101"/>
              <a:gd name="T77" fmla="*/ 2147483647 h 110"/>
              <a:gd name="T78" fmla="*/ 2147483647 w 101"/>
              <a:gd name="T79" fmla="*/ 2147483647 h 110"/>
              <a:gd name="T80" fmla="*/ 2147483647 w 101"/>
              <a:gd name="T81" fmla="*/ 2147483647 h 110"/>
              <a:gd name="T82" fmla="*/ 2147483647 w 101"/>
              <a:gd name="T83" fmla="*/ 2147483647 h 110"/>
              <a:gd name="T84" fmla="*/ 2147483647 w 101"/>
              <a:gd name="T85" fmla="*/ 2147483647 h 110"/>
              <a:gd name="T86" fmla="*/ 2147483647 w 101"/>
              <a:gd name="T87" fmla="*/ 2147483647 h 110"/>
              <a:gd name="T88" fmla="*/ 2147483647 w 101"/>
              <a:gd name="T89" fmla="*/ 2147483647 h 110"/>
              <a:gd name="T90" fmla="*/ 2147483647 w 101"/>
              <a:gd name="T91" fmla="*/ 2147483647 h 110"/>
              <a:gd name="T92" fmla="*/ 2147483647 w 101"/>
              <a:gd name="T93" fmla="*/ 2147483647 h 110"/>
              <a:gd name="T94" fmla="*/ 2147483647 w 101"/>
              <a:gd name="T95" fmla="*/ 2147483647 h 110"/>
              <a:gd name="T96" fmla="*/ 2147483647 w 101"/>
              <a:gd name="T97" fmla="*/ 2147483647 h 110"/>
              <a:gd name="T98" fmla="*/ 2147483647 w 101"/>
              <a:gd name="T99" fmla="*/ 2147483647 h 110"/>
              <a:gd name="T100" fmla="*/ 2147483647 w 101"/>
              <a:gd name="T101" fmla="*/ 2147483647 h 110"/>
              <a:gd name="T102" fmla="*/ 2147483647 w 101"/>
              <a:gd name="T103" fmla="*/ 2147483647 h 110"/>
              <a:gd name="T104" fmla="*/ 2147483647 w 101"/>
              <a:gd name="T105" fmla="*/ 2147483647 h 110"/>
              <a:gd name="T106" fmla="*/ 2147483647 w 101"/>
              <a:gd name="T107" fmla="*/ 2147483647 h 110"/>
              <a:gd name="T108" fmla="*/ 2147483647 w 101"/>
              <a:gd name="T109" fmla="*/ 2147483647 h 110"/>
              <a:gd name="T110" fmla="*/ 2147483647 w 101"/>
              <a:gd name="T111" fmla="*/ 2147483647 h 110"/>
              <a:gd name="T112" fmla="*/ 2147483647 w 101"/>
              <a:gd name="T113" fmla="*/ 2147483647 h 110"/>
              <a:gd name="T114" fmla="*/ 0 w 101"/>
              <a:gd name="T115" fmla="*/ 2147483647 h 110"/>
              <a:gd name="T116" fmla="*/ 2147483647 w 101"/>
              <a:gd name="T117" fmla="*/ 2147483647 h 110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w 101"/>
              <a:gd name="T178" fmla="*/ 0 h 110"/>
              <a:gd name="T179" fmla="*/ 101 w 101"/>
              <a:gd name="T180" fmla="*/ 110 h 110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T177" t="T178" r="T179" b="T180"/>
            <a:pathLst>
              <a:path w="101" h="110">
                <a:moveTo>
                  <a:pt x="75" y="63"/>
                </a:moveTo>
                <a:cubicBezTo>
                  <a:pt x="77" y="59"/>
                  <a:pt x="78" y="55"/>
                  <a:pt x="78" y="51"/>
                </a:cubicBezTo>
                <a:cubicBezTo>
                  <a:pt x="78" y="47"/>
                  <a:pt x="77" y="43"/>
                  <a:pt x="75" y="39"/>
                </a:cubicBezTo>
                <a:cubicBezTo>
                  <a:pt x="75" y="63"/>
                  <a:pt x="75" y="63"/>
                  <a:pt x="75" y="63"/>
                </a:cubicBezTo>
                <a:close/>
                <a:moveTo>
                  <a:pt x="75" y="80"/>
                </a:moveTo>
                <a:cubicBezTo>
                  <a:pt x="75" y="73"/>
                  <a:pt x="75" y="73"/>
                  <a:pt x="75" y="73"/>
                </a:cubicBezTo>
                <a:cubicBezTo>
                  <a:pt x="76" y="73"/>
                  <a:pt x="77" y="73"/>
                  <a:pt x="77" y="74"/>
                </a:cubicBezTo>
                <a:cubicBezTo>
                  <a:pt x="77" y="74"/>
                  <a:pt x="77" y="74"/>
                  <a:pt x="77" y="74"/>
                </a:cubicBezTo>
                <a:cubicBezTo>
                  <a:pt x="86" y="83"/>
                  <a:pt x="86" y="83"/>
                  <a:pt x="86" y="83"/>
                </a:cubicBezTo>
                <a:cubicBezTo>
                  <a:pt x="87" y="84"/>
                  <a:pt x="87" y="85"/>
                  <a:pt x="86" y="86"/>
                </a:cubicBezTo>
                <a:cubicBezTo>
                  <a:pt x="85" y="87"/>
                  <a:pt x="83" y="87"/>
                  <a:pt x="82" y="86"/>
                </a:cubicBezTo>
                <a:cubicBezTo>
                  <a:pt x="75" y="80"/>
                  <a:pt x="75" y="80"/>
                  <a:pt x="75" y="80"/>
                </a:cubicBezTo>
                <a:close/>
                <a:moveTo>
                  <a:pt x="75" y="28"/>
                </a:moveTo>
                <a:cubicBezTo>
                  <a:pt x="75" y="22"/>
                  <a:pt x="75" y="22"/>
                  <a:pt x="75" y="22"/>
                </a:cubicBezTo>
                <a:cubicBezTo>
                  <a:pt x="82" y="15"/>
                  <a:pt x="82" y="15"/>
                  <a:pt x="82" y="15"/>
                </a:cubicBezTo>
                <a:cubicBezTo>
                  <a:pt x="83" y="14"/>
                  <a:pt x="85" y="14"/>
                  <a:pt x="86" y="15"/>
                </a:cubicBezTo>
                <a:cubicBezTo>
                  <a:pt x="87" y="16"/>
                  <a:pt x="87" y="18"/>
                  <a:pt x="86" y="19"/>
                </a:cubicBezTo>
                <a:cubicBezTo>
                  <a:pt x="77" y="28"/>
                  <a:pt x="77" y="28"/>
                  <a:pt x="77" y="28"/>
                </a:cubicBezTo>
                <a:cubicBezTo>
                  <a:pt x="77" y="28"/>
                  <a:pt x="77" y="28"/>
                  <a:pt x="77" y="28"/>
                </a:cubicBezTo>
                <a:cubicBezTo>
                  <a:pt x="77" y="28"/>
                  <a:pt x="76" y="28"/>
                  <a:pt x="75" y="28"/>
                </a:cubicBezTo>
                <a:close/>
                <a:moveTo>
                  <a:pt x="98" y="48"/>
                </a:moveTo>
                <a:cubicBezTo>
                  <a:pt x="98" y="48"/>
                  <a:pt x="98" y="48"/>
                  <a:pt x="98" y="48"/>
                </a:cubicBezTo>
                <a:cubicBezTo>
                  <a:pt x="86" y="48"/>
                  <a:pt x="86" y="48"/>
                  <a:pt x="86" y="48"/>
                </a:cubicBezTo>
                <a:cubicBezTo>
                  <a:pt x="84" y="48"/>
                  <a:pt x="83" y="49"/>
                  <a:pt x="83" y="51"/>
                </a:cubicBezTo>
                <a:cubicBezTo>
                  <a:pt x="83" y="52"/>
                  <a:pt x="84" y="53"/>
                  <a:pt x="86" y="53"/>
                </a:cubicBezTo>
                <a:cubicBezTo>
                  <a:pt x="98" y="53"/>
                  <a:pt x="98" y="53"/>
                  <a:pt x="98" y="53"/>
                </a:cubicBezTo>
                <a:cubicBezTo>
                  <a:pt x="100" y="53"/>
                  <a:pt x="101" y="52"/>
                  <a:pt x="101" y="51"/>
                </a:cubicBezTo>
                <a:cubicBezTo>
                  <a:pt x="101" y="49"/>
                  <a:pt x="100" y="48"/>
                  <a:pt x="98" y="48"/>
                </a:cubicBezTo>
                <a:close/>
                <a:moveTo>
                  <a:pt x="50" y="110"/>
                </a:moveTo>
                <a:cubicBezTo>
                  <a:pt x="52" y="110"/>
                  <a:pt x="52" y="110"/>
                  <a:pt x="52" y="110"/>
                </a:cubicBezTo>
                <a:cubicBezTo>
                  <a:pt x="60" y="110"/>
                  <a:pt x="66" y="104"/>
                  <a:pt x="66" y="96"/>
                </a:cubicBezTo>
                <a:cubicBezTo>
                  <a:pt x="66" y="74"/>
                  <a:pt x="66" y="74"/>
                  <a:pt x="66" y="74"/>
                </a:cubicBezTo>
                <a:cubicBezTo>
                  <a:pt x="70" y="71"/>
                  <a:pt x="73" y="67"/>
                  <a:pt x="75" y="63"/>
                </a:cubicBezTo>
                <a:cubicBezTo>
                  <a:pt x="75" y="39"/>
                  <a:pt x="75" y="39"/>
                  <a:pt x="75" y="39"/>
                </a:cubicBezTo>
                <a:cubicBezTo>
                  <a:pt x="71" y="29"/>
                  <a:pt x="61" y="23"/>
                  <a:pt x="50" y="23"/>
                </a:cubicBezTo>
                <a:cubicBezTo>
                  <a:pt x="50" y="29"/>
                  <a:pt x="50" y="29"/>
                  <a:pt x="50" y="29"/>
                </a:cubicBezTo>
                <a:cubicBezTo>
                  <a:pt x="56" y="29"/>
                  <a:pt x="62" y="31"/>
                  <a:pt x="66" y="35"/>
                </a:cubicBezTo>
                <a:cubicBezTo>
                  <a:pt x="70" y="39"/>
                  <a:pt x="72" y="45"/>
                  <a:pt x="72" y="51"/>
                </a:cubicBezTo>
                <a:cubicBezTo>
                  <a:pt x="72" y="59"/>
                  <a:pt x="68" y="66"/>
                  <a:pt x="62" y="70"/>
                </a:cubicBezTo>
                <a:cubicBezTo>
                  <a:pt x="62" y="70"/>
                  <a:pt x="62" y="70"/>
                  <a:pt x="62" y="70"/>
                </a:cubicBezTo>
                <a:cubicBezTo>
                  <a:pt x="61" y="70"/>
                  <a:pt x="60" y="71"/>
                  <a:pt x="60" y="72"/>
                </a:cubicBezTo>
                <a:cubicBezTo>
                  <a:pt x="60" y="85"/>
                  <a:pt x="60" y="85"/>
                  <a:pt x="60" y="85"/>
                </a:cubicBezTo>
                <a:cubicBezTo>
                  <a:pt x="50" y="85"/>
                  <a:pt x="50" y="85"/>
                  <a:pt x="50" y="85"/>
                </a:cubicBezTo>
                <a:cubicBezTo>
                  <a:pt x="50" y="110"/>
                  <a:pt x="50" y="110"/>
                  <a:pt x="50" y="110"/>
                </a:cubicBezTo>
                <a:close/>
                <a:moveTo>
                  <a:pt x="75" y="22"/>
                </a:moveTo>
                <a:cubicBezTo>
                  <a:pt x="75" y="28"/>
                  <a:pt x="75" y="28"/>
                  <a:pt x="75" y="28"/>
                </a:cubicBezTo>
                <a:cubicBezTo>
                  <a:pt x="75" y="28"/>
                  <a:pt x="74" y="28"/>
                  <a:pt x="74" y="28"/>
                </a:cubicBezTo>
                <a:cubicBezTo>
                  <a:pt x="72" y="27"/>
                  <a:pt x="72" y="25"/>
                  <a:pt x="74" y="24"/>
                </a:cubicBezTo>
                <a:cubicBezTo>
                  <a:pt x="75" y="22"/>
                  <a:pt x="75" y="22"/>
                  <a:pt x="75" y="22"/>
                </a:cubicBezTo>
                <a:close/>
                <a:moveTo>
                  <a:pt x="75" y="73"/>
                </a:moveTo>
                <a:cubicBezTo>
                  <a:pt x="75" y="80"/>
                  <a:pt x="75" y="80"/>
                  <a:pt x="75" y="80"/>
                </a:cubicBezTo>
                <a:cubicBezTo>
                  <a:pt x="74" y="78"/>
                  <a:pt x="74" y="78"/>
                  <a:pt x="74" y="78"/>
                </a:cubicBezTo>
                <a:cubicBezTo>
                  <a:pt x="72" y="77"/>
                  <a:pt x="72" y="75"/>
                  <a:pt x="74" y="74"/>
                </a:cubicBezTo>
                <a:cubicBezTo>
                  <a:pt x="74" y="73"/>
                  <a:pt x="75" y="73"/>
                  <a:pt x="75" y="73"/>
                </a:cubicBezTo>
                <a:close/>
                <a:moveTo>
                  <a:pt x="50" y="18"/>
                </a:moveTo>
                <a:cubicBezTo>
                  <a:pt x="50" y="0"/>
                  <a:pt x="50" y="0"/>
                  <a:pt x="50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2" y="0"/>
                  <a:pt x="53" y="2"/>
                  <a:pt x="53" y="3"/>
                </a:cubicBezTo>
                <a:cubicBezTo>
                  <a:pt x="53" y="15"/>
                  <a:pt x="53" y="15"/>
                  <a:pt x="53" y="15"/>
                </a:cubicBezTo>
                <a:cubicBezTo>
                  <a:pt x="53" y="17"/>
                  <a:pt x="52" y="18"/>
                  <a:pt x="50" y="18"/>
                </a:cubicBezTo>
                <a:cubicBezTo>
                  <a:pt x="50" y="18"/>
                  <a:pt x="50" y="18"/>
                  <a:pt x="50" y="18"/>
                </a:cubicBezTo>
                <a:close/>
                <a:moveTo>
                  <a:pt x="50" y="23"/>
                </a:moveTo>
                <a:cubicBezTo>
                  <a:pt x="39" y="23"/>
                  <a:pt x="30" y="29"/>
                  <a:pt x="25" y="39"/>
                </a:cubicBezTo>
                <a:cubicBezTo>
                  <a:pt x="25" y="63"/>
                  <a:pt x="25" y="63"/>
                  <a:pt x="25" y="63"/>
                </a:cubicBezTo>
                <a:cubicBezTo>
                  <a:pt x="27" y="68"/>
                  <a:pt x="31" y="71"/>
                  <a:pt x="35" y="74"/>
                </a:cubicBezTo>
                <a:cubicBezTo>
                  <a:pt x="35" y="96"/>
                  <a:pt x="35" y="96"/>
                  <a:pt x="35" y="96"/>
                </a:cubicBezTo>
                <a:cubicBezTo>
                  <a:pt x="35" y="104"/>
                  <a:pt x="41" y="110"/>
                  <a:pt x="49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0" y="85"/>
                  <a:pt x="50" y="85"/>
                  <a:pt x="50" y="85"/>
                </a:cubicBezTo>
                <a:cubicBezTo>
                  <a:pt x="41" y="85"/>
                  <a:pt x="41" y="85"/>
                  <a:pt x="41" y="85"/>
                </a:cubicBezTo>
                <a:cubicBezTo>
                  <a:pt x="41" y="72"/>
                  <a:pt x="41" y="72"/>
                  <a:pt x="41" y="72"/>
                </a:cubicBezTo>
                <a:cubicBezTo>
                  <a:pt x="41" y="71"/>
                  <a:pt x="40" y="71"/>
                  <a:pt x="39" y="70"/>
                </a:cubicBezTo>
                <a:cubicBezTo>
                  <a:pt x="33" y="66"/>
                  <a:pt x="28" y="59"/>
                  <a:pt x="28" y="51"/>
                </a:cubicBezTo>
                <a:cubicBezTo>
                  <a:pt x="28" y="45"/>
                  <a:pt x="30" y="39"/>
                  <a:pt x="34" y="35"/>
                </a:cubicBezTo>
                <a:cubicBezTo>
                  <a:pt x="39" y="31"/>
                  <a:pt x="44" y="29"/>
                  <a:pt x="50" y="29"/>
                </a:cubicBezTo>
                <a:cubicBezTo>
                  <a:pt x="50" y="23"/>
                  <a:pt x="50" y="23"/>
                  <a:pt x="50" y="23"/>
                </a:cubicBezTo>
                <a:close/>
                <a:moveTo>
                  <a:pt x="50" y="0"/>
                </a:moveTo>
                <a:cubicBezTo>
                  <a:pt x="50" y="18"/>
                  <a:pt x="50" y="18"/>
                  <a:pt x="50" y="18"/>
                </a:cubicBezTo>
                <a:cubicBezTo>
                  <a:pt x="49" y="18"/>
                  <a:pt x="48" y="17"/>
                  <a:pt x="48" y="15"/>
                </a:cubicBezTo>
                <a:cubicBezTo>
                  <a:pt x="48" y="3"/>
                  <a:pt x="48" y="3"/>
                  <a:pt x="48" y="3"/>
                </a:cubicBezTo>
                <a:cubicBezTo>
                  <a:pt x="48" y="2"/>
                  <a:pt x="49" y="1"/>
                  <a:pt x="50" y="0"/>
                </a:cubicBezTo>
                <a:close/>
                <a:moveTo>
                  <a:pt x="25" y="80"/>
                </a:moveTo>
                <a:cubicBezTo>
                  <a:pt x="25" y="73"/>
                  <a:pt x="25" y="73"/>
                  <a:pt x="25" y="73"/>
                </a:cubicBezTo>
                <a:cubicBezTo>
                  <a:pt x="26" y="73"/>
                  <a:pt x="27" y="73"/>
                  <a:pt x="27" y="74"/>
                </a:cubicBezTo>
                <a:cubicBezTo>
                  <a:pt x="28" y="75"/>
                  <a:pt x="28" y="77"/>
                  <a:pt x="27" y="78"/>
                </a:cubicBezTo>
                <a:cubicBezTo>
                  <a:pt x="25" y="80"/>
                  <a:pt x="25" y="80"/>
                  <a:pt x="25" y="80"/>
                </a:cubicBezTo>
                <a:close/>
                <a:moveTo>
                  <a:pt x="25" y="28"/>
                </a:moveTo>
                <a:cubicBezTo>
                  <a:pt x="25" y="22"/>
                  <a:pt x="25" y="22"/>
                  <a:pt x="25" y="22"/>
                </a:cubicBezTo>
                <a:cubicBezTo>
                  <a:pt x="27" y="24"/>
                  <a:pt x="27" y="24"/>
                  <a:pt x="27" y="24"/>
                </a:cubicBezTo>
                <a:cubicBezTo>
                  <a:pt x="28" y="25"/>
                  <a:pt x="28" y="27"/>
                  <a:pt x="27" y="28"/>
                </a:cubicBezTo>
                <a:cubicBezTo>
                  <a:pt x="27" y="28"/>
                  <a:pt x="26" y="28"/>
                  <a:pt x="25" y="28"/>
                </a:cubicBezTo>
                <a:close/>
                <a:moveTo>
                  <a:pt x="25" y="39"/>
                </a:moveTo>
                <a:cubicBezTo>
                  <a:pt x="23" y="42"/>
                  <a:pt x="22" y="46"/>
                  <a:pt x="22" y="51"/>
                </a:cubicBezTo>
                <a:cubicBezTo>
                  <a:pt x="22" y="55"/>
                  <a:pt x="23" y="59"/>
                  <a:pt x="25" y="63"/>
                </a:cubicBezTo>
                <a:cubicBezTo>
                  <a:pt x="25" y="39"/>
                  <a:pt x="25" y="39"/>
                  <a:pt x="25" y="39"/>
                </a:cubicBezTo>
                <a:close/>
                <a:moveTo>
                  <a:pt x="25" y="22"/>
                </a:moveTo>
                <a:cubicBezTo>
                  <a:pt x="25" y="28"/>
                  <a:pt x="25" y="28"/>
                  <a:pt x="25" y="28"/>
                </a:cubicBezTo>
                <a:cubicBezTo>
                  <a:pt x="25" y="28"/>
                  <a:pt x="24" y="28"/>
                  <a:pt x="23" y="28"/>
                </a:cubicBezTo>
                <a:cubicBezTo>
                  <a:pt x="23" y="28"/>
                  <a:pt x="23" y="28"/>
                  <a:pt x="23" y="28"/>
                </a:cubicBezTo>
                <a:cubicBezTo>
                  <a:pt x="15" y="19"/>
                  <a:pt x="15" y="19"/>
                  <a:pt x="15" y="19"/>
                </a:cubicBezTo>
                <a:cubicBezTo>
                  <a:pt x="14" y="18"/>
                  <a:pt x="14" y="16"/>
                  <a:pt x="15" y="15"/>
                </a:cubicBezTo>
                <a:cubicBezTo>
                  <a:pt x="16" y="14"/>
                  <a:pt x="17" y="14"/>
                  <a:pt x="18" y="15"/>
                </a:cubicBezTo>
                <a:cubicBezTo>
                  <a:pt x="25" y="22"/>
                  <a:pt x="25" y="22"/>
                  <a:pt x="25" y="22"/>
                </a:cubicBezTo>
                <a:close/>
                <a:moveTo>
                  <a:pt x="25" y="73"/>
                </a:moveTo>
                <a:cubicBezTo>
                  <a:pt x="25" y="80"/>
                  <a:pt x="25" y="80"/>
                  <a:pt x="25" y="80"/>
                </a:cubicBezTo>
                <a:cubicBezTo>
                  <a:pt x="18" y="86"/>
                  <a:pt x="18" y="86"/>
                  <a:pt x="18" y="86"/>
                </a:cubicBezTo>
                <a:cubicBezTo>
                  <a:pt x="17" y="87"/>
                  <a:pt x="16" y="87"/>
                  <a:pt x="15" y="86"/>
                </a:cubicBezTo>
                <a:cubicBezTo>
                  <a:pt x="14" y="85"/>
                  <a:pt x="14" y="84"/>
                  <a:pt x="15" y="83"/>
                </a:cubicBezTo>
                <a:cubicBezTo>
                  <a:pt x="23" y="74"/>
                  <a:pt x="23" y="74"/>
                  <a:pt x="23" y="74"/>
                </a:cubicBezTo>
                <a:cubicBezTo>
                  <a:pt x="23" y="74"/>
                  <a:pt x="23" y="74"/>
                  <a:pt x="23" y="74"/>
                </a:cubicBezTo>
                <a:cubicBezTo>
                  <a:pt x="24" y="74"/>
                  <a:pt x="25" y="73"/>
                  <a:pt x="25" y="73"/>
                </a:cubicBezTo>
                <a:close/>
                <a:moveTo>
                  <a:pt x="18" y="51"/>
                </a:moveTo>
                <a:cubicBezTo>
                  <a:pt x="18" y="51"/>
                  <a:pt x="18" y="51"/>
                  <a:pt x="18" y="51"/>
                </a:cubicBezTo>
                <a:cubicBezTo>
                  <a:pt x="18" y="49"/>
                  <a:pt x="16" y="48"/>
                  <a:pt x="15" y="48"/>
                </a:cubicBezTo>
                <a:cubicBezTo>
                  <a:pt x="3" y="48"/>
                  <a:pt x="3" y="48"/>
                  <a:pt x="3" y="48"/>
                </a:cubicBezTo>
                <a:cubicBezTo>
                  <a:pt x="1" y="48"/>
                  <a:pt x="0" y="49"/>
                  <a:pt x="0" y="51"/>
                </a:cubicBezTo>
                <a:cubicBezTo>
                  <a:pt x="0" y="52"/>
                  <a:pt x="1" y="53"/>
                  <a:pt x="3" y="53"/>
                </a:cubicBezTo>
                <a:cubicBezTo>
                  <a:pt x="15" y="53"/>
                  <a:pt x="15" y="53"/>
                  <a:pt x="15" y="53"/>
                </a:cubicBezTo>
                <a:cubicBezTo>
                  <a:pt x="16" y="53"/>
                  <a:pt x="18" y="52"/>
                  <a:pt x="18" y="51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42" name="Freeform 94"/>
          <p:cNvSpPr/>
          <p:nvPr>
            <p:custDataLst>
              <p:tags r:id="rId95"/>
            </p:custDataLst>
          </p:nvPr>
        </p:nvSpPr>
        <p:spPr bwMode="auto">
          <a:xfrm>
            <a:off x="5908972" y="2054793"/>
            <a:ext cx="63480" cy="59248"/>
          </a:xfrm>
          <a:custGeom>
            <a:avLst/>
            <a:gdLst>
              <a:gd name="T0" fmla="*/ 2147483647 w 29"/>
              <a:gd name="T1" fmla="*/ 2147483647 h 28"/>
              <a:gd name="T2" fmla="*/ 2147483647 w 29"/>
              <a:gd name="T3" fmla="*/ 2147483647 h 28"/>
              <a:gd name="T4" fmla="*/ 2147483647 w 29"/>
              <a:gd name="T5" fmla="*/ 2147483647 h 28"/>
              <a:gd name="T6" fmla="*/ 2147483647 w 29"/>
              <a:gd name="T7" fmla="*/ 2147483647 h 28"/>
              <a:gd name="T8" fmla="*/ 2147483647 w 29"/>
              <a:gd name="T9" fmla="*/ 2147483647 h 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"/>
              <a:gd name="T16" fmla="*/ 0 h 28"/>
              <a:gd name="T17" fmla="*/ 29 w 29"/>
              <a:gd name="T18" fmla="*/ 28 h 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" h="28">
                <a:moveTo>
                  <a:pt x="28" y="16"/>
                </a:moveTo>
                <a:cubicBezTo>
                  <a:pt x="26" y="23"/>
                  <a:pt x="19" y="28"/>
                  <a:pt x="12" y="27"/>
                </a:cubicBezTo>
                <a:cubicBezTo>
                  <a:pt x="5" y="26"/>
                  <a:pt x="0" y="19"/>
                  <a:pt x="1" y="12"/>
                </a:cubicBezTo>
                <a:cubicBezTo>
                  <a:pt x="3" y="4"/>
                  <a:pt x="10" y="0"/>
                  <a:pt x="17" y="1"/>
                </a:cubicBezTo>
                <a:cubicBezTo>
                  <a:pt x="24" y="2"/>
                  <a:pt x="29" y="9"/>
                  <a:pt x="28" y="16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43" name="Freeform 95"/>
          <p:cNvSpPr/>
          <p:nvPr>
            <p:custDataLst>
              <p:tags r:id="rId96"/>
            </p:custDataLst>
          </p:nvPr>
        </p:nvSpPr>
        <p:spPr bwMode="auto">
          <a:xfrm>
            <a:off x="5894160" y="1870700"/>
            <a:ext cx="59248" cy="196789"/>
          </a:xfrm>
          <a:custGeom>
            <a:avLst/>
            <a:gdLst>
              <a:gd name="T0" fmla="*/ 2147483647 w 27"/>
              <a:gd name="T1" fmla="*/ 2147483647 h 91"/>
              <a:gd name="T2" fmla="*/ 2147483647 w 27"/>
              <a:gd name="T3" fmla="*/ 2147483647 h 91"/>
              <a:gd name="T4" fmla="*/ 2147483647 w 27"/>
              <a:gd name="T5" fmla="*/ 0 h 91"/>
              <a:gd name="T6" fmla="*/ 2147483647 w 27"/>
              <a:gd name="T7" fmla="*/ 2147483647 h 91"/>
              <a:gd name="T8" fmla="*/ 2147483647 w 27"/>
              <a:gd name="T9" fmla="*/ 2147483647 h 9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"/>
              <a:gd name="T16" fmla="*/ 0 h 91"/>
              <a:gd name="T17" fmla="*/ 27 w 27"/>
              <a:gd name="T18" fmla="*/ 91 h 9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" h="91">
                <a:moveTo>
                  <a:pt x="27" y="90"/>
                </a:moveTo>
                <a:cubicBezTo>
                  <a:pt x="27" y="90"/>
                  <a:pt x="12" y="14"/>
                  <a:pt x="12" y="14"/>
                </a:cubicBezTo>
                <a:cubicBezTo>
                  <a:pt x="12" y="14"/>
                  <a:pt x="3" y="0"/>
                  <a:pt x="1" y="0"/>
                </a:cubicBezTo>
                <a:cubicBezTo>
                  <a:pt x="0" y="0"/>
                  <a:pt x="17" y="91"/>
                  <a:pt x="17" y="91"/>
                </a:cubicBezTo>
                <a:lnTo>
                  <a:pt x="27" y="90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44" name="Freeform 96"/>
          <p:cNvSpPr/>
          <p:nvPr>
            <p:custDataLst>
              <p:tags r:id="rId97"/>
            </p:custDataLst>
          </p:nvPr>
        </p:nvSpPr>
        <p:spPr bwMode="auto">
          <a:xfrm>
            <a:off x="5936481" y="1902442"/>
            <a:ext cx="126961" cy="171396"/>
          </a:xfrm>
          <a:custGeom>
            <a:avLst/>
            <a:gdLst>
              <a:gd name="T0" fmla="*/ 1 w 80"/>
              <a:gd name="T1" fmla="*/ 99 h 107"/>
              <a:gd name="T2" fmla="*/ 60 w 80"/>
              <a:gd name="T3" fmla="*/ 13 h 107"/>
              <a:gd name="T4" fmla="*/ 80 w 80"/>
              <a:gd name="T5" fmla="*/ 0 h 107"/>
              <a:gd name="T6" fmla="*/ 71 w 80"/>
              <a:gd name="T7" fmla="*/ 21 h 107"/>
              <a:gd name="T8" fmla="*/ 12 w 80"/>
              <a:gd name="T9" fmla="*/ 107 h 107"/>
              <a:gd name="T10" fmla="*/ 0 w 80"/>
              <a:gd name="T11" fmla="*/ 100 h 107"/>
              <a:gd name="T12" fmla="*/ 1 w 80"/>
              <a:gd name="T13" fmla="*/ 99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0" h="107">
                <a:moveTo>
                  <a:pt x="1" y="99"/>
                </a:moveTo>
                <a:lnTo>
                  <a:pt x="60" y="13"/>
                </a:lnTo>
                <a:lnTo>
                  <a:pt x="80" y="0"/>
                </a:lnTo>
                <a:lnTo>
                  <a:pt x="71" y="21"/>
                </a:lnTo>
                <a:lnTo>
                  <a:pt x="12" y="107"/>
                </a:lnTo>
                <a:lnTo>
                  <a:pt x="0" y="100"/>
                </a:lnTo>
                <a:lnTo>
                  <a:pt x="1" y="99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pPr eaLnBrk="1" hangingPunct="1">
              <a:defRPr/>
            </a:pPr>
            <a:endParaRPr lang="id-ID" sz="1335" dirty="0"/>
          </a:p>
        </p:txBody>
      </p:sp>
      <p:sp>
        <p:nvSpPr>
          <p:cNvPr id="145" name="Freeform 97"/>
          <p:cNvSpPr/>
          <p:nvPr>
            <p:custDataLst>
              <p:tags r:id="rId98"/>
            </p:custDataLst>
          </p:nvPr>
        </p:nvSpPr>
        <p:spPr bwMode="auto">
          <a:xfrm>
            <a:off x="5923784" y="2099229"/>
            <a:ext cx="16928" cy="31741"/>
          </a:xfrm>
          <a:custGeom>
            <a:avLst/>
            <a:gdLst>
              <a:gd name="T0" fmla="*/ 2147483647 w 7"/>
              <a:gd name="T1" fmla="*/ 2147483647 h 15"/>
              <a:gd name="T2" fmla="*/ 2147483647 w 7"/>
              <a:gd name="T3" fmla="*/ 2147483647 h 15"/>
              <a:gd name="T4" fmla="*/ 2147483647 w 7"/>
              <a:gd name="T5" fmla="*/ 2147483647 h 15"/>
              <a:gd name="T6" fmla="*/ 2147483647 w 7"/>
              <a:gd name="T7" fmla="*/ 2147483647 h 15"/>
              <a:gd name="T8" fmla="*/ 2147483647 w 7"/>
              <a:gd name="T9" fmla="*/ 2147483647 h 15"/>
              <a:gd name="T10" fmla="*/ 2147483647 w 7"/>
              <a:gd name="T11" fmla="*/ 2147483647 h 15"/>
              <a:gd name="T12" fmla="*/ 2147483647 w 7"/>
              <a:gd name="T13" fmla="*/ 2147483647 h 1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"/>
              <a:gd name="T23" fmla="*/ 7 w 7"/>
              <a:gd name="T24" fmla="*/ 15 h 1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">
                <a:moveTo>
                  <a:pt x="2" y="3"/>
                </a:moveTo>
                <a:cubicBezTo>
                  <a:pt x="3" y="1"/>
                  <a:pt x="4" y="0"/>
                  <a:pt x="5" y="1"/>
                </a:cubicBezTo>
                <a:cubicBezTo>
                  <a:pt x="6" y="1"/>
                  <a:pt x="7" y="2"/>
                  <a:pt x="7" y="3"/>
                </a:cubicBezTo>
                <a:cubicBezTo>
                  <a:pt x="5" y="13"/>
                  <a:pt x="5" y="13"/>
                  <a:pt x="5" y="13"/>
                </a:cubicBezTo>
                <a:cubicBezTo>
                  <a:pt x="5" y="14"/>
                  <a:pt x="4" y="15"/>
                  <a:pt x="3" y="15"/>
                </a:cubicBezTo>
                <a:cubicBezTo>
                  <a:pt x="1" y="15"/>
                  <a:pt x="0" y="13"/>
                  <a:pt x="1" y="12"/>
                </a:cubicBezTo>
                <a:lnTo>
                  <a:pt x="2" y="3"/>
                </a:ln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46" name="Freeform 98"/>
          <p:cNvSpPr>
            <a:spLocks noEditPoints="1"/>
          </p:cNvSpPr>
          <p:nvPr>
            <p:custDataLst>
              <p:tags r:id="rId99"/>
            </p:custDataLst>
          </p:nvPr>
        </p:nvSpPr>
        <p:spPr bwMode="auto">
          <a:xfrm>
            <a:off x="5873001" y="493175"/>
            <a:ext cx="222181" cy="234877"/>
          </a:xfrm>
          <a:custGeom>
            <a:avLst/>
            <a:gdLst>
              <a:gd name="T0" fmla="*/ 2147483647 w 101"/>
              <a:gd name="T1" fmla="*/ 2147483647 h 109"/>
              <a:gd name="T2" fmla="*/ 2147483647 w 101"/>
              <a:gd name="T3" fmla="*/ 2147483647 h 109"/>
              <a:gd name="T4" fmla="*/ 2147483647 w 101"/>
              <a:gd name="T5" fmla="*/ 2147483647 h 109"/>
              <a:gd name="T6" fmla="*/ 2147483647 w 101"/>
              <a:gd name="T7" fmla="*/ 2147483647 h 109"/>
              <a:gd name="T8" fmla="*/ 2147483647 w 101"/>
              <a:gd name="T9" fmla="*/ 2147483647 h 109"/>
              <a:gd name="T10" fmla="*/ 2147483647 w 101"/>
              <a:gd name="T11" fmla="*/ 2147483647 h 109"/>
              <a:gd name="T12" fmla="*/ 2147483647 w 101"/>
              <a:gd name="T13" fmla="*/ 2147483647 h 109"/>
              <a:gd name="T14" fmla="*/ 2147483647 w 101"/>
              <a:gd name="T15" fmla="*/ 2147483647 h 109"/>
              <a:gd name="T16" fmla="*/ 2147483647 w 101"/>
              <a:gd name="T17" fmla="*/ 2147483647 h 109"/>
              <a:gd name="T18" fmla="*/ 2147483647 w 101"/>
              <a:gd name="T19" fmla="*/ 2147483647 h 109"/>
              <a:gd name="T20" fmla="*/ 2147483647 w 101"/>
              <a:gd name="T21" fmla="*/ 2147483647 h 109"/>
              <a:gd name="T22" fmla="*/ 2147483647 w 101"/>
              <a:gd name="T23" fmla="*/ 2147483647 h 109"/>
              <a:gd name="T24" fmla="*/ 2147483647 w 101"/>
              <a:gd name="T25" fmla="*/ 2147483647 h 109"/>
              <a:gd name="T26" fmla="*/ 2147483647 w 101"/>
              <a:gd name="T27" fmla="*/ 2147483647 h 109"/>
              <a:gd name="T28" fmla="*/ 2147483647 w 101"/>
              <a:gd name="T29" fmla="*/ 2147483647 h 109"/>
              <a:gd name="T30" fmla="*/ 2147483647 w 101"/>
              <a:gd name="T31" fmla="*/ 2147483647 h 109"/>
              <a:gd name="T32" fmla="*/ 2147483647 w 101"/>
              <a:gd name="T33" fmla="*/ 2147483647 h 109"/>
              <a:gd name="T34" fmla="*/ 2147483647 w 101"/>
              <a:gd name="T35" fmla="*/ 2147483647 h 109"/>
              <a:gd name="T36" fmla="*/ 2147483647 w 101"/>
              <a:gd name="T37" fmla="*/ 2147483647 h 109"/>
              <a:gd name="T38" fmla="*/ 2147483647 w 101"/>
              <a:gd name="T39" fmla="*/ 2147483647 h 109"/>
              <a:gd name="T40" fmla="*/ 2147483647 w 101"/>
              <a:gd name="T41" fmla="*/ 2147483647 h 109"/>
              <a:gd name="T42" fmla="*/ 2147483647 w 101"/>
              <a:gd name="T43" fmla="*/ 2147483647 h 109"/>
              <a:gd name="T44" fmla="*/ 2147483647 w 101"/>
              <a:gd name="T45" fmla="*/ 2147483647 h 109"/>
              <a:gd name="T46" fmla="*/ 2147483647 w 101"/>
              <a:gd name="T47" fmla="*/ 2147483647 h 109"/>
              <a:gd name="T48" fmla="*/ 2147483647 w 101"/>
              <a:gd name="T49" fmla="*/ 2147483647 h 109"/>
              <a:gd name="T50" fmla="*/ 2147483647 w 101"/>
              <a:gd name="T51" fmla="*/ 2147483647 h 109"/>
              <a:gd name="T52" fmla="*/ 2147483647 w 101"/>
              <a:gd name="T53" fmla="*/ 2147483647 h 109"/>
              <a:gd name="T54" fmla="*/ 2147483647 w 101"/>
              <a:gd name="T55" fmla="*/ 0 h 109"/>
              <a:gd name="T56" fmla="*/ 2147483647 w 101"/>
              <a:gd name="T57" fmla="*/ 2147483647 h 109"/>
              <a:gd name="T58" fmla="*/ 2147483647 w 101"/>
              <a:gd name="T59" fmla="*/ 2147483647 h 109"/>
              <a:gd name="T60" fmla="*/ 2147483647 w 101"/>
              <a:gd name="T61" fmla="*/ 2147483647 h 109"/>
              <a:gd name="T62" fmla="*/ 2147483647 w 101"/>
              <a:gd name="T63" fmla="*/ 2147483647 h 109"/>
              <a:gd name="T64" fmla="*/ 2147483647 w 101"/>
              <a:gd name="T65" fmla="*/ 2147483647 h 109"/>
              <a:gd name="T66" fmla="*/ 2147483647 w 101"/>
              <a:gd name="T67" fmla="*/ 2147483647 h 109"/>
              <a:gd name="T68" fmla="*/ 2147483647 w 101"/>
              <a:gd name="T69" fmla="*/ 2147483647 h 109"/>
              <a:gd name="T70" fmla="*/ 2147483647 w 101"/>
              <a:gd name="T71" fmla="*/ 2147483647 h 109"/>
              <a:gd name="T72" fmla="*/ 2147483647 w 101"/>
              <a:gd name="T73" fmla="*/ 2147483647 h 109"/>
              <a:gd name="T74" fmla="*/ 2147483647 w 101"/>
              <a:gd name="T75" fmla="*/ 2147483647 h 109"/>
              <a:gd name="T76" fmla="*/ 2147483647 w 101"/>
              <a:gd name="T77" fmla="*/ 2147483647 h 109"/>
              <a:gd name="T78" fmla="*/ 2147483647 w 101"/>
              <a:gd name="T79" fmla="*/ 2147483647 h 109"/>
              <a:gd name="T80" fmla="*/ 2147483647 w 101"/>
              <a:gd name="T81" fmla="*/ 2147483647 h 109"/>
              <a:gd name="T82" fmla="*/ 2147483647 w 101"/>
              <a:gd name="T83" fmla="*/ 2147483647 h 109"/>
              <a:gd name="T84" fmla="*/ 2147483647 w 101"/>
              <a:gd name="T85" fmla="*/ 2147483647 h 109"/>
              <a:gd name="T86" fmla="*/ 2147483647 w 101"/>
              <a:gd name="T87" fmla="*/ 2147483647 h 109"/>
              <a:gd name="T88" fmla="*/ 2147483647 w 101"/>
              <a:gd name="T89" fmla="*/ 2147483647 h 109"/>
              <a:gd name="T90" fmla="*/ 2147483647 w 101"/>
              <a:gd name="T91" fmla="*/ 2147483647 h 109"/>
              <a:gd name="T92" fmla="*/ 2147483647 w 101"/>
              <a:gd name="T93" fmla="*/ 2147483647 h 109"/>
              <a:gd name="T94" fmla="*/ 2147483647 w 101"/>
              <a:gd name="T95" fmla="*/ 2147483647 h 109"/>
              <a:gd name="T96" fmla="*/ 2147483647 w 101"/>
              <a:gd name="T97" fmla="*/ 2147483647 h 109"/>
              <a:gd name="T98" fmla="*/ 2147483647 w 101"/>
              <a:gd name="T99" fmla="*/ 2147483647 h 109"/>
              <a:gd name="T100" fmla="*/ 2147483647 w 101"/>
              <a:gd name="T101" fmla="*/ 2147483647 h 109"/>
              <a:gd name="T102" fmla="*/ 2147483647 w 101"/>
              <a:gd name="T103" fmla="*/ 2147483647 h 109"/>
              <a:gd name="T104" fmla="*/ 2147483647 w 101"/>
              <a:gd name="T105" fmla="*/ 2147483647 h 109"/>
              <a:gd name="T106" fmla="*/ 2147483647 w 101"/>
              <a:gd name="T107" fmla="*/ 2147483647 h 109"/>
              <a:gd name="T108" fmla="*/ 2147483647 w 101"/>
              <a:gd name="T109" fmla="*/ 2147483647 h 109"/>
              <a:gd name="T110" fmla="*/ 2147483647 w 101"/>
              <a:gd name="T111" fmla="*/ 2147483647 h 109"/>
              <a:gd name="T112" fmla="*/ 2147483647 w 101"/>
              <a:gd name="T113" fmla="*/ 2147483647 h 109"/>
              <a:gd name="T114" fmla="*/ 0 w 101"/>
              <a:gd name="T115" fmla="*/ 2147483647 h 109"/>
              <a:gd name="T116" fmla="*/ 2147483647 w 101"/>
              <a:gd name="T117" fmla="*/ 2147483647 h 109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w 101"/>
              <a:gd name="T178" fmla="*/ 0 h 109"/>
              <a:gd name="T179" fmla="*/ 101 w 101"/>
              <a:gd name="T180" fmla="*/ 109 h 109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T177" t="T178" r="T179" b="T180"/>
            <a:pathLst>
              <a:path w="101" h="109">
                <a:moveTo>
                  <a:pt x="76" y="62"/>
                </a:moveTo>
                <a:cubicBezTo>
                  <a:pt x="78" y="58"/>
                  <a:pt x="78" y="54"/>
                  <a:pt x="78" y="50"/>
                </a:cubicBezTo>
                <a:cubicBezTo>
                  <a:pt x="78" y="46"/>
                  <a:pt x="78" y="42"/>
                  <a:pt x="76" y="38"/>
                </a:cubicBezTo>
                <a:cubicBezTo>
                  <a:pt x="76" y="62"/>
                  <a:pt x="76" y="62"/>
                  <a:pt x="76" y="62"/>
                </a:cubicBezTo>
                <a:close/>
                <a:moveTo>
                  <a:pt x="76" y="79"/>
                </a:moveTo>
                <a:cubicBezTo>
                  <a:pt x="76" y="73"/>
                  <a:pt x="76" y="73"/>
                  <a:pt x="76" y="73"/>
                </a:cubicBezTo>
                <a:cubicBezTo>
                  <a:pt x="77" y="73"/>
                  <a:pt x="77" y="73"/>
                  <a:pt x="78" y="73"/>
                </a:cubicBezTo>
                <a:cubicBezTo>
                  <a:pt x="78" y="73"/>
                  <a:pt x="78" y="73"/>
                  <a:pt x="78" y="73"/>
                </a:cubicBezTo>
                <a:cubicBezTo>
                  <a:pt x="86" y="82"/>
                  <a:pt x="86" y="82"/>
                  <a:pt x="86" y="82"/>
                </a:cubicBezTo>
                <a:cubicBezTo>
                  <a:pt x="87" y="83"/>
                  <a:pt x="87" y="85"/>
                  <a:pt x="86" y="86"/>
                </a:cubicBezTo>
                <a:cubicBezTo>
                  <a:pt x="85" y="87"/>
                  <a:pt x="84" y="87"/>
                  <a:pt x="83" y="86"/>
                </a:cubicBezTo>
                <a:cubicBezTo>
                  <a:pt x="76" y="79"/>
                  <a:pt x="76" y="79"/>
                  <a:pt x="76" y="79"/>
                </a:cubicBezTo>
                <a:close/>
                <a:moveTo>
                  <a:pt x="76" y="28"/>
                </a:moveTo>
                <a:cubicBezTo>
                  <a:pt x="76" y="22"/>
                  <a:pt x="76" y="22"/>
                  <a:pt x="76" y="22"/>
                </a:cubicBezTo>
                <a:cubicBezTo>
                  <a:pt x="83" y="15"/>
                  <a:pt x="83" y="15"/>
                  <a:pt x="83" y="15"/>
                </a:cubicBezTo>
                <a:cubicBezTo>
                  <a:pt x="84" y="14"/>
                  <a:pt x="85" y="14"/>
                  <a:pt x="86" y="15"/>
                </a:cubicBezTo>
                <a:cubicBezTo>
                  <a:pt x="87" y="16"/>
                  <a:pt x="87" y="17"/>
                  <a:pt x="86" y="18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7" y="28"/>
                  <a:pt x="77" y="28"/>
                  <a:pt x="76" y="28"/>
                </a:cubicBezTo>
                <a:close/>
                <a:moveTo>
                  <a:pt x="99" y="48"/>
                </a:moveTo>
                <a:cubicBezTo>
                  <a:pt x="99" y="48"/>
                  <a:pt x="99" y="48"/>
                  <a:pt x="99" y="48"/>
                </a:cubicBezTo>
                <a:cubicBezTo>
                  <a:pt x="86" y="48"/>
                  <a:pt x="86" y="48"/>
                  <a:pt x="86" y="48"/>
                </a:cubicBezTo>
                <a:cubicBezTo>
                  <a:pt x="85" y="48"/>
                  <a:pt x="84" y="49"/>
                  <a:pt x="84" y="50"/>
                </a:cubicBezTo>
                <a:cubicBezTo>
                  <a:pt x="84" y="52"/>
                  <a:pt x="85" y="53"/>
                  <a:pt x="86" y="53"/>
                </a:cubicBezTo>
                <a:cubicBezTo>
                  <a:pt x="99" y="53"/>
                  <a:pt x="99" y="53"/>
                  <a:pt x="99" y="53"/>
                </a:cubicBezTo>
                <a:cubicBezTo>
                  <a:pt x="100" y="53"/>
                  <a:pt x="101" y="52"/>
                  <a:pt x="101" y="50"/>
                </a:cubicBezTo>
                <a:cubicBezTo>
                  <a:pt x="101" y="49"/>
                  <a:pt x="100" y="48"/>
                  <a:pt x="99" y="48"/>
                </a:cubicBezTo>
                <a:close/>
                <a:moveTo>
                  <a:pt x="51" y="109"/>
                </a:moveTo>
                <a:cubicBezTo>
                  <a:pt x="53" y="109"/>
                  <a:pt x="53" y="109"/>
                  <a:pt x="53" y="109"/>
                </a:cubicBezTo>
                <a:cubicBezTo>
                  <a:pt x="60" y="109"/>
                  <a:pt x="66" y="103"/>
                  <a:pt x="66" y="95"/>
                </a:cubicBezTo>
                <a:cubicBezTo>
                  <a:pt x="66" y="73"/>
                  <a:pt x="66" y="73"/>
                  <a:pt x="66" y="73"/>
                </a:cubicBezTo>
                <a:cubicBezTo>
                  <a:pt x="70" y="70"/>
                  <a:pt x="74" y="67"/>
                  <a:pt x="76" y="62"/>
                </a:cubicBezTo>
                <a:cubicBezTo>
                  <a:pt x="76" y="38"/>
                  <a:pt x="76" y="38"/>
                  <a:pt x="76" y="38"/>
                </a:cubicBezTo>
                <a:cubicBezTo>
                  <a:pt x="71" y="29"/>
                  <a:pt x="62" y="22"/>
                  <a:pt x="51" y="22"/>
                </a:cubicBezTo>
                <a:cubicBezTo>
                  <a:pt x="51" y="28"/>
                  <a:pt x="51" y="28"/>
                  <a:pt x="51" y="28"/>
                </a:cubicBezTo>
                <a:cubicBezTo>
                  <a:pt x="57" y="28"/>
                  <a:pt x="62" y="31"/>
                  <a:pt x="66" y="35"/>
                </a:cubicBezTo>
                <a:cubicBezTo>
                  <a:pt x="70" y="39"/>
                  <a:pt x="73" y="44"/>
                  <a:pt x="73" y="50"/>
                </a:cubicBezTo>
                <a:cubicBezTo>
                  <a:pt x="73" y="58"/>
                  <a:pt x="68" y="65"/>
                  <a:pt x="62" y="69"/>
                </a:cubicBezTo>
                <a:cubicBezTo>
                  <a:pt x="62" y="69"/>
                  <a:pt x="62" y="69"/>
                  <a:pt x="62" y="69"/>
                </a:cubicBezTo>
                <a:cubicBezTo>
                  <a:pt x="61" y="70"/>
                  <a:pt x="61" y="71"/>
                  <a:pt x="61" y="72"/>
                </a:cubicBezTo>
                <a:cubicBezTo>
                  <a:pt x="61" y="84"/>
                  <a:pt x="61" y="84"/>
                  <a:pt x="61" y="84"/>
                </a:cubicBezTo>
                <a:cubicBezTo>
                  <a:pt x="51" y="84"/>
                  <a:pt x="51" y="84"/>
                  <a:pt x="51" y="84"/>
                </a:cubicBezTo>
                <a:cubicBezTo>
                  <a:pt x="51" y="109"/>
                  <a:pt x="51" y="109"/>
                  <a:pt x="51" y="109"/>
                </a:cubicBezTo>
                <a:close/>
                <a:moveTo>
                  <a:pt x="76" y="22"/>
                </a:moveTo>
                <a:cubicBezTo>
                  <a:pt x="76" y="28"/>
                  <a:pt x="76" y="28"/>
                  <a:pt x="76" y="28"/>
                </a:cubicBezTo>
                <a:cubicBezTo>
                  <a:pt x="75" y="28"/>
                  <a:pt x="75" y="28"/>
                  <a:pt x="74" y="27"/>
                </a:cubicBezTo>
                <a:cubicBezTo>
                  <a:pt x="73" y="26"/>
                  <a:pt x="73" y="24"/>
                  <a:pt x="74" y="23"/>
                </a:cubicBezTo>
                <a:cubicBezTo>
                  <a:pt x="76" y="22"/>
                  <a:pt x="76" y="22"/>
                  <a:pt x="76" y="22"/>
                </a:cubicBezTo>
                <a:close/>
                <a:moveTo>
                  <a:pt x="76" y="73"/>
                </a:moveTo>
                <a:cubicBezTo>
                  <a:pt x="76" y="79"/>
                  <a:pt x="76" y="79"/>
                  <a:pt x="76" y="79"/>
                </a:cubicBezTo>
                <a:cubicBezTo>
                  <a:pt x="74" y="77"/>
                  <a:pt x="74" y="77"/>
                  <a:pt x="74" y="77"/>
                </a:cubicBezTo>
                <a:cubicBezTo>
                  <a:pt x="73" y="76"/>
                  <a:pt x="73" y="74"/>
                  <a:pt x="74" y="73"/>
                </a:cubicBezTo>
                <a:cubicBezTo>
                  <a:pt x="75" y="73"/>
                  <a:pt x="75" y="73"/>
                  <a:pt x="76" y="73"/>
                </a:cubicBezTo>
                <a:close/>
                <a:moveTo>
                  <a:pt x="51" y="17"/>
                </a:moveTo>
                <a:cubicBezTo>
                  <a:pt x="51" y="0"/>
                  <a:pt x="51" y="0"/>
                  <a:pt x="51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2" y="0"/>
                  <a:pt x="53" y="1"/>
                  <a:pt x="53" y="2"/>
                </a:cubicBezTo>
                <a:cubicBezTo>
                  <a:pt x="53" y="15"/>
                  <a:pt x="53" y="15"/>
                  <a:pt x="53" y="15"/>
                </a:cubicBezTo>
                <a:cubicBezTo>
                  <a:pt x="53" y="16"/>
                  <a:pt x="52" y="17"/>
                  <a:pt x="51" y="17"/>
                </a:cubicBezTo>
                <a:cubicBezTo>
                  <a:pt x="51" y="17"/>
                  <a:pt x="51" y="17"/>
                  <a:pt x="51" y="17"/>
                </a:cubicBezTo>
                <a:close/>
                <a:moveTo>
                  <a:pt x="51" y="22"/>
                </a:moveTo>
                <a:cubicBezTo>
                  <a:pt x="40" y="22"/>
                  <a:pt x="30" y="29"/>
                  <a:pt x="26" y="38"/>
                </a:cubicBezTo>
                <a:cubicBezTo>
                  <a:pt x="26" y="62"/>
                  <a:pt x="26" y="62"/>
                  <a:pt x="26" y="62"/>
                </a:cubicBezTo>
                <a:cubicBezTo>
                  <a:pt x="28" y="67"/>
                  <a:pt x="31" y="71"/>
                  <a:pt x="35" y="74"/>
                </a:cubicBezTo>
                <a:cubicBezTo>
                  <a:pt x="35" y="95"/>
                  <a:pt x="35" y="95"/>
                  <a:pt x="35" y="95"/>
                </a:cubicBezTo>
                <a:cubicBezTo>
                  <a:pt x="35" y="103"/>
                  <a:pt x="42" y="109"/>
                  <a:pt x="49" y="109"/>
                </a:cubicBezTo>
                <a:cubicBezTo>
                  <a:pt x="51" y="109"/>
                  <a:pt x="51" y="109"/>
                  <a:pt x="51" y="109"/>
                </a:cubicBezTo>
                <a:cubicBezTo>
                  <a:pt x="51" y="84"/>
                  <a:pt x="51" y="84"/>
                  <a:pt x="51" y="84"/>
                </a:cubicBezTo>
                <a:cubicBezTo>
                  <a:pt x="41" y="84"/>
                  <a:pt x="41" y="84"/>
                  <a:pt x="41" y="84"/>
                </a:cubicBezTo>
                <a:cubicBezTo>
                  <a:pt x="41" y="72"/>
                  <a:pt x="41" y="72"/>
                  <a:pt x="41" y="72"/>
                </a:cubicBezTo>
                <a:cubicBezTo>
                  <a:pt x="41" y="71"/>
                  <a:pt x="41" y="70"/>
                  <a:pt x="40" y="69"/>
                </a:cubicBezTo>
                <a:cubicBezTo>
                  <a:pt x="33" y="66"/>
                  <a:pt x="28" y="58"/>
                  <a:pt x="28" y="50"/>
                </a:cubicBezTo>
                <a:cubicBezTo>
                  <a:pt x="28" y="44"/>
                  <a:pt x="31" y="39"/>
                  <a:pt x="35" y="35"/>
                </a:cubicBezTo>
                <a:cubicBezTo>
                  <a:pt x="39" y="31"/>
                  <a:pt x="44" y="28"/>
                  <a:pt x="51" y="28"/>
                </a:cubicBezTo>
                <a:cubicBezTo>
                  <a:pt x="51" y="22"/>
                  <a:pt x="51" y="22"/>
                  <a:pt x="51" y="22"/>
                </a:cubicBezTo>
                <a:close/>
                <a:moveTo>
                  <a:pt x="51" y="0"/>
                </a:moveTo>
                <a:cubicBezTo>
                  <a:pt x="51" y="17"/>
                  <a:pt x="51" y="17"/>
                  <a:pt x="51" y="17"/>
                </a:cubicBezTo>
                <a:cubicBezTo>
                  <a:pt x="49" y="17"/>
                  <a:pt x="48" y="16"/>
                  <a:pt x="48" y="15"/>
                </a:cubicBezTo>
                <a:cubicBezTo>
                  <a:pt x="48" y="2"/>
                  <a:pt x="48" y="2"/>
                  <a:pt x="48" y="2"/>
                </a:cubicBezTo>
                <a:cubicBezTo>
                  <a:pt x="48" y="1"/>
                  <a:pt x="49" y="0"/>
                  <a:pt x="51" y="0"/>
                </a:cubicBezTo>
                <a:close/>
                <a:moveTo>
                  <a:pt x="26" y="79"/>
                </a:moveTo>
                <a:cubicBezTo>
                  <a:pt x="26" y="73"/>
                  <a:pt x="26" y="73"/>
                  <a:pt x="26" y="73"/>
                </a:cubicBezTo>
                <a:cubicBezTo>
                  <a:pt x="26" y="73"/>
                  <a:pt x="27" y="73"/>
                  <a:pt x="28" y="73"/>
                </a:cubicBezTo>
                <a:cubicBezTo>
                  <a:pt x="29" y="74"/>
                  <a:pt x="29" y="76"/>
                  <a:pt x="28" y="77"/>
                </a:cubicBezTo>
                <a:cubicBezTo>
                  <a:pt x="26" y="79"/>
                  <a:pt x="26" y="79"/>
                  <a:pt x="26" y="79"/>
                </a:cubicBezTo>
                <a:close/>
                <a:moveTo>
                  <a:pt x="26" y="28"/>
                </a:moveTo>
                <a:cubicBezTo>
                  <a:pt x="26" y="21"/>
                  <a:pt x="26" y="21"/>
                  <a:pt x="26" y="21"/>
                </a:cubicBezTo>
                <a:cubicBezTo>
                  <a:pt x="28" y="23"/>
                  <a:pt x="28" y="23"/>
                  <a:pt x="28" y="23"/>
                </a:cubicBezTo>
                <a:cubicBezTo>
                  <a:pt x="29" y="24"/>
                  <a:pt x="29" y="26"/>
                  <a:pt x="28" y="27"/>
                </a:cubicBezTo>
                <a:cubicBezTo>
                  <a:pt x="27" y="28"/>
                  <a:pt x="26" y="28"/>
                  <a:pt x="26" y="28"/>
                </a:cubicBezTo>
                <a:close/>
                <a:moveTo>
                  <a:pt x="26" y="38"/>
                </a:moveTo>
                <a:cubicBezTo>
                  <a:pt x="24" y="42"/>
                  <a:pt x="23" y="46"/>
                  <a:pt x="23" y="50"/>
                </a:cubicBezTo>
                <a:cubicBezTo>
                  <a:pt x="23" y="55"/>
                  <a:pt x="24" y="59"/>
                  <a:pt x="26" y="62"/>
                </a:cubicBezTo>
                <a:cubicBezTo>
                  <a:pt x="26" y="38"/>
                  <a:pt x="26" y="38"/>
                  <a:pt x="26" y="38"/>
                </a:cubicBezTo>
                <a:close/>
                <a:moveTo>
                  <a:pt x="26" y="21"/>
                </a:moveTo>
                <a:cubicBezTo>
                  <a:pt x="26" y="28"/>
                  <a:pt x="26" y="28"/>
                  <a:pt x="26" y="28"/>
                </a:cubicBezTo>
                <a:cubicBezTo>
                  <a:pt x="25" y="28"/>
                  <a:pt x="24" y="27"/>
                  <a:pt x="24" y="27"/>
                </a:cubicBezTo>
                <a:cubicBezTo>
                  <a:pt x="24" y="27"/>
                  <a:pt x="24" y="27"/>
                  <a:pt x="24" y="27"/>
                </a:cubicBezTo>
                <a:cubicBezTo>
                  <a:pt x="15" y="18"/>
                  <a:pt x="15" y="18"/>
                  <a:pt x="15" y="18"/>
                </a:cubicBezTo>
                <a:cubicBezTo>
                  <a:pt x="14" y="17"/>
                  <a:pt x="14" y="16"/>
                  <a:pt x="15" y="15"/>
                </a:cubicBezTo>
                <a:cubicBezTo>
                  <a:pt x="16" y="14"/>
                  <a:pt x="18" y="14"/>
                  <a:pt x="19" y="15"/>
                </a:cubicBezTo>
                <a:cubicBezTo>
                  <a:pt x="26" y="21"/>
                  <a:pt x="26" y="21"/>
                  <a:pt x="26" y="21"/>
                </a:cubicBezTo>
                <a:close/>
                <a:moveTo>
                  <a:pt x="26" y="73"/>
                </a:moveTo>
                <a:cubicBezTo>
                  <a:pt x="26" y="79"/>
                  <a:pt x="26" y="79"/>
                  <a:pt x="26" y="79"/>
                </a:cubicBezTo>
                <a:cubicBezTo>
                  <a:pt x="19" y="86"/>
                  <a:pt x="19" y="86"/>
                  <a:pt x="19" y="86"/>
                </a:cubicBezTo>
                <a:cubicBezTo>
                  <a:pt x="18" y="87"/>
                  <a:pt x="16" y="87"/>
                  <a:pt x="15" y="86"/>
                </a:cubicBezTo>
                <a:cubicBezTo>
                  <a:pt x="14" y="85"/>
                  <a:pt x="14" y="83"/>
                  <a:pt x="15" y="82"/>
                </a:cubicBezTo>
                <a:cubicBezTo>
                  <a:pt x="24" y="73"/>
                  <a:pt x="24" y="73"/>
                  <a:pt x="24" y="73"/>
                </a:cubicBezTo>
                <a:cubicBezTo>
                  <a:pt x="24" y="73"/>
                  <a:pt x="24" y="73"/>
                  <a:pt x="24" y="73"/>
                </a:cubicBezTo>
                <a:cubicBezTo>
                  <a:pt x="24" y="73"/>
                  <a:pt x="25" y="73"/>
                  <a:pt x="26" y="73"/>
                </a:cubicBezTo>
                <a:close/>
                <a:moveTo>
                  <a:pt x="18" y="50"/>
                </a:moveTo>
                <a:cubicBezTo>
                  <a:pt x="18" y="50"/>
                  <a:pt x="18" y="50"/>
                  <a:pt x="18" y="50"/>
                </a:cubicBezTo>
                <a:cubicBezTo>
                  <a:pt x="18" y="49"/>
                  <a:pt x="17" y="48"/>
                  <a:pt x="15" y="48"/>
                </a:cubicBezTo>
                <a:cubicBezTo>
                  <a:pt x="3" y="48"/>
                  <a:pt x="3" y="48"/>
                  <a:pt x="3" y="48"/>
                </a:cubicBezTo>
                <a:cubicBezTo>
                  <a:pt x="2" y="48"/>
                  <a:pt x="0" y="49"/>
                  <a:pt x="0" y="50"/>
                </a:cubicBezTo>
                <a:cubicBezTo>
                  <a:pt x="0" y="52"/>
                  <a:pt x="2" y="53"/>
                  <a:pt x="3" y="53"/>
                </a:cubicBezTo>
                <a:cubicBezTo>
                  <a:pt x="15" y="53"/>
                  <a:pt x="15" y="53"/>
                  <a:pt x="15" y="53"/>
                </a:cubicBezTo>
                <a:cubicBezTo>
                  <a:pt x="17" y="53"/>
                  <a:pt x="18" y="52"/>
                  <a:pt x="18" y="50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</p:spPr>
        <p:txBody>
          <a:bodyPr lIns="91407" tIns="45703" rIns="91407" bIns="45703"/>
          <a:lstStyle/>
          <a:p>
            <a:endParaRPr lang="zh-CN" altLang="en-US" sz="2400"/>
          </a:p>
        </p:txBody>
      </p:sp>
      <p:sp>
        <p:nvSpPr>
          <p:cNvPr id="147" name="燕尾形 146"/>
          <p:cNvSpPr/>
          <p:nvPr>
            <p:custDataLst>
              <p:tags r:id="rId100"/>
            </p:custDataLst>
          </p:nvPr>
        </p:nvSpPr>
        <p:spPr>
          <a:xfrm rot="5400000">
            <a:off x="197550" y="770520"/>
            <a:ext cx="361837" cy="577671"/>
          </a:xfrm>
          <a:prstGeom prst="chevron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7" tIns="60953" rIns="121907" bIns="60953" anchor="ctr"/>
          <a:lstStyle/>
          <a:p>
            <a:pPr algn="ctr" eaLnBrk="1" hangingPunct="1">
              <a:defRPr/>
            </a:pPr>
            <a:endParaRPr lang="zh-CN" altLang="en-US" sz="1335" dirty="0">
              <a:solidFill>
                <a:schemeClr val="tx1"/>
              </a:solidFill>
            </a:endParaRPr>
          </a:p>
        </p:txBody>
      </p:sp>
      <p:cxnSp>
        <p:nvCxnSpPr>
          <p:cNvPr id="148" name="直接连接符 147"/>
          <p:cNvCxnSpPr/>
          <p:nvPr>
            <p:custDataLst>
              <p:tags r:id="rId101"/>
            </p:custDataLst>
          </p:nvPr>
        </p:nvCxnSpPr>
        <p:spPr>
          <a:xfrm>
            <a:off x="377412" y="1348191"/>
            <a:ext cx="363531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矩形 148"/>
          <p:cNvSpPr/>
          <p:nvPr>
            <p:custDataLst>
              <p:tags r:id="rId102"/>
            </p:custDataLst>
          </p:nvPr>
        </p:nvSpPr>
        <p:spPr>
          <a:xfrm>
            <a:off x="715972" y="45086"/>
            <a:ext cx="1005317" cy="335915"/>
          </a:xfrm>
          <a:prstGeom prst="rect">
            <a:avLst/>
          </a:prstGeom>
        </p:spPr>
        <p:txBody>
          <a:bodyPr wrap="square" lIns="91397" tIns="45699" rIns="91397" bIns="45699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市场份额</a:t>
            </a:r>
            <a:endParaRPr lang="zh-CN" altLang="en-US" sz="1600" dirty="0">
              <a:solidFill>
                <a:srgbClr val="151472"/>
              </a:solidFill>
              <a:latin typeface="迷你简菱心" panose="02010609000101010101" pitchFamily="49" charset="-122"/>
              <a:ea typeface="迷你简菱心" panose="02010609000101010101" pitchFamily="49" charset="-122"/>
            </a:endParaRPr>
          </a:p>
        </p:txBody>
      </p:sp>
      <p:sp>
        <p:nvSpPr>
          <p:cNvPr id="150" name="矩形 47"/>
          <p:cNvSpPr>
            <a:spLocks noChangeArrowheads="1"/>
          </p:cNvSpPr>
          <p:nvPr>
            <p:custDataLst>
              <p:tags r:id="rId103"/>
            </p:custDataLst>
          </p:nvPr>
        </p:nvSpPr>
        <p:spPr bwMode="auto">
          <a:xfrm>
            <a:off x="716514" y="357936"/>
            <a:ext cx="3309445" cy="1325245"/>
          </a:xfrm>
          <a:prstGeom prst="rect">
            <a:avLst/>
          </a:prstGeom>
          <a:noFill/>
          <a:ln>
            <a:noFill/>
          </a:ln>
        </p:spPr>
        <p:txBody>
          <a:bodyPr lIns="91397" tIns="45699" rIns="91397" bIns="4569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9pPr>
          </a:lstStyle>
          <a:p>
            <a:pPr>
              <a:lnSpc>
                <a:spcPct val="130000"/>
              </a:lnSpc>
              <a:buNone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国内打药机器人市场中，头部企业占据约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40%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份额，其中农机巨头凭借渠道优势占比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25%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，科创企业依托技术优势分走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15%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，中小厂商竞争剩余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60%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市场。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>
              <a:lnSpc>
                <a:spcPct val="130000"/>
              </a:lnSpc>
              <a:buNone/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151" name="燕尾形 150"/>
          <p:cNvSpPr/>
          <p:nvPr>
            <p:custDataLst>
              <p:tags r:id="rId104"/>
            </p:custDataLst>
          </p:nvPr>
        </p:nvSpPr>
        <p:spPr>
          <a:xfrm rot="5400000">
            <a:off x="243692" y="1819118"/>
            <a:ext cx="359723" cy="577671"/>
          </a:xfrm>
          <a:prstGeom prst="chevron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7" tIns="60953" rIns="121907" bIns="60953" anchor="ctr"/>
          <a:lstStyle/>
          <a:p>
            <a:pPr algn="ctr" eaLnBrk="1" hangingPunct="1">
              <a:defRPr/>
            </a:pPr>
            <a:endParaRPr lang="zh-CN" altLang="en-US" sz="1335" dirty="0">
              <a:solidFill>
                <a:schemeClr val="tx1"/>
              </a:solidFill>
            </a:endParaRPr>
          </a:p>
        </p:txBody>
      </p:sp>
      <p:cxnSp>
        <p:nvCxnSpPr>
          <p:cNvPr id="152" name="直接连接符 151"/>
          <p:cNvCxnSpPr/>
          <p:nvPr>
            <p:custDataLst>
              <p:tags r:id="rId105"/>
            </p:custDataLst>
          </p:nvPr>
        </p:nvCxnSpPr>
        <p:spPr>
          <a:xfrm>
            <a:off x="390747" y="2442085"/>
            <a:ext cx="363531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矩形 152"/>
          <p:cNvSpPr/>
          <p:nvPr>
            <p:custDataLst>
              <p:tags r:id="rId106"/>
            </p:custDataLst>
          </p:nvPr>
        </p:nvSpPr>
        <p:spPr>
          <a:xfrm>
            <a:off x="715972" y="1347262"/>
            <a:ext cx="1005317" cy="335915"/>
          </a:xfrm>
          <a:prstGeom prst="rect">
            <a:avLst/>
          </a:prstGeom>
        </p:spPr>
        <p:txBody>
          <a:bodyPr wrap="square" lIns="91397" tIns="45699" rIns="91397" bIns="45699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市场份额</a:t>
            </a:r>
            <a:endParaRPr lang="zh-CN" altLang="en-US" sz="1600" dirty="0">
              <a:solidFill>
                <a:srgbClr val="151472"/>
              </a:solidFill>
              <a:latin typeface="迷你简菱心" panose="02010609000101010101" pitchFamily="49" charset="-122"/>
              <a:ea typeface="迷你简菱心" panose="02010609000101010101" pitchFamily="49" charset="-122"/>
            </a:endParaRPr>
          </a:p>
        </p:txBody>
      </p:sp>
      <p:sp>
        <p:nvSpPr>
          <p:cNvPr id="154" name="矩形 47"/>
          <p:cNvSpPr>
            <a:spLocks noChangeArrowheads="1"/>
          </p:cNvSpPr>
          <p:nvPr>
            <p:custDataLst>
              <p:tags r:id="rId107"/>
            </p:custDataLst>
          </p:nvPr>
        </p:nvSpPr>
        <p:spPr bwMode="auto">
          <a:xfrm>
            <a:off x="716514" y="1637886"/>
            <a:ext cx="3309445" cy="1085850"/>
          </a:xfrm>
          <a:prstGeom prst="rect">
            <a:avLst/>
          </a:prstGeom>
          <a:noFill/>
          <a:ln>
            <a:noFill/>
          </a:ln>
        </p:spPr>
        <p:txBody>
          <a:bodyPr lIns="91397" tIns="45699" rIns="91397" bIns="4569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9pPr>
          </a:lstStyle>
          <a:p>
            <a:pPr>
              <a:lnSpc>
                <a:spcPct val="130000"/>
              </a:lnSpc>
              <a:buNone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从产品类型看，大田轮式打药机器人占市场份额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65%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，果园履带式机型占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20%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，轻小型无人机打药设备则占据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15%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的细分市场。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>
              <a:lnSpc>
                <a:spcPct val="130000"/>
              </a:lnSpc>
              <a:buNone/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155" name="燕尾形 154"/>
          <p:cNvSpPr/>
          <p:nvPr>
            <p:custDataLst>
              <p:tags r:id="rId108"/>
            </p:custDataLst>
          </p:nvPr>
        </p:nvSpPr>
        <p:spPr>
          <a:xfrm rot="5400000">
            <a:off x="247502" y="2936697"/>
            <a:ext cx="359723" cy="577671"/>
          </a:xfrm>
          <a:prstGeom prst="chevron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7" tIns="60953" rIns="121907" bIns="60953" anchor="ctr"/>
          <a:lstStyle/>
          <a:p>
            <a:pPr algn="ctr" eaLnBrk="1" hangingPunct="1">
              <a:defRPr/>
            </a:pPr>
            <a:endParaRPr lang="zh-CN" altLang="en-US" sz="1335" dirty="0">
              <a:solidFill>
                <a:schemeClr val="tx1"/>
              </a:solidFill>
            </a:endParaRPr>
          </a:p>
        </p:txBody>
      </p:sp>
      <p:cxnSp>
        <p:nvCxnSpPr>
          <p:cNvPr id="156" name="直接连接符 155"/>
          <p:cNvCxnSpPr/>
          <p:nvPr>
            <p:custDataLst>
              <p:tags r:id="rId109"/>
            </p:custDataLst>
          </p:nvPr>
        </p:nvCxnSpPr>
        <p:spPr>
          <a:xfrm>
            <a:off x="390747" y="3532360"/>
            <a:ext cx="363531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矩形 156"/>
          <p:cNvSpPr/>
          <p:nvPr>
            <p:custDataLst>
              <p:tags r:id="rId110"/>
            </p:custDataLst>
          </p:nvPr>
        </p:nvSpPr>
        <p:spPr>
          <a:xfrm>
            <a:off x="712162" y="2442191"/>
            <a:ext cx="1005317" cy="335915"/>
          </a:xfrm>
          <a:prstGeom prst="rect">
            <a:avLst/>
          </a:prstGeom>
        </p:spPr>
        <p:txBody>
          <a:bodyPr wrap="square" lIns="91397" tIns="45699" rIns="91397" bIns="45699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市场份额</a:t>
            </a:r>
            <a:endParaRPr lang="zh-CN" altLang="en-US" sz="1600" dirty="0">
              <a:solidFill>
                <a:srgbClr val="151472"/>
              </a:solidFill>
              <a:latin typeface="迷你简菱心" panose="02010609000101010101" pitchFamily="49" charset="-122"/>
              <a:ea typeface="迷你简菱心" panose="02010609000101010101" pitchFamily="49" charset="-122"/>
            </a:endParaRPr>
          </a:p>
        </p:txBody>
      </p:sp>
      <p:sp>
        <p:nvSpPr>
          <p:cNvPr id="158" name="矩形 47"/>
          <p:cNvSpPr>
            <a:spLocks noChangeArrowheads="1"/>
          </p:cNvSpPr>
          <p:nvPr>
            <p:custDataLst>
              <p:tags r:id="rId111"/>
            </p:custDataLst>
          </p:nvPr>
        </p:nvSpPr>
        <p:spPr bwMode="auto">
          <a:xfrm>
            <a:off x="712704" y="2723289"/>
            <a:ext cx="3309445" cy="808990"/>
          </a:xfrm>
          <a:prstGeom prst="rect">
            <a:avLst/>
          </a:prstGeom>
          <a:noFill/>
          <a:ln>
            <a:noFill/>
          </a:ln>
        </p:spPr>
        <p:txBody>
          <a:bodyPr lIns="91397" tIns="45699" rIns="91397" bIns="4569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9pPr>
          </a:lstStyle>
          <a:p>
            <a:pPr>
              <a:lnSpc>
                <a:spcPct val="130000"/>
              </a:lnSpc>
              <a:buNone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按销售区域划分，华东地区因农业规模化程度高，占打药机器人市场份额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38%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，华北、华中分别占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25%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、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20%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，西南、华南等区域合计占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17%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grpSp>
        <p:nvGrpSpPr>
          <p:cNvPr id="179" name="Group 3"/>
          <p:cNvGrpSpPr/>
          <p:nvPr>
            <p:custDataLst>
              <p:tags r:id="rId112"/>
            </p:custDataLst>
          </p:nvPr>
        </p:nvGrpSpPr>
        <p:grpSpPr>
          <a:xfrm>
            <a:off x="4491772" y="3909424"/>
            <a:ext cx="1604838" cy="1523718"/>
            <a:chOff x="3973094" y="1577215"/>
            <a:chExt cx="1279453" cy="1214466"/>
          </a:xfrm>
        </p:grpSpPr>
        <p:sp>
          <p:nvSpPr>
            <p:cNvPr id="181" name="is1ide-Freeform: Shape 5"/>
            <p:cNvSpPr/>
            <p:nvPr>
              <p:custDataLst>
                <p:tags r:id="rId113"/>
              </p:custDataLst>
            </p:nvPr>
          </p:nvSpPr>
          <p:spPr>
            <a:xfrm>
              <a:off x="5041919" y="1801286"/>
              <a:ext cx="87389" cy="8514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8965" y="120000"/>
                  </a:moveTo>
                  <a:cubicBezTo>
                    <a:pt x="47586" y="113454"/>
                    <a:pt x="47586" y="113454"/>
                    <a:pt x="47586" y="113454"/>
                  </a:cubicBezTo>
                  <a:cubicBezTo>
                    <a:pt x="66206" y="106909"/>
                    <a:pt x="66206" y="106909"/>
                    <a:pt x="66206" y="106909"/>
                  </a:cubicBezTo>
                  <a:cubicBezTo>
                    <a:pt x="72413" y="100363"/>
                    <a:pt x="72413" y="100363"/>
                    <a:pt x="72413" y="100363"/>
                  </a:cubicBezTo>
                  <a:cubicBezTo>
                    <a:pt x="95172" y="100363"/>
                    <a:pt x="95172" y="100363"/>
                    <a:pt x="95172" y="100363"/>
                  </a:cubicBezTo>
                  <a:cubicBezTo>
                    <a:pt x="101379" y="87272"/>
                    <a:pt x="101379" y="87272"/>
                    <a:pt x="101379" y="87272"/>
                  </a:cubicBezTo>
                  <a:cubicBezTo>
                    <a:pt x="107586" y="74181"/>
                    <a:pt x="107586" y="74181"/>
                    <a:pt x="107586" y="74181"/>
                  </a:cubicBezTo>
                  <a:cubicBezTo>
                    <a:pt x="107586" y="37090"/>
                    <a:pt x="107586" y="37090"/>
                    <a:pt x="107586" y="37090"/>
                  </a:cubicBezTo>
                  <a:cubicBezTo>
                    <a:pt x="120000" y="30545"/>
                    <a:pt x="120000" y="30545"/>
                    <a:pt x="120000" y="30545"/>
                  </a:cubicBezTo>
                  <a:cubicBezTo>
                    <a:pt x="120000" y="4363"/>
                    <a:pt x="120000" y="4363"/>
                    <a:pt x="120000" y="4363"/>
                  </a:cubicBezTo>
                  <a:cubicBezTo>
                    <a:pt x="95172" y="0"/>
                    <a:pt x="95172" y="0"/>
                    <a:pt x="95172" y="0"/>
                  </a:cubicBezTo>
                  <a:cubicBezTo>
                    <a:pt x="78620" y="0"/>
                    <a:pt x="78620" y="0"/>
                    <a:pt x="78620" y="0"/>
                  </a:cubicBezTo>
                  <a:cubicBezTo>
                    <a:pt x="66206" y="4363"/>
                    <a:pt x="66206" y="4363"/>
                    <a:pt x="66206" y="4363"/>
                  </a:cubicBezTo>
                  <a:cubicBezTo>
                    <a:pt x="53793" y="10909"/>
                    <a:pt x="53793" y="10909"/>
                    <a:pt x="53793" y="10909"/>
                  </a:cubicBezTo>
                  <a:cubicBezTo>
                    <a:pt x="53793" y="10909"/>
                    <a:pt x="41379" y="24000"/>
                    <a:pt x="47586" y="24000"/>
                  </a:cubicBezTo>
                  <a:cubicBezTo>
                    <a:pt x="47586" y="17454"/>
                    <a:pt x="53793" y="24000"/>
                    <a:pt x="53793" y="24000"/>
                  </a:cubicBezTo>
                  <a:cubicBezTo>
                    <a:pt x="53793" y="30545"/>
                    <a:pt x="47586" y="30545"/>
                    <a:pt x="47586" y="30545"/>
                  </a:cubicBezTo>
                  <a:cubicBezTo>
                    <a:pt x="35172" y="30545"/>
                    <a:pt x="35172" y="30545"/>
                    <a:pt x="35172" y="30545"/>
                  </a:cubicBezTo>
                  <a:cubicBezTo>
                    <a:pt x="28965" y="30545"/>
                    <a:pt x="28965" y="30545"/>
                    <a:pt x="28965" y="30545"/>
                  </a:cubicBezTo>
                  <a:cubicBezTo>
                    <a:pt x="18620" y="30545"/>
                    <a:pt x="18620" y="30545"/>
                    <a:pt x="18620" y="30545"/>
                  </a:cubicBezTo>
                  <a:cubicBezTo>
                    <a:pt x="12413" y="37090"/>
                    <a:pt x="12413" y="37090"/>
                    <a:pt x="12413" y="37090"/>
                  </a:cubicBezTo>
                  <a:cubicBezTo>
                    <a:pt x="18620" y="50181"/>
                    <a:pt x="18620" y="50181"/>
                    <a:pt x="18620" y="50181"/>
                  </a:cubicBezTo>
                  <a:cubicBezTo>
                    <a:pt x="12413" y="56727"/>
                    <a:pt x="12413" y="56727"/>
                    <a:pt x="12413" y="56727"/>
                  </a:cubicBezTo>
                  <a:cubicBezTo>
                    <a:pt x="18620" y="61090"/>
                    <a:pt x="18620" y="61090"/>
                    <a:pt x="18620" y="61090"/>
                  </a:cubicBezTo>
                  <a:cubicBezTo>
                    <a:pt x="28965" y="67636"/>
                    <a:pt x="28965" y="67636"/>
                    <a:pt x="28965" y="67636"/>
                  </a:cubicBezTo>
                  <a:cubicBezTo>
                    <a:pt x="28965" y="80727"/>
                    <a:pt x="28965" y="80727"/>
                    <a:pt x="28965" y="80727"/>
                  </a:cubicBezTo>
                  <a:cubicBezTo>
                    <a:pt x="18620" y="80727"/>
                    <a:pt x="18620" y="80727"/>
                    <a:pt x="18620" y="80727"/>
                  </a:cubicBezTo>
                  <a:cubicBezTo>
                    <a:pt x="6206" y="93818"/>
                    <a:pt x="6206" y="93818"/>
                    <a:pt x="6206" y="93818"/>
                  </a:cubicBezTo>
                  <a:cubicBezTo>
                    <a:pt x="0" y="106909"/>
                    <a:pt x="0" y="106909"/>
                    <a:pt x="0" y="106909"/>
                  </a:cubicBezTo>
                  <a:cubicBezTo>
                    <a:pt x="12413" y="113454"/>
                    <a:pt x="12413" y="113454"/>
                    <a:pt x="12413" y="113454"/>
                  </a:cubicBezTo>
                  <a:cubicBezTo>
                    <a:pt x="28965" y="120000"/>
                    <a:pt x="28965" y="120000"/>
                    <a:pt x="28965" y="120000"/>
                  </a:cubicBezTo>
                  <a:close/>
                </a:path>
              </a:pathLst>
            </a:cu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82" name="is1ide-Freeform: Shape 6"/>
            <p:cNvSpPr/>
            <p:nvPr>
              <p:custDataLst>
                <p:tags r:id="rId114"/>
              </p:custDataLst>
            </p:nvPr>
          </p:nvSpPr>
          <p:spPr>
            <a:xfrm>
              <a:off x="5115862" y="1718378"/>
              <a:ext cx="136685" cy="19718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000" y="45801"/>
                  </a:moveTo>
                  <a:cubicBezTo>
                    <a:pt x="8000" y="48549"/>
                    <a:pt x="12000" y="48549"/>
                    <a:pt x="8000" y="51297"/>
                  </a:cubicBezTo>
                  <a:cubicBezTo>
                    <a:pt x="16000" y="51297"/>
                    <a:pt x="16000" y="51297"/>
                    <a:pt x="16000" y="51297"/>
                  </a:cubicBezTo>
                  <a:cubicBezTo>
                    <a:pt x="24000" y="51297"/>
                    <a:pt x="24000" y="51297"/>
                    <a:pt x="24000" y="51297"/>
                  </a:cubicBezTo>
                  <a:cubicBezTo>
                    <a:pt x="20000" y="55877"/>
                    <a:pt x="20000" y="55877"/>
                    <a:pt x="20000" y="55877"/>
                  </a:cubicBezTo>
                  <a:cubicBezTo>
                    <a:pt x="20000" y="58625"/>
                    <a:pt x="20000" y="58625"/>
                    <a:pt x="20000" y="58625"/>
                  </a:cubicBezTo>
                  <a:cubicBezTo>
                    <a:pt x="24000" y="61374"/>
                    <a:pt x="28000" y="58625"/>
                    <a:pt x="28000" y="58625"/>
                  </a:cubicBezTo>
                  <a:cubicBezTo>
                    <a:pt x="28000" y="58625"/>
                    <a:pt x="38666" y="58625"/>
                    <a:pt x="42666" y="58625"/>
                  </a:cubicBezTo>
                  <a:cubicBezTo>
                    <a:pt x="38666" y="61374"/>
                    <a:pt x="38666" y="61374"/>
                    <a:pt x="38666" y="61374"/>
                  </a:cubicBezTo>
                  <a:cubicBezTo>
                    <a:pt x="46666" y="66870"/>
                    <a:pt x="46666" y="66870"/>
                    <a:pt x="46666" y="66870"/>
                  </a:cubicBezTo>
                  <a:cubicBezTo>
                    <a:pt x="46666" y="75114"/>
                    <a:pt x="46666" y="75114"/>
                    <a:pt x="46666" y="75114"/>
                  </a:cubicBezTo>
                  <a:cubicBezTo>
                    <a:pt x="50666" y="76946"/>
                    <a:pt x="42666" y="76946"/>
                    <a:pt x="42666" y="76946"/>
                  </a:cubicBezTo>
                  <a:cubicBezTo>
                    <a:pt x="42666" y="76946"/>
                    <a:pt x="34666" y="76946"/>
                    <a:pt x="30666" y="76946"/>
                  </a:cubicBezTo>
                  <a:cubicBezTo>
                    <a:pt x="30666" y="76946"/>
                    <a:pt x="28000" y="79694"/>
                    <a:pt x="24000" y="82442"/>
                  </a:cubicBezTo>
                  <a:cubicBezTo>
                    <a:pt x="20000" y="85190"/>
                    <a:pt x="24000" y="85190"/>
                    <a:pt x="24000" y="85190"/>
                  </a:cubicBezTo>
                  <a:cubicBezTo>
                    <a:pt x="30666" y="85190"/>
                    <a:pt x="30666" y="85190"/>
                    <a:pt x="30666" y="85190"/>
                  </a:cubicBezTo>
                  <a:cubicBezTo>
                    <a:pt x="30666" y="87938"/>
                    <a:pt x="30666" y="87938"/>
                    <a:pt x="30666" y="87938"/>
                  </a:cubicBezTo>
                  <a:cubicBezTo>
                    <a:pt x="30666" y="90687"/>
                    <a:pt x="28000" y="90687"/>
                    <a:pt x="24000" y="90687"/>
                  </a:cubicBezTo>
                  <a:cubicBezTo>
                    <a:pt x="12000" y="93435"/>
                    <a:pt x="12000" y="93435"/>
                    <a:pt x="12000" y="93435"/>
                  </a:cubicBezTo>
                  <a:cubicBezTo>
                    <a:pt x="16000" y="98931"/>
                    <a:pt x="16000" y="98931"/>
                    <a:pt x="16000" y="98931"/>
                  </a:cubicBezTo>
                  <a:cubicBezTo>
                    <a:pt x="24000" y="101679"/>
                    <a:pt x="24000" y="101679"/>
                    <a:pt x="24000" y="101679"/>
                  </a:cubicBezTo>
                  <a:cubicBezTo>
                    <a:pt x="34666" y="101679"/>
                    <a:pt x="34666" y="101679"/>
                    <a:pt x="34666" y="101679"/>
                  </a:cubicBezTo>
                  <a:cubicBezTo>
                    <a:pt x="38666" y="103511"/>
                    <a:pt x="38666" y="103511"/>
                    <a:pt x="38666" y="103511"/>
                  </a:cubicBezTo>
                  <a:cubicBezTo>
                    <a:pt x="38666" y="103511"/>
                    <a:pt x="30666" y="103511"/>
                    <a:pt x="28000" y="103511"/>
                  </a:cubicBezTo>
                  <a:cubicBezTo>
                    <a:pt x="28000" y="101679"/>
                    <a:pt x="20000" y="109007"/>
                    <a:pt x="20000" y="109007"/>
                  </a:cubicBezTo>
                  <a:cubicBezTo>
                    <a:pt x="16000" y="111755"/>
                    <a:pt x="16000" y="111755"/>
                    <a:pt x="16000" y="111755"/>
                  </a:cubicBezTo>
                  <a:cubicBezTo>
                    <a:pt x="4000" y="120000"/>
                    <a:pt x="4000" y="120000"/>
                    <a:pt x="4000" y="120000"/>
                  </a:cubicBezTo>
                  <a:cubicBezTo>
                    <a:pt x="12000" y="120000"/>
                    <a:pt x="12000" y="120000"/>
                    <a:pt x="12000" y="120000"/>
                  </a:cubicBezTo>
                  <a:cubicBezTo>
                    <a:pt x="16000" y="117251"/>
                    <a:pt x="16000" y="117251"/>
                    <a:pt x="16000" y="117251"/>
                  </a:cubicBezTo>
                  <a:cubicBezTo>
                    <a:pt x="24000" y="117251"/>
                    <a:pt x="24000" y="117251"/>
                    <a:pt x="24000" y="117251"/>
                  </a:cubicBezTo>
                  <a:cubicBezTo>
                    <a:pt x="34666" y="117251"/>
                    <a:pt x="34666" y="117251"/>
                    <a:pt x="34666" y="117251"/>
                  </a:cubicBezTo>
                  <a:cubicBezTo>
                    <a:pt x="42666" y="111755"/>
                    <a:pt x="42666" y="111755"/>
                    <a:pt x="42666" y="111755"/>
                  </a:cubicBezTo>
                  <a:cubicBezTo>
                    <a:pt x="46666" y="111755"/>
                    <a:pt x="58666" y="111755"/>
                    <a:pt x="58666" y="111755"/>
                  </a:cubicBezTo>
                  <a:cubicBezTo>
                    <a:pt x="73333" y="109007"/>
                    <a:pt x="73333" y="109007"/>
                    <a:pt x="73333" y="109007"/>
                  </a:cubicBezTo>
                  <a:cubicBezTo>
                    <a:pt x="73333" y="111755"/>
                    <a:pt x="85333" y="111755"/>
                    <a:pt x="85333" y="111755"/>
                  </a:cubicBezTo>
                  <a:cubicBezTo>
                    <a:pt x="89333" y="111755"/>
                    <a:pt x="108000" y="109007"/>
                    <a:pt x="108000" y="109007"/>
                  </a:cubicBezTo>
                  <a:cubicBezTo>
                    <a:pt x="112000" y="103511"/>
                    <a:pt x="112000" y="103511"/>
                    <a:pt x="112000" y="103511"/>
                  </a:cubicBezTo>
                  <a:cubicBezTo>
                    <a:pt x="112000" y="101679"/>
                    <a:pt x="108000" y="101679"/>
                    <a:pt x="104000" y="98931"/>
                  </a:cubicBezTo>
                  <a:cubicBezTo>
                    <a:pt x="112000" y="96183"/>
                    <a:pt x="112000" y="96183"/>
                    <a:pt x="112000" y="96183"/>
                  </a:cubicBezTo>
                  <a:cubicBezTo>
                    <a:pt x="116000" y="96183"/>
                    <a:pt x="116000" y="90687"/>
                    <a:pt x="120000" y="90687"/>
                  </a:cubicBezTo>
                  <a:cubicBezTo>
                    <a:pt x="120000" y="87938"/>
                    <a:pt x="116000" y="85190"/>
                    <a:pt x="116000" y="82442"/>
                  </a:cubicBezTo>
                  <a:cubicBezTo>
                    <a:pt x="108000" y="82442"/>
                    <a:pt x="108000" y="82442"/>
                    <a:pt x="108000" y="82442"/>
                  </a:cubicBezTo>
                  <a:cubicBezTo>
                    <a:pt x="104000" y="82442"/>
                    <a:pt x="97333" y="82442"/>
                    <a:pt x="97333" y="82442"/>
                  </a:cubicBezTo>
                  <a:cubicBezTo>
                    <a:pt x="97333" y="75114"/>
                    <a:pt x="97333" y="75114"/>
                    <a:pt x="97333" y="75114"/>
                  </a:cubicBezTo>
                  <a:cubicBezTo>
                    <a:pt x="73333" y="53129"/>
                    <a:pt x="73333" y="53129"/>
                    <a:pt x="73333" y="53129"/>
                  </a:cubicBezTo>
                  <a:cubicBezTo>
                    <a:pt x="73333" y="51297"/>
                    <a:pt x="69333" y="45801"/>
                    <a:pt x="65333" y="45801"/>
                  </a:cubicBezTo>
                  <a:cubicBezTo>
                    <a:pt x="62666" y="45801"/>
                    <a:pt x="62666" y="43053"/>
                    <a:pt x="58666" y="40305"/>
                  </a:cubicBezTo>
                  <a:cubicBezTo>
                    <a:pt x="54666" y="37557"/>
                    <a:pt x="62666" y="34809"/>
                    <a:pt x="62666" y="34809"/>
                  </a:cubicBezTo>
                  <a:cubicBezTo>
                    <a:pt x="62666" y="34809"/>
                    <a:pt x="69333" y="29312"/>
                    <a:pt x="69333" y="26564"/>
                  </a:cubicBezTo>
                  <a:cubicBezTo>
                    <a:pt x="73333" y="26564"/>
                    <a:pt x="69333" y="21984"/>
                    <a:pt x="69333" y="21984"/>
                  </a:cubicBezTo>
                  <a:cubicBezTo>
                    <a:pt x="65333" y="21984"/>
                    <a:pt x="50666" y="21984"/>
                    <a:pt x="50666" y="21984"/>
                  </a:cubicBezTo>
                  <a:cubicBezTo>
                    <a:pt x="46666" y="19236"/>
                    <a:pt x="46666" y="19236"/>
                    <a:pt x="46666" y="19236"/>
                  </a:cubicBezTo>
                  <a:cubicBezTo>
                    <a:pt x="46666" y="16488"/>
                    <a:pt x="50666" y="16488"/>
                    <a:pt x="54666" y="16488"/>
                  </a:cubicBezTo>
                  <a:cubicBezTo>
                    <a:pt x="54666" y="16488"/>
                    <a:pt x="62666" y="5496"/>
                    <a:pt x="65333" y="2748"/>
                  </a:cubicBezTo>
                  <a:cubicBezTo>
                    <a:pt x="62666" y="0"/>
                    <a:pt x="62666" y="0"/>
                    <a:pt x="62666" y="0"/>
                  </a:cubicBezTo>
                  <a:cubicBezTo>
                    <a:pt x="58666" y="2748"/>
                    <a:pt x="58666" y="2748"/>
                    <a:pt x="58666" y="2748"/>
                  </a:cubicBezTo>
                  <a:cubicBezTo>
                    <a:pt x="50666" y="8244"/>
                    <a:pt x="50666" y="8244"/>
                    <a:pt x="50666" y="8244"/>
                  </a:cubicBezTo>
                  <a:cubicBezTo>
                    <a:pt x="50666" y="8244"/>
                    <a:pt x="42666" y="10992"/>
                    <a:pt x="42666" y="8244"/>
                  </a:cubicBezTo>
                  <a:cubicBezTo>
                    <a:pt x="38666" y="8244"/>
                    <a:pt x="34666" y="8244"/>
                    <a:pt x="30666" y="8244"/>
                  </a:cubicBezTo>
                  <a:cubicBezTo>
                    <a:pt x="28000" y="13740"/>
                    <a:pt x="28000" y="13740"/>
                    <a:pt x="28000" y="13740"/>
                  </a:cubicBezTo>
                  <a:cubicBezTo>
                    <a:pt x="28000" y="13740"/>
                    <a:pt x="20000" y="19236"/>
                    <a:pt x="16000" y="19236"/>
                  </a:cubicBezTo>
                  <a:cubicBezTo>
                    <a:pt x="8000" y="24732"/>
                    <a:pt x="8000" y="24732"/>
                    <a:pt x="8000" y="24732"/>
                  </a:cubicBezTo>
                  <a:cubicBezTo>
                    <a:pt x="8000" y="29312"/>
                    <a:pt x="8000" y="29312"/>
                    <a:pt x="8000" y="29312"/>
                  </a:cubicBezTo>
                  <a:cubicBezTo>
                    <a:pt x="8000" y="29312"/>
                    <a:pt x="8000" y="32061"/>
                    <a:pt x="4000" y="32061"/>
                  </a:cubicBezTo>
                  <a:cubicBezTo>
                    <a:pt x="8000" y="37557"/>
                    <a:pt x="8000" y="37557"/>
                    <a:pt x="8000" y="37557"/>
                  </a:cubicBezTo>
                  <a:cubicBezTo>
                    <a:pt x="12000" y="40305"/>
                    <a:pt x="12000" y="40305"/>
                    <a:pt x="12000" y="40305"/>
                  </a:cubicBezTo>
                  <a:cubicBezTo>
                    <a:pt x="12000" y="40305"/>
                    <a:pt x="12000" y="43053"/>
                    <a:pt x="8000" y="43053"/>
                  </a:cubicBezTo>
                  <a:cubicBezTo>
                    <a:pt x="4000" y="40305"/>
                    <a:pt x="0" y="45801"/>
                    <a:pt x="4000" y="45801"/>
                  </a:cubicBezTo>
                  <a:close/>
                </a:path>
              </a:pathLst>
            </a:cu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83" name="is1ide-Freeform: Shape 7"/>
            <p:cNvSpPr/>
            <p:nvPr>
              <p:custDataLst>
                <p:tags r:id="rId115"/>
              </p:custDataLst>
            </p:nvPr>
          </p:nvSpPr>
          <p:spPr>
            <a:xfrm>
              <a:off x="3973094" y="2789441"/>
              <a:ext cx="6723" cy="224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20000"/>
                  </a:moveTo>
                  <a:cubicBezTo>
                    <a:pt x="60000" y="120000"/>
                    <a:pt x="90000" y="120000"/>
                    <a:pt x="120000" y="120000"/>
                  </a:cubicBezTo>
                  <a:cubicBezTo>
                    <a:pt x="120000" y="0"/>
                    <a:pt x="60000" y="0"/>
                    <a:pt x="0" y="120000"/>
                  </a:cubicBezTo>
                  <a:close/>
                </a:path>
              </a:pathLst>
            </a:cu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84" name="is1ide-Freeform: Shape 8"/>
            <p:cNvSpPr/>
            <p:nvPr>
              <p:custDataLst>
                <p:tags r:id="rId116"/>
              </p:custDataLst>
            </p:nvPr>
          </p:nvSpPr>
          <p:spPr>
            <a:xfrm>
              <a:off x="4869382" y="1577215"/>
              <a:ext cx="159091" cy="605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26538" y="42000"/>
                  </a:moveTo>
                  <a:cubicBezTo>
                    <a:pt x="26538" y="69000"/>
                    <a:pt x="26538" y="69000"/>
                    <a:pt x="26538" y="69000"/>
                  </a:cubicBezTo>
                  <a:cubicBezTo>
                    <a:pt x="26538" y="69000"/>
                    <a:pt x="47307" y="102000"/>
                    <a:pt x="43846" y="111000"/>
                  </a:cubicBezTo>
                  <a:cubicBezTo>
                    <a:pt x="40384" y="120000"/>
                    <a:pt x="77307" y="102000"/>
                    <a:pt x="77307" y="102000"/>
                  </a:cubicBezTo>
                  <a:cubicBezTo>
                    <a:pt x="113076" y="69000"/>
                    <a:pt x="113076" y="69000"/>
                    <a:pt x="113076" y="69000"/>
                  </a:cubicBezTo>
                  <a:cubicBezTo>
                    <a:pt x="120000" y="33000"/>
                    <a:pt x="120000" y="33000"/>
                    <a:pt x="120000" y="33000"/>
                  </a:cubicBezTo>
                  <a:cubicBezTo>
                    <a:pt x="107307" y="6000"/>
                    <a:pt x="107307" y="6000"/>
                    <a:pt x="107307" y="6000"/>
                  </a:cubicBezTo>
                  <a:cubicBezTo>
                    <a:pt x="40384" y="24000"/>
                    <a:pt x="40384" y="24000"/>
                    <a:pt x="40384" y="24000"/>
                  </a:cubicBezTo>
                  <a:cubicBezTo>
                    <a:pt x="19615" y="0"/>
                    <a:pt x="19615" y="0"/>
                    <a:pt x="19615" y="0"/>
                  </a:cubicBezTo>
                  <a:cubicBezTo>
                    <a:pt x="0" y="24000"/>
                    <a:pt x="0" y="24000"/>
                    <a:pt x="0" y="24000"/>
                  </a:cubicBezTo>
                  <a:cubicBezTo>
                    <a:pt x="0" y="24000"/>
                    <a:pt x="10384" y="42000"/>
                    <a:pt x="13846" y="51000"/>
                  </a:cubicBezTo>
                  <a:cubicBezTo>
                    <a:pt x="16153" y="51000"/>
                    <a:pt x="26538" y="42000"/>
                    <a:pt x="26538" y="42000"/>
                  </a:cubicBezTo>
                  <a:close/>
                </a:path>
              </a:pathLst>
            </a:cu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187" name="组合 186"/>
          <p:cNvGrpSpPr/>
          <p:nvPr>
            <p:custDataLst>
              <p:tags r:id="rId117"/>
            </p:custDataLst>
          </p:nvPr>
        </p:nvGrpSpPr>
        <p:grpSpPr>
          <a:xfrm>
            <a:off x="7947026" y="-5079"/>
            <a:ext cx="2952750" cy="2118939"/>
            <a:chOff x="2677265" y="1996356"/>
            <a:chExt cx="2952750" cy="2118939"/>
          </a:xfrm>
        </p:grpSpPr>
        <p:sp>
          <p:nvSpPr>
            <p:cNvPr id="188" name="矩形 187"/>
            <p:cNvSpPr/>
            <p:nvPr>
              <p:custDataLst>
                <p:tags r:id="rId118"/>
              </p:custDataLst>
            </p:nvPr>
          </p:nvSpPr>
          <p:spPr>
            <a:xfrm>
              <a:off x="2677265" y="2346820"/>
              <a:ext cx="2952750" cy="176847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新能源技术逐步普及，锂电池续航从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8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小时延长至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12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小时以上，氢燃料动力机型开始试点，无线充电、光伏充电等补能方式落地，大幅降低设备使用的能源成本与碳排放，契合农业绿色发展需求。</a:t>
              </a:r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  <p:sp>
          <p:nvSpPr>
            <p:cNvPr id="189" name="矩形 188"/>
            <p:cNvSpPr/>
            <p:nvPr>
              <p:custDataLst>
                <p:tags r:id="rId119"/>
              </p:custDataLst>
            </p:nvPr>
          </p:nvSpPr>
          <p:spPr>
            <a:xfrm>
              <a:off x="2677265" y="1996356"/>
              <a:ext cx="2084387" cy="39805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产品属性趋势</a:t>
              </a:r>
              <a:endParaRPr lang="zh-CN" altLang="en-US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</p:grpSp>
      <p:grpSp>
        <p:nvGrpSpPr>
          <p:cNvPr id="190" name="组合 189"/>
          <p:cNvGrpSpPr/>
          <p:nvPr>
            <p:custDataLst>
              <p:tags r:id="rId120"/>
            </p:custDataLst>
          </p:nvPr>
        </p:nvGrpSpPr>
        <p:grpSpPr>
          <a:xfrm>
            <a:off x="9140191" y="2259966"/>
            <a:ext cx="2952750" cy="2398339"/>
            <a:chOff x="2677265" y="1996356"/>
            <a:chExt cx="2952750" cy="2398339"/>
          </a:xfrm>
        </p:grpSpPr>
        <p:sp>
          <p:nvSpPr>
            <p:cNvPr id="191" name="矩形 190"/>
            <p:cNvSpPr/>
            <p:nvPr>
              <p:custDataLst>
                <p:tags r:id="rId121"/>
              </p:custDataLst>
            </p:nvPr>
          </p:nvSpPr>
          <p:spPr>
            <a:xfrm>
              <a:off x="2677265" y="2346820"/>
              <a:ext cx="2952750" cy="204787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针对小农户分散种植的特点，轻小型打药机器人成为研发热点，机身重量控制在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50kg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以内，可通过小型货车运输，操作门槛降低，千元级入门机型面市后，迅速打开县域与村镇的下沉市场。</a:t>
              </a:r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  <a:p>
              <a:pPr>
                <a:lnSpc>
                  <a:spcPct val="130000"/>
                </a:lnSpc>
              </a:pPr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  <p:sp>
          <p:nvSpPr>
            <p:cNvPr id="192" name="矩形 191"/>
            <p:cNvSpPr/>
            <p:nvPr>
              <p:custDataLst>
                <p:tags r:id="rId122"/>
              </p:custDataLst>
            </p:nvPr>
          </p:nvSpPr>
          <p:spPr>
            <a:xfrm>
              <a:off x="2677265" y="1996356"/>
              <a:ext cx="2084387" cy="39805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产品属性趋势</a:t>
              </a:r>
              <a:endParaRPr lang="zh-CN" altLang="en-US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</p:grpSp>
      <p:grpSp>
        <p:nvGrpSpPr>
          <p:cNvPr id="193" name="组合 192"/>
          <p:cNvGrpSpPr/>
          <p:nvPr>
            <p:custDataLst>
              <p:tags r:id="rId123"/>
            </p:custDataLst>
          </p:nvPr>
        </p:nvGrpSpPr>
        <p:grpSpPr>
          <a:xfrm>
            <a:off x="1372665" y="4109721"/>
            <a:ext cx="2952750" cy="2398339"/>
            <a:chOff x="2677265" y="1996356"/>
            <a:chExt cx="2952750" cy="2398339"/>
          </a:xfrm>
        </p:grpSpPr>
        <p:sp>
          <p:nvSpPr>
            <p:cNvPr id="194" name="矩形 193"/>
            <p:cNvSpPr/>
            <p:nvPr>
              <p:custDataLst>
                <p:tags r:id="rId124"/>
              </p:custDataLst>
            </p:nvPr>
          </p:nvSpPr>
          <p:spPr>
            <a:xfrm>
              <a:off x="2677265" y="2346820"/>
              <a:ext cx="2952750" cy="204787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打药机器人的智能化程度持续跃升，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AI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机器视觉可实时识别病虫害种类与分布，结合北斗导航实现厘米级自主导航，部分机型还能通过算法自动调整施药剂量，摆脱对人工操作的依赖，精准植保效率提升超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50%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。</a:t>
              </a:r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  <a:p>
              <a:pPr>
                <a:lnSpc>
                  <a:spcPct val="130000"/>
                </a:lnSpc>
              </a:pPr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  <p:sp>
          <p:nvSpPr>
            <p:cNvPr id="195" name="矩形 194"/>
            <p:cNvSpPr/>
            <p:nvPr>
              <p:custDataLst>
                <p:tags r:id="rId125"/>
              </p:custDataLst>
            </p:nvPr>
          </p:nvSpPr>
          <p:spPr>
            <a:xfrm>
              <a:off x="2677265" y="1996356"/>
              <a:ext cx="2084387" cy="39696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产品属性趋势</a:t>
              </a:r>
              <a:endParaRPr lang="zh-CN" altLang="en-US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</p:grpSp>
      <p:grpSp>
        <p:nvGrpSpPr>
          <p:cNvPr id="196" name="组合 195"/>
          <p:cNvGrpSpPr/>
          <p:nvPr>
            <p:custDataLst>
              <p:tags r:id="rId126"/>
            </p:custDataLst>
          </p:nvPr>
        </p:nvGrpSpPr>
        <p:grpSpPr>
          <a:xfrm>
            <a:off x="6810170" y="4109721"/>
            <a:ext cx="2952750" cy="2398339"/>
            <a:chOff x="2677265" y="1996356"/>
            <a:chExt cx="2952750" cy="2398339"/>
          </a:xfrm>
        </p:grpSpPr>
        <p:sp>
          <p:nvSpPr>
            <p:cNvPr id="197" name="矩形 196"/>
            <p:cNvSpPr/>
            <p:nvPr>
              <p:custDataLst>
                <p:tags r:id="rId127"/>
              </p:custDataLst>
            </p:nvPr>
          </p:nvSpPr>
          <p:spPr>
            <a:xfrm>
              <a:off x="2677265" y="2346820"/>
              <a:ext cx="2952750" cy="204787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产品向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“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一机多用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”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rPr>
                <a:t>方向发展，通过更换喷药、施肥、苗情监测等模块化组件，可适配大田、果园、温室等不同场景，还能集成环境传感功能，同步采集温湿度、土壤数据，成为农业生产的综合数据终端。</a:t>
              </a:r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  <a:p>
              <a:pPr>
                <a:lnSpc>
                  <a:spcPct val="130000"/>
                </a:lnSpc>
              </a:pPr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endParaRPr>
            </a:p>
          </p:txBody>
        </p:sp>
        <p:sp>
          <p:nvSpPr>
            <p:cNvPr id="198" name="矩形 197"/>
            <p:cNvSpPr/>
            <p:nvPr>
              <p:custDataLst>
                <p:tags r:id="rId128"/>
              </p:custDataLst>
            </p:nvPr>
          </p:nvSpPr>
          <p:spPr>
            <a:xfrm>
              <a:off x="2677265" y="1996356"/>
              <a:ext cx="2084387" cy="39805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</a:rPr>
                <a:t>产品属性趋势</a:t>
              </a:r>
              <a:endParaRPr lang="zh-CN" altLang="en-US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8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6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7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4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8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6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0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1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4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5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2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3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6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7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0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1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4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5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9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2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3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2000"/>
                            </p:stCondLst>
                            <p:childTnLst>
                              <p:par>
                                <p:cTn id="34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8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9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3000"/>
                            </p:stCondLst>
                            <p:childTnLst>
                              <p:par>
                                <p:cTn id="3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4000"/>
                            </p:stCondLst>
                            <p:childTnLst>
                              <p:par>
                                <p:cTn id="36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5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5000"/>
                            </p:stCondLst>
                            <p:childTnLst>
                              <p:par>
                                <p:cTn id="3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fill="hold">
                            <p:stCondLst>
                              <p:cond delay="5500"/>
                            </p:stCondLst>
                            <p:childTnLst>
                              <p:par>
                                <p:cTn id="3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8" fill="hold">
                            <p:stCondLst>
                              <p:cond delay="6000"/>
                            </p:stCondLst>
                            <p:childTnLst>
                              <p:par>
                                <p:cTn id="37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2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3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>
                            <p:stCondLst>
                              <p:cond delay="7000"/>
                            </p:stCondLst>
                            <p:childTnLst>
                              <p:par>
                                <p:cTn id="3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7500"/>
                            </p:stCondLst>
                            <p:childTnLst>
                              <p:par>
                                <p:cTn id="3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8000"/>
                            </p:stCondLst>
                            <p:childTnLst>
                              <p:par>
                                <p:cTn id="39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8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9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2" fill="hold">
                            <p:stCondLst>
                              <p:cond delay="9000"/>
                            </p:stCondLst>
                            <p:childTnLst>
                              <p:par>
                                <p:cTn id="40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5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6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9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0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3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4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7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8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bldLvl="0" animBg="1"/>
      <p:bldP spid="75" grpId="0" bldLvl="0" animBg="1"/>
      <p:bldP spid="77" grpId="0" bldLvl="0" animBg="1"/>
      <p:bldP spid="107" grpId="0" bldLvl="0" animBg="1"/>
      <p:bldP spid="108" grpId="0" bldLvl="0" animBg="1"/>
      <p:bldP spid="109" grpId="0" bldLvl="0" animBg="1"/>
      <p:bldP spid="110" grpId="0" bldLvl="0" animBg="1"/>
      <p:bldP spid="111" grpId="0" bldLvl="0" animBg="1"/>
      <p:bldP spid="112" grpId="0" bldLvl="0" animBg="1"/>
      <p:bldP spid="113" grpId="0" bldLvl="0" animBg="1"/>
      <p:bldP spid="114" grpId="0" bldLvl="0" animBg="1"/>
      <p:bldP spid="115" grpId="0" bldLvl="0" animBg="1"/>
      <p:bldP spid="116" grpId="0" bldLvl="0" animBg="1"/>
      <p:bldP spid="117" grpId="0" bldLvl="0" animBg="1"/>
      <p:bldP spid="118" grpId="0" bldLvl="0" animBg="1"/>
      <p:bldP spid="147" grpId="0" bldLvl="0" animBg="1"/>
      <p:bldP spid="149" grpId="0"/>
      <p:bldP spid="150" grpId="0"/>
      <p:bldP spid="151" grpId="0" bldLvl="0" animBg="1"/>
      <p:bldP spid="153" grpId="0"/>
      <p:bldP spid="154" grpId="0"/>
      <p:bldP spid="155" grpId="0" bldLvl="0" animBg="1"/>
      <p:bldP spid="157" grpId="0"/>
      <p:bldP spid="15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5267960" y="1120775"/>
            <a:ext cx="32410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25D3A"/>
                </a:solidFill>
                <a:effectLst/>
                <a:uLnTx/>
                <a:uFillTx/>
                <a:latin typeface="思源宋体 CN Heavy" panose="02020900000000000000" pitchFamily="18" charset="-128"/>
                <a:ea typeface="思源宋体 CN Heavy" panose="02020900000000000000" pitchFamily="18" charset="-128"/>
                <a:cs typeface="+mn-cs"/>
              </a:rPr>
              <a:t>风险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25D3A"/>
                </a:solidFill>
                <a:effectLst/>
                <a:uLnTx/>
                <a:uFillTx/>
                <a:latin typeface="思源宋体 CN Heavy" panose="02020900000000000000" pitchFamily="18" charset="-128"/>
                <a:ea typeface="思源宋体 CN Heavy" panose="02020900000000000000" pitchFamily="18" charset="-128"/>
                <a:cs typeface="+mn-cs"/>
              </a:rPr>
              <a:t>承担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225D3A"/>
              </a:solidFill>
              <a:effectLst/>
              <a:uLnTx/>
              <a:uFillTx/>
              <a:latin typeface="思源宋体 CN Heavy" panose="02020900000000000000" pitchFamily="18" charset="-128"/>
              <a:ea typeface="思源宋体 CN Heavy" panose="02020900000000000000" pitchFamily="18" charset="-128"/>
              <a:cs typeface="+mn-cs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23595" y="1326335"/>
            <a:ext cx="11344811" cy="170656"/>
            <a:chOff x="141336" y="1178614"/>
            <a:chExt cx="11344811" cy="170656"/>
          </a:xfrm>
        </p:grpSpPr>
        <p:grpSp>
          <p:nvGrpSpPr>
            <p:cNvPr id="12" name="组合 11"/>
            <p:cNvGrpSpPr/>
            <p:nvPr/>
          </p:nvGrpSpPr>
          <p:grpSpPr>
            <a:xfrm flipH="1">
              <a:off x="7312156" y="1178614"/>
              <a:ext cx="4173991" cy="170656"/>
              <a:chOff x="-448578" y="727472"/>
              <a:chExt cx="4173991" cy="170656"/>
            </a:xfrm>
          </p:grpSpPr>
          <p:cxnSp>
            <p:nvCxnSpPr>
              <p:cNvPr id="27" name="直接连接符 23"/>
              <p:cNvCxnSpPr/>
              <p:nvPr userDrawn="1"/>
            </p:nvCxnSpPr>
            <p:spPr>
              <a:xfrm flipH="1">
                <a:off x="-448578" y="812800"/>
                <a:ext cx="4071651" cy="0"/>
              </a:xfrm>
              <a:prstGeom prst="line">
                <a:avLst/>
              </a:prstGeom>
              <a:noFill/>
              <a:ln w="9525" cap="flat" cmpd="sng" algn="ctr">
                <a:gradFill flip="none" rotWithShape="1">
                  <a:gsLst>
                    <a:gs pos="0">
                      <a:srgbClr val="235D3A"/>
                    </a:gs>
                    <a:gs pos="100000">
                      <a:srgbClr val="235D3A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  <p:cxnSp>
            <p:nvCxnSpPr>
              <p:cNvPr id="28" name="直接连接符 24"/>
              <p:cNvCxnSpPr/>
              <p:nvPr userDrawn="1"/>
            </p:nvCxnSpPr>
            <p:spPr>
              <a:xfrm flipH="1" flipV="1">
                <a:off x="3575884" y="727472"/>
                <a:ext cx="94377" cy="170656"/>
              </a:xfrm>
              <a:prstGeom prst="line">
                <a:avLst/>
              </a:prstGeom>
              <a:noFill/>
              <a:ln w="9525" cap="flat" cmpd="sng" algn="ctr">
                <a:solidFill>
                  <a:srgbClr val="235D3A"/>
                </a:solidFill>
                <a:prstDash val="solid"/>
              </a:ln>
              <a:effectLst/>
            </p:spPr>
          </p:cxnSp>
          <p:cxnSp>
            <p:nvCxnSpPr>
              <p:cNvPr id="35" name="直接连接符 25"/>
              <p:cNvCxnSpPr/>
              <p:nvPr userDrawn="1"/>
            </p:nvCxnSpPr>
            <p:spPr>
              <a:xfrm flipH="1" flipV="1">
                <a:off x="3631036" y="727472"/>
                <a:ext cx="94377" cy="170656"/>
              </a:xfrm>
              <a:prstGeom prst="line">
                <a:avLst/>
              </a:prstGeom>
              <a:noFill/>
              <a:ln w="9525" cap="flat" cmpd="sng" algn="ctr">
                <a:solidFill>
                  <a:srgbClr val="235D3A"/>
                </a:solidFill>
                <a:prstDash val="solid"/>
              </a:ln>
              <a:effectLst/>
            </p:spPr>
          </p:cxnSp>
        </p:grpSp>
        <p:grpSp>
          <p:nvGrpSpPr>
            <p:cNvPr id="13" name="组合 12"/>
            <p:cNvGrpSpPr/>
            <p:nvPr/>
          </p:nvGrpSpPr>
          <p:grpSpPr>
            <a:xfrm>
              <a:off x="141336" y="1178614"/>
              <a:ext cx="4173991" cy="170656"/>
              <a:chOff x="-448578" y="727472"/>
              <a:chExt cx="4173991" cy="170656"/>
            </a:xfrm>
          </p:grpSpPr>
          <p:cxnSp>
            <p:nvCxnSpPr>
              <p:cNvPr id="14" name="直接连接符 23"/>
              <p:cNvCxnSpPr/>
              <p:nvPr userDrawn="1"/>
            </p:nvCxnSpPr>
            <p:spPr>
              <a:xfrm flipH="1">
                <a:off x="-448578" y="812800"/>
                <a:ext cx="4071651" cy="0"/>
              </a:xfrm>
              <a:prstGeom prst="line">
                <a:avLst/>
              </a:prstGeom>
              <a:noFill/>
              <a:ln w="9525" cap="flat" cmpd="sng" algn="ctr">
                <a:gradFill flip="none" rotWithShape="1">
                  <a:gsLst>
                    <a:gs pos="0">
                      <a:srgbClr val="235D3A"/>
                    </a:gs>
                    <a:gs pos="100000">
                      <a:srgbClr val="235D3A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  <p:cxnSp>
            <p:nvCxnSpPr>
              <p:cNvPr id="17" name="直接连接符 24"/>
              <p:cNvCxnSpPr/>
              <p:nvPr userDrawn="1"/>
            </p:nvCxnSpPr>
            <p:spPr>
              <a:xfrm flipH="1" flipV="1">
                <a:off x="3575884" y="727472"/>
                <a:ext cx="94377" cy="170656"/>
              </a:xfrm>
              <a:prstGeom prst="line">
                <a:avLst/>
              </a:prstGeom>
              <a:noFill/>
              <a:ln w="9525" cap="flat" cmpd="sng" algn="ctr">
                <a:solidFill>
                  <a:srgbClr val="235D3A"/>
                </a:solidFill>
                <a:prstDash val="solid"/>
              </a:ln>
              <a:effectLst/>
            </p:spPr>
          </p:cxnSp>
          <p:cxnSp>
            <p:nvCxnSpPr>
              <p:cNvPr id="24" name="直接连接符 25"/>
              <p:cNvCxnSpPr/>
              <p:nvPr userDrawn="1"/>
            </p:nvCxnSpPr>
            <p:spPr>
              <a:xfrm flipH="1" flipV="1">
                <a:off x="3631036" y="727472"/>
                <a:ext cx="94377" cy="170656"/>
              </a:xfrm>
              <a:prstGeom prst="line">
                <a:avLst/>
              </a:prstGeom>
              <a:noFill/>
              <a:ln w="9525" cap="flat" cmpd="sng" algn="ctr">
                <a:solidFill>
                  <a:srgbClr val="235D3A"/>
                </a:solidFill>
                <a:prstDash val="solid"/>
              </a:ln>
              <a:effectLst/>
            </p:spPr>
          </p:cxnSp>
        </p:grpSp>
      </p:grpSp>
      <p:grpSp>
        <p:nvGrpSpPr>
          <p:cNvPr id="69" name="组合 68"/>
          <p:cNvGrpSpPr/>
          <p:nvPr/>
        </p:nvGrpSpPr>
        <p:grpSpPr>
          <a:xfrm>
            <a:off x="0" y="6355758"/>
            <a:ext cx="12192000" cy="502242"/>
            <a:chOff x="0" y="6355758"/>
            <a:chExt cx="12192000" cy="502242"/>
          </a:xfrm>
        </p:grpSpPr>
        <p:sp>
          <p:nvSpPr>
            <p:cNvPr id="70" name="任意多边形 55"/>
            <p:cNvSpPr/>
            <p:nvPr userDrawn="1"/>
          </p:nvSpPr>
          <p:spPr>
            <a:xfrm flipH="1">
              <a:off x="0" y="6355758"/>
              <a:ext cx="12192000" cy="502242"/>
            </a:xfrm>
            <a:custGeom>
              <a:avLst/>
              <a:gdLst>
                <a:gd name="connsiteX0" fmla="*/ 12192000 w 12192000"/>
                <a:gd name="connsiteY0" fmla="*/ 0 h 329410"/>
                <a:gd name="connsiteX1" fmla="*/ 12192000 w 12192000"/>
                <a:gd name="connsiteY1" fmla="*/ 329410 h 329410"/>
                <a:gd name="connsiteX2" fmla="*/ 0 w 12192000"/>
                <a:gd name="connsiteY2" fmla="*/ 329410 h 329410"/>
                <a:gd name="connsiteX3" fmla="*/ 0 w 12192000"/>
                <a:gd name="connsiteY3" fmla="*/ 29375 h 329410"/>
                <a:gd name="connsiteX4" fmla="*/ 577089 w 12192000"/>
                <a:gd name="connsiteY4" fmla="*/ 49593 h 329410"/>
                <a:gd name="connsiteX5" fmla="*/ 5704114 w 12192000"/>
                <a:gd name="connsiteY5" fmla="*/ 124873 h 329410"/>
                <a:gd name="connsiteX6" fmla="*/ 11982536 w 12192000"/>
                <a:gd name="connsiteY6" fmla="*/ 9255 h 32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29410">
                  <a:moveTo>
                    <a:pt x="12192000" y="0"/>
                  </a:moveTo>
                  <a:lnTo>
                    <a:pt x="12192000" y="329410"/>
                  </a:lnTo>
                  <a:lnTo>
                    <a:pt x="0" y="329410"/>
                  </a:lnTo>
                  <a:lnTo>
                    <a:pt x="0" y="29375"/>
                  </a:lnTo>
                  <a:lnTo>
                    <a:pt x="577089" y="49593"/>
                  </a:lnTo>
                  <a:cubicBezTo>
                    <a:pt x="2152931" y="98068"/>
                    <a:pt x="3885480" y="124873"/>
                    <a:pt x="5704114" y="124873"/>
                  </a:cubicBezTo>
                  <a:cubicBezTo>
                    <a:pt x="7977407" y="124873"/>
                    <a:pt x="10116192" y="82990"/>
                    <a:pt x="11982536" y="9255"/>
                  </a:cubicBezTo>
                  <a:close/>
                </a:path>
              </a:pathLst>
            </a:custGeom>
            <a:solidFill>
              <a:srgbClr val="397D55">
                <a:alpha val="19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/>
                <a:ea typeface="宋体" panose="02010600030101010101" pitchFamily="2" charset="-122"/>
                <a:cs typeface="Helvetica Neue"/>
              </a:endParaRPr>
            </a:p>
          </p:txBody>
        </p:sp>
        <p:sp>
          <p:nvSpPr>
            <p:cNvPr id="71" name="任意多边形 54"/>
            <p:cNvSpPr/>
            <p:nvPr userDrawn="1"/>
          </p:nvSpPr>
          <p:spPr>
            <a:xfrm>
              <a:off x="0" y="6457950"/>
              <a:ext cx="12192000" cy="400050"/>
            </a:xfrm>
            <a:custGeom>
              <a:avLst/>
              <a:gdLst>
                <a:gd name="connsiteX0" fmla="*/ 12192000 w 12192000"/>
                <a:gd name="connsiteY0" fmla="*/ 0 h 329410"/>
                <a:gd name="connsiteX1" fmla="*/ 12192000 w 12192000"/>
                <a:gd name="connsiteY1" fmla="*/ 329410 h 329410"/>
                <a:gd name="connsiteX2" fmla="*/ 0 w 12192000"/>
                <a:gd name="connsiteY2" fmla="*/ 329410 h 329410"/>
                <a:gd name="connsiteX3" fmla="*/ 0 w 12192000"/>
                <a:gd name="connsiteY3" fmla="*/ 29375 h 329410"/>
                <a:gd name="connsiteX4" fmla="*/ 577089 w 12192000"/>
                <a:gd name="connsiteY4" fmla="*/ 49593 h 329410"/>
                <a:gd name="connsiteX5" fmla="*/ 5704114 w 12192000"/>
                <a:gd name="connsiteY5" fmla="*/ 124873 h 329410"/>
                <a:gd name="connsiteX6" fmla="*/ 11982536 w 12192000"/>
                <a:gd name="connsiteY6" fmla="*/ 9255 h 32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29410">
                  <a:moveTo>
                    <a:pt x="12192000" y="0"/>
                  </a:moveTo>
                  <a:lnTo>
                    <a:pt x="12192000" y="329410"/>
                  </a:lnTo>
                  <a:lnTo>
                    <a:pt x="0" y="329410"/>
                  </a:lnTo>
                  <a:lnTo>
                    <a:pt x="0" y="29375"/>
                  </a:lnTo>
                  <a:lnTo>
                    <a:pt x="577089" y="49593"/>
                  </a:lnTo>
                  <a:cubicBezTo>
                    <a:pt x="2152931" y="98068"/>
                    <a:pt x="3885480" y="124873"/>
                    <a:pt x="5704114" y="124873"/>
                  </a:cubicBezTo>
                  <a:cubicBezTo>
                    <a:pt x="7977407" y="124873"/>
                    <a:pt x="10116192" y="82990"/>
                    <a:pt x="11982536" y="9255"/>
                  </a:cubicBezTo>
                  <a:close/>
                </a:path>
              </a:pathLst>
            </a:custGeom>
            <a:solidFill>
              <a:srgbClr val="235D3A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/>
                <a:ea typeface="宋体" panose="02010600030101010101" pitchFamily="2" charset="-122"/>
                <a:cs typeface="Helvetica Neue"/>
              </a:endParaRPr>
            </a:p>
          </p:txBody>
        </p:sp>
      </p:grp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251792" y="2161898"/>
            <a:ext cx="2673957" cy="3671377"/>
            <a:chOff x="442232" y="2008193"/>
            <a:chExt cx="2272665" cy="3120398"/>
          </a:xfrm>
          <a:scene3d>
            <a:camera prst="perspectiveRight">
              <a:rot lat="0" lon="19200000" rev="0"/>
            </a:camera>
            <a:lightRig rig="threePt" dir="t"/>
          </a:scene3d>
        </p:grpSpPr>
        <p:sp>
          <p:nvSpPr>
            <p:cNvPr id="36" name="圆角矩形 35"/>
            <p:cNvSpPr/>
            <p:nvPr/>
          </p:nvSpPr>
          <p:spPr>
            <a:xfrm>
              <a:off x="587376" y="2032466"/>
              <a:ext cx="2083253" cy="3096125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圆角矩形 36"/>
            <p:cNvSpPr/>
            <p:nvPr/>
          </p:nvSpPr>
          <p:spPr>
            <a:xfrm>
              <a:off x="587377" y="2008193"/>
              <a:ext cx="2083253" cy="48590"/>
            </a:xfrm>
            <a:prstGeom prst="roundRect">
              <a:avLst/>
            </a:prstGeom>
            <a:gradFill>
              <a:gsLst>
                <a:gs pos="42000">
                  <a:srgbClr val="235D3A"/>
                </a:gs>
                <a:gs pos="100000">
                  <a:srgbClr val="397D55"/>
                </a:gs>
              </a:gsLst>
              <a:lin ang="2700000" scaled="1"/>
            </a:gradFill>
            <a:ln>
              <a:noFill/>
            </a:ln>
            <a:effectLst>
              <a:outerShdw blurRad="228600" dist="152400" algn="ctr" rotWithShape="0">
                <a:srgbClr val="235D3A">
                  <a:alpha val="3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宋体" panose="02010600030101010101" pitchFamily="2" charset="-122"/>
                <a:cs typeface="Helvetica Neue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3"/>
              </p:custDataLst>
            </p:nvPr>
          </p:nvSpPr>
          <p:spPr>
            <a:xfrm>
              <a:off x="442232" y="3441622"/>
              <a:ext cx="2272665" cy="646430"/>
            </a:xfrm>
            <a:prstGeom prst="rect">
              <a:avLst/>
            </a:prstGeom>
            <a:noFill/>
          </p:spPr>
          <p:txBody>
            <a:bodyPr wrap="square" bIns="0" rtlCol="0" anchor="ctr" anchorCtr="0"/>
            <a:lstStyle/>
            <a:p>
              <a:pPr algn="ctr"/>
              <a:r>
                <a:rPr lang="zh-CN" altLang="en-US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sym typeface="+mn-ea"/>
                </a:rPr>
                <a:t>设备故障风险</a:t>
              </a:r>
              <a:endParaRPr lang="zh-CN" altLang="en-US" sz="1800" spc="3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CN Bold" panose="020F0502020204030204" charset="-122"/>
                <a:ea typeface="思源黑体 CN Bold" panose="020F0502020204030204" charset="-122"/>
              </a:endParaRPr>
            </a:p>
          </p:txBody>
        </p:sp>
        <p:sp>
          <p:nvSpPr>
            <p:cNvPr id="72" name="椭圆 71"/>
            <p:cNvSpPr/>
            <p:nvPr/>
          </p:nvSpPr>
          <p:spPr>
            <a:xfrm>
              <a:off x="1188296" y="2573877"/>
              <a:ext cx="799074" cy="799074"/>
            </a:xfrm>
            <a:prstGeom prst="ellipse">
              <a:avLst/>
            </a:prstGeom>
            <a:noFill/>
            <a:ln w="15875">
              <a:solidFill>
                <a:srgbClr val="225D3A"/>
              </a:solidFill>
            </a:ln>
            <a:effectLst>
              <a:outerShdw blurRad="228600" dist="152400" algn="ctr" rotWithShape="0">
                <a:srgbClr val="235D3A">
                  <a:alpha val="3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/>
                <a:ea typeface="宋体" panose="02010600030101010101" pitchFamily="2" charset="-122"/>
                <a:cs typeface="Helvetica Neue"/>
              </a:endParaRPr>
            </a:p>
          </p:txBody>
        </p:sp>
        <p:pic>
          <p:nvPicPr>
            <p:cNvPr id="74" name="图形 7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65465" y="2658121"/>
              <a:ext cx="648668" cy="627743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>
            <p:custDataLst>
              <p:tags r:id="rId6"/>
            </p:custDataLst>
          </p:nvPr>
        </p:nvGrpSpPr>
        <p:grpSpPr>
          <a:xfrm>
            <a:off x="7057683" y="2312586"/>
            <a:ext cx="2673957" cy="3671377"/>
            <a:chOff x="7150644" y="2127463"/>
            <a:chExt cx="2272665" cy="3120398"/>
          </a:xfrm>
          <a:scene3d>
            <a:camera prst="perspectiveLeft">
              <a:rot lat="0" lon="1800000" rev="0"/>
            </a:camera>
            <a:lightRig rig="threePt" dir="t"/>
          </a:scene3d>
        </p:grpSpPr>
        <p:sp>
          <p:nvSpPr>
            <p:cNvPr id="60" name="圆角矩形 59"/>
            <p:cNvSpPr/>
            <p:nvPr/>
          </p:nvSpPr>
          <p:spPr>
            <a:xfrm>
              <a:off x="7287873" y="2151736"/>
              <a:ext cx="2083253" cy="3096125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圆角矩形 65"/>
            <p:cNvSpPr/>
            <p:nvPr/>
          </p:nvSpPr>
          <p:spPr>
            <a:xfrm>
              <a:off x="7289575" y="2127463"/>
              <a:ext cx="2083253" cy="48590"/>
            </a:xfrm>
            <a:prstGeom prst="roundRect">
              <a:avLst/>
            </a:prstGeom>
            <a:gradFill>
              <a:gsLst>
                <a:gs pos="42000">
                  <a:srgbClr val="235D3A"/>
                </a:gs>
                <a:gs pos="100000">
                  <a:srgbClr val="397D55"/>
                </a:gs>
              </a:gsLst>
              <a:lin ang="2700000" scaled="1"/>
            </a:gradFill>
            <a:ln>
              <a:noFill/>
            </a:ln>
            <a:effectLst>
              <a:outerShdw blurRad="228600" dist="152400" algn="ctr" rotWithShape="0">
                <a:srgbClr val="235D3A">
                  <a:alpha val="3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宋体" panose="02010600030101010101" pitchFamily="2" charset="-122"/>
                <a:cs typeface="Helvetica Neue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7"/>
              </p:custDataLst>
            </p:nvPr>
          </p:nvSpPr>
          <p:spPr>
            <a:xfrm>
              <a:off x="7150644" y="3560892"/>
              <a:ext cx="2272665" cy="646430"/>
            </a:xfrm>
            <a:prstGeom prst="rect">
              <a:avLst/>
            </a:prstGeom>
            <a:noFill/>
          </p:spPr>
          <p:txBody>
            <a:bodyPr wrap="square" bIns="0" rtlCol="0" anchor="ctr" anchorCtr="0"/>
            <a:lstStyle/>
            <a:p>
              <a:pPr algn="ctr"/>
              <a:r>
                <a:rPr lang="zh-CN" altLang="en-US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sym typeface="+mn-ea"/>
                </a:rPr>
                <a:t>操作失误风险</a:t>
              </a:r>
              <a:endParaRPr lang="zh-CN" altLang="en-US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  <a:p>
              <a:pPr algn="ctr"/>
              <a:endParaRPr lang="zh-CN" altLang="en-US" sz="1800" spc="3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CN Bold" panose="020F0502020204030204" charset="-122"/>
                <a:ea typeface="思源黑体 CN Bold" panose="020F0502020204030204" charset="-122"/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7917149" y="2693147"/>
              <a:ext cx="799074" cy="799074"/>
            </a:xfrm>
            <a:prstGeom prst="ellipse">
              <a:avLst/>
            </a:prstGeom>
            <a:noFill/>
            <a:ln w="15875">
              <a:solidFill>
                <a:srgbClr val="225D3A"/>
              </a:solidFill>
            </a:ln>
            <a:effectLst>
              <a:outerShdw blurRad="228600" dist="152400" algn="ctr" rotWithShape="0">
                <a:srgbClr val="235D3A">
                  <a:alpha val="3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/>
                <a:ea typeface="宋体" panose="02010600030101010101" pitchFamily="2" charset="-122"/>
                <a:cs typeface="Helvetica Neue"/>
              </a:endParaRPr>
            </a:p>
          </p:txBody>
        </p:sp>
        <p:pic>
          <p:nvPicPr>
            <p:cNvPr id="76" name="图形 75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051801" y="2864478"/>
              <a:ext cx="522514" cy="522514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>
            <p:custDataLst>
              <p:tags r:id="rId10"/>
            </p:custDataLst>
          </p:nvPr>
        </p:nvGrpSpPr>
        <p:grpSpPr>
          <a:xfrm>
            <a:off x="8991438" y="2161899"/>
            <a:ext cx="3115508" cy="3671378"/>
            <a:chOff x="9246961" y="2458767"/>
            <a:chExt cx="2647950" cy="3120398"/>
          </a:xfrm>
          <a:scene3d>
            <a:camera prst="perspectiveLeft">
              <a:rot lat="0" lon="2400000" rev="0"/>
            </a:camera>
            <a:lightRig rig="threePt" dir="t"/>
          </a:scene3d>
        </p:grpSpPr>
        <p:sp>
          <p:nvSpPr>
            <p:cNvPr id="67" name="圆角矩形 66"/>
            <p:cNvSpPr/>
            <p:nvPr/>
          </p:nvSpPr>
          <p:spPr>
            <a:xfrm>
              <a:off x="9521372" y="2483040"/>
              <a:ext cx="2083253" cy="3096125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圆角矩形 67"/>
            <p:cNvSpPr/>
            <p:nvPr/>
          </p:nvSpPr>
          <p:spPr>
            <a:xfrm>
              <a:off x="9521373" y="2458767"/>
              <a:ext cx="2083253" cy="48590"/>
            </a:xfrm>
            <a:prstGeom prst="roundRect">
              <a:avLst/>
            </a:prstGeom>
            <a:gradFill>
              <a:gsLst>
                <a:gs pos="42000">
                  <a:srgbClr val="235D3A"/>
                </a:gs>
                <a:gs pos="100000">
                  <a:srgbClr val="397D55"/>
                </a:gs>
              </a:gsLst>
              <a:lin ang="2700000" scaled="1"/>
            </a:gradFill>
            <a:ln>
              <a:noFill/>
            </a:ln>
            <a:effectLst>
              <a:outerShdw blurRad="228600" dist="152400" algn="ctr" rotWithShape="0">
                <a:srgbClr val="235D3A">
                  <a:alpha val="3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宋体" panose="02010600030101010101" pitchFamily="2" charset="-122"/>
                <a:cs typeface="Helvetica Neue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11"/>
              </p:custDataLst>
            </p:nvPr>
          </p:nvSpPr>
          <p:spPr>
            <a:xfrm>
              <a:off x="9246961" y="3786878"/>
              <a:ext cx="2647950" cy="939800"/>
            </a:xfrm>
            <a:prstGeom prst="rect">
              <a:avLst/>
            </a:prstGeom>
            <a:noFill/>
          </p:spPr>
          <p:txBody>
            <a:bodyPr wrap="square" bIns="0" rtlCol="0" anchor="ctr" anchorCtr="0"/>
            <a:lstStyle/>
            <a:p>
              <a:pPr algn="ctr"/>
              <a:r>
                <a:rPr lang="zh-CN" altLang="en-US" sz="1800" spc="3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思源黑体 CN Bold" panose="020F0502020204030204" charset="-122"/>
                  <a:ea typeface="思源黑体 CN Bold" panose="020F0502020204030204" charset="-122"/>
                </a:rPr>
                <a:t>第三方损失</a:t>
              </a:r>
              <a:r>
                <a:rPr lang="zh-CN" altLang="en-US" sz="1800" spc="3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思源黑体 CN Bold" panose="020F0502020204030204" charset="-122"/>
                  <a:ea typeface="思源黑体 CN Bold" panose="020F0502020204030204" charset="-122"/>
                </a:rPr>
                <a:t>风险</a:t>
              </a:r>
              <a:endParaRPr lang="zh-CN" altLang="en-US" sz="1800" spc="3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CN Bold" panose="020F0502020204030204" charset="-122"/>
                <a:ea typeface="思源黑体 CN Bold" panose="020F0502020204030204" charset="-122"/>
              </a:endParaRPr>
            </a:p>
          </p:txBody>
        </p:sp>
        <p:sp>
          <p:nvSpPr>
            <p:cNvPr id="80" name="椭圆 79"/>
            <p:cNvSpPr/>
            <p:nvPr/>
          </p:nvSpPr>
          <p:spPr>
            <a:xfrm>
              <a:off x="10123321" y="3024451"/>
              <a:ext cx="799074" cy="799074"/>
            </a:xfrm>
            <a:prstGeom prst="ellipse">
              <a:avLst/>
            </a:prstGeom>
            <a:noFill/>
            <a:ln w="15875">
              <a:solidFill>
                <a:srgbClr val="225D3A"/>
              </a:solidFill>
            </a:ln>
            <a:effectLst>
              <a:outerShdw blurRad="228600" dist="152400" algn="ctr" rotWithShape="0">
                <a:srgbClr val="235D3A">
                  <a:alpha val="3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/>
                <a:ea typeface="宋体" panose="02010600030101010101" pitchFamily="2" charset="-122"/>
                <a:cs typeface="Helvetica Neue"/>
              </a:endParaRPr>
            </a:p>
          </p:txBody>
        </p:sp>
        <p:grpSp>
          <p:nvGrpSpPr>
            <p:cNvPr id="90" name="组合 89"/>
            <p:cNvGrpSpPr/>
            <p:nvPr/>
          </p:nvGrpSpPr>
          <p:grpSpPr>
            <a:xfrm>
              <a:off x="10315509" y="3256105"/>
              <a:ext cx="410550" cy="410550"/>
              <a:chOff x="9880079" y="2207011"/>
              <a:chExt cx="1544091" cy="1544091"/>
            </a:xfrm>
          </p:grpSpPr>
          <p:sp>
            <p:nvSpPr>
              <p:cNvPr id="88" name="任意形状 87"/>
              <p:cNvSpPr/>
              <p:nvPr/>
            </p:nvSpPr>
            <p:spPr>
              <a:xfrm>
                <a:off x="9880079" y="2859678"/>
                <a:ext cx="1544091" cy="891424"/>
              </a:xfrm>
              <a:custGeom>
                <a:avLst/>
                <a:gdLst>
                  <a:gd name="connsiteX0" fmla="*/ 772046 w 1544091"/>
                  <a:gd name="connsiteY0" fmla="*/ 891425 h 891424"/>
                  <a:gd name="connsiteX1" fmla="*/ 1544092 w 1544091"/>
                  <a:gd name="connsiteY1" fmla="*/ 445703 h 891424"/>
                  <a:gd name="connsiteX2" fmla="*/ 772046 w 1544091"/>
                  <a:gd name="connsiteY2" fmla="*/ 0 h 891424"/>
                  <a:gd name="connsiteX3" fmla="*/ 0 w 1544091"/>
                  <a:gd name="connsiteY3" fmla="*/ 445703 h 891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44091" h="891424">
                    <a:moveTo>
                      <a:pt x="772046" y="891425"/>
                    </a:moveTo>
                    <a:lnTo>
                      <a:pt x="1544092" y="445703"/>
                    </a:lnTo>
                    <a:lnTo>
                      <a:pt x="772046" y="0"/>
                    </a:lnTo>
                    <a:lnTo>
                      <a:pt x="0" y="445703"/>
                    </a:lnTo>
                    <a:close/>
                  </a:path>
                </a:pathLst>
              </a:custGeom>
              <a:solidFill>
                <a:srgbClr val="235D3A">
                  <a:alpha val="47000"/>
                </a:srgbClr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9" name="任意形状 88"/>
              <p:cNvSpPr/>
              <p:nvPr/>
            </p:nvSpPr>
            <p:spPr>
              <a:xfrm>
                <a:off x="9880079" y="2207011"/>
                <a:ext cx="1544091" cy="891424"/>
              </a:xfrm>
              <a:custGeom>
                <a:avLst/>
                <a:gdLst>
                  <a:gd name="connsiteX0" fmla="*/ 772046 w 1544091"/>
                  <a:gd name="connsiteY0" fmla="*/ 891425 h 891424"/>
                  <a:gd name="connsiteX1" fmla="*/ 1544092 w 1544091"/>
                  <a:gd name="connsiteY1" fmla="*/ 445722 h 891424"/>
                  <a:gd name="connsiteX2" fmla="*/ 772046 w 1544091"/>
                  <a:gd name="connsiteY2" fmla="*/ 0 h 891424"/>
                  <a:gd name="connsiteX3" fmla="*/ 0 w 1544091"/>
                  <a:gd name="connsiteY3" fmla="*/ 445722 h 891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44091" h="891424">
                    <a:moveTo>
                      <a:pt x="772046" y="891425"/>
                    </a:moveTo>
                    <a:lnTo>
                      <a:pt x="1544092" y="445722"/>
                    </a:lnTo>
                    <a:lnTo>
                      <a:pt x="772046" y="0"/>
                    </a:lnTo>
                    <a:lnTo>
                      <a:pt x="0" y="445722"/>
                    </a:lnTo>
                    <a:close/>
                  </a:path>
                </a:pathLst>
              </a:custGeom>
              <a:solidFill>
                <a:srgbClr val="225D3A"/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/>
          <p:cNvGrpSpPr/>
          <p:nvPr>
            <p:custDataLst>
              <p:tags r:id="rId12"/>
            </p:custDataLst>
          </p:nvPr>
        </p:nvGrpSpPr>
        <p:grpSpPr>
          <a:xfrm>
            <a:off x="2396948" y="2360680"/>
            <a:ext cx="2673957" cy="3671377"/>
            <a:chOff x="2707459" y="2352750"/>
            <a:chExt cx="2272665" cy="3120398"/>
          </a:xfrm>
          <a:scene3d>
            <a:camera prst="perspectiveRight">
              <a:rot lat="0" lon="19800000" rev="0"/>
            </a:camera>
            <a:lightRig rig="threePt" dir="t"/>
          </a:scene3d>
        </p:grpSpPr>
        <p:sp>
          <p:nvSpPr>
            <p:cNvPr id="55" name="圆角矩形 54"/>
            <p:cNvSpPr/>
            <p:nvPr/>
          </p:nvSpPr>
          <p:spPr>
            <a:xfrm>
              <a:off x="2807212" y="2377023"/>
              <a:ext cx="2083253" cy="3096125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圆角矩形 55"/>
            <p:cNvSpPr/>
            <p:nvPr/>
          </p:nvSpPr>
          <p:spPr>
            <a:xfrm>
              <a:off x="2807212" y="2352750"/>
              <a:ext cx="2083253" cy="48590"/>
            </a:xfrm>
            <a:prstGeom prst="roundRect">
              <a:avLst/>
            </a:prstGeom>
            <a:gradFill>
              <a:gsLst>
                <a:gs pos="42000">
                  <a:srgbClr val="235D3A"/>
                </a:gs>
                <a:gs pos="100000">
                  <a:srgbClr val="397D55"/>
                </a:gs>
              </a:gsLst>
              <a:lin ang="2700000" scaled="1"/>
            </a:gradFill>
            <a:ln>
              <a:noFill/>
            </a:ln>
            <a:effectLst>
              <a:outerShdw blurRad="228600" dist="152400" algn="ctr" rotWithShape="0">
                <a:srgbClr val="235D3A">
                  <a:alpha val="3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宋体" panose="02010600030101010101" pitchFamily="2" charset="-122"/>
                <a:cs typeface="Helvetica Neue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13"/>
              </p:custDataLst>
            </p:nvPr>
          </p:nvSpPr>
          <p:spPr>
            <a:xfrm>
              <a:off x="2707459" y="3786179"/>
              <a:ext cx="2272665" cy="646430"/>
            </a:xfrm>
            <a:prstGeom prst="rect">
              <a:avLst/>
            </a:prstGeom>
            <a:noFill/>
          </p:spPr>
          <p:txBody>
            <a:bodyPr wrap="square" bIns="0" rtlCol="0" anchor="ctr" anchorCtr="0"/>
            <a:lstStyle/>
            <a:p>
              <a:pPr algn="ctr"/>
              <a:r>
                <a:rPr lang="zh-CN" altLang="en-US" dirty="0">
                  <a:solidFill>
                    <a:srgbClr val="151472"/>
                  </a:solidFill>
                  <a:latin typeface="迷你简菱心" panose="02010609000101010101" pitchFamily="49" charset="-122"/>
                  <a:ea typeface="迷你简菱心" panose="02010609000101010101" pitchFamily="49" charset="-122"/>
                  <a:sym typeface="+mn-ea"/>
                </a:rPr>
                <a:t>设备故障风险</a:t>
              </a:r>
              <a:endParaRPr lang="zh-CN" altLang="en-US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endParaRPr>
            </a:p>
            <a:p>
              <a:pPr algn="ctr"/>
              <a:endParaRPr lang="zh-CN" altLang="en-US" sz="1800" spc="3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CN Bold" panose="020F0502020204030204" charset="-122"/>
                <a:ea typeface="思源黑体 CN Bold" panose="020F0502020204030204" charset="-122"/>
              </a:endParaRPr>
            </a:p>
          </p:txBody>
        </p:sp>
        <p:sp>
          <p:nvSpPr>
            <p:cNvPr id="77" name="椭圆 76"/>
            <p:cNvSpPr/>
            <p:nvPr/>
          </p:nvSpPr>
          <p:spPr>
            <a:xfrm>
              <a:off x="3365439" y="2918434"/>
              <a:ext cx="799074" cy="799074"/>
            </a:xfrm>
            <a:prstGeom prst="ellipse">
              <a:avLst/>
            </a:prstGeom>
            <a:noFill/>
            <a:ln w="15875">
              <a:solidFill>
                <a:srgbClr val="225D3A"/>
              </a:solidFill>
            </a:ln>
            <a:effectLst>
              <a:outerShdw blurRad="228600" dist="152400" algn="ctr" rotWithShape="0">
                <a:srgbClr val="235D3A">
                  <a:alpha val="3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/>
                <a:ea typeface="宋体" panose="02010600030101010101" pitchFamily="2" charset="-122"/>
                <a:cs typeface="Helvetica Neue"/>
              </a:endParaRPr>
            </a:p>
          </p:txBody>
        </p:sp>
        <p:pic>
          <p:nvPicPr>
            <p:cNvPr id="86" name="图形 85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546929" y="3089764"/>
              <a:ext cx="449944" cy="449944"/>
            </a:xfrm>
            <a:prstGeom prst="rect">
              <a:avLst/>
            </a:prstGeom>
          </p:spPr>
        </p:pic>
      </p:grpSp>
      <p:sp>
        <p:nvSpPr>
          <p:cNvPr id="31" name="îṣļîḑé-Freeform: Shape 20"/>
          <p:cNvSpPr/>
          <p:nvPr/>
        </p:nvSpPr>
        <p:spPr bwMode="auto">
          <a:xfrm>
            <a:off x="1403649" y="3099795"/>
            <a:ext cx="370619" cy="299650"/>
          </a:xfrm>
          <a:custGeom>
            <a:avLst/>
            <a:gdLst>
              <a:gd name="T0" fmla="*/ 86 w 109"/>
              <a:gd name="T1" fmla="*/ 88 h 88"/>
              <a:gd name="T2" fmla="*/ 84 w 109"/>
              <a:gd name="T3" fmla="*/ 44 h 88"/>
              <a:gd name="T4" fmla="*/ 80 w 109"/>
              <a:gd name="T5" fmla="*/ 71 h 88"/>
              <a:gd name="T6" fmla="*/ 109 w 109"/>
              <a:gd name="T7" fmla="*/ 0 h 88"/>
              <a:gd name="T8" fmla="*/ 92 w 109"/>
              <a:gd name="T9" fmla="*/ 33 h 88"/>
              <a:gd name="T10" fmla="*/ 80 w 109"/>
              <a:gd name="T11" fmla="*/ 25 h 88"/>
              <a:gd name="T12" fmla="*/ 67 w 109"/>
              <a:gd name="T13" fmla="*/ 68 h 88"/>
              <a:gd name="T14" fmla="*/ 37 w 109"/>
              <a:gd name="T15" fmla="*/ 73 h 88"/>
              <a:gd name="T16" fmla="*/ 19 w 109"/>
              <a:gd name="T17" fmla="*/ 63 h 88"/>
              <a:gd name="T18" fmla="*/ 0 w 109"/>
              <a:gd name="T19" fmla="*/ 56 h 88"/>
              <a:gd name="T20" fmla="*/ 25 w 109"/>
              <a:gd name="T21" fmla="*/ 48 h 88"/>
              <a:gd name="T22" fmla="*/ 30 w 109"/>
              <a:gd name="T23" fmla="*/ 57 h 88"/>
              <a:gd name="T24" fmla="*/ 44 w 109"/>
              <a:gd name="T25" fmla="*/ 29 h 88"/>
              <a:gd name="T26" fmla="*/ 66 w 109"/>
              <a:gd name="T27" fmla="*/ 50 h 88"/>
              <a:gd name="T28" fmla="*/ 68 w 109"/>
              <a:gd name="T29" fmla="*/ 18 h 88"/>
              <a:gd name="T30" fmla="*/ 78 w 109"/>
              <a:gd name="T31" fmla="*/ 12 h 88"/>
              <a:gd name="T32" fmla="*/ 90 w 109"/>
              <a:gd name="T33" fmla="*/ 1 h 88"/>
              <a:gd name="T34" fmla="*/ 22 w 109"/>
              <a:gd name="T35" fmla="*/ 88 h 88"/>
              <a:gd name="T36" fmla="*/ 29 w 109"/>
              <a:gd name="T37" fmla="*/ 80 h 88"/>
              <a:gd name="T38" fmla="*/ 22 w 109"/>
              <a:gd name="T39" fmla="*/ 79 h 88"/>
              <a:gd name="T40" fmla="*/ 11 w 109"/>
              <a:gd name="T41" fmla="*/ 88 h 88"/>
              <a:gd name="T42" fmla="*/ 17 w 109"/>
              <a:gd name="T43" fmla="*/ 71 h 88"/>
              <a:gd name="T44" fmla="*/ 11 w 109"/>
              <a:gd name="T45" fmla="*/ 73 h 88"/>
              <a:gd name="T46" fmla="*/ 34 w 109"/>
              <a:gd name="T47" fmla="*/ 88 h 88"/>
              <a:gd name="T48" fmla="*/ 40 w 109"/>
              <a:gd name="T49" fmla="*/ 79 h 88"/>
              <a:gd name="T50" fmla="*/ 34 w 109"/>
              <a:gd name="T51" fmla="*/ 80 h 88"/>
              <a:gd name="T52" fmla="*/ 45 w 109"/>
              <a:gd name="T53" fmla="*/ 88 h 88"/>
              <a:gd name="T54" fmla="*/ 52 w 109"/>
              <a:gd name="T55" fmla="*/ 63 h 88"/>
              <a:gd name="T56" fmla="*/ 45 w 109"/>
              <a:gd name="T57" fmla="*/ 69 h 88"/>
              <a:gd name="T58" fmla="*/ 57 w 109"/>
              <a:gd name="T59" fmla="*/ 88 h 88"/>
              <a:gd name="T60" fmla="*/ 63 w 109"/>
              <a:gd name="T61" fmla="*/ 73 h 88"/>
              <a:gd name="T62" fmla="*/ 57 w 109"/>
              <a:gd name="T63" fmla="*/ 88 h 88"/>
              <a:gd name="T64" fmla="*/ 75 w 109"/>
              <a:gd name="T65" fmla="*/ 88 h 88"/>
              <a:gd name="T66" fmla="*/ 68 w 109"/>
              <a:gd name="T67" fmla="*/ 75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9" h="88">
                <a:moveTo>
                  <a:pt x="80" y="88"/>
                </a:moveTo>
                <a:cubicBezTo>
                  <a:pt x="86" y="88"/>
                  <a:pt x="86" y="88"/>
                  <a:pt x="86" y="88"/>
                </a:cubicBezTo>
                <a:cubicBezTo>
                  <a:pt x="86" y="44"/>
                  <a:pt x="86" y="44"/>
                  <a:pt x="86" y="44"/>
                </a:cubicBezTo>
                <a:cubicBezTo>
                  <a:pt x="84" y="44"/>
                  <a:pt x="84" y="44"/>
                  <a:pt x="84" y="44"/>
                </a:cubicBezTo>
                <a:cubicBezTo>
                  <a:pt x="82" y="70"/>
                  <a:pt x="82" y="70"/>
                  <a:pt x="82" y="70"/>
                </a:cubicBezTo>
                <a:cubicBezTo>
                  <a:pt x="80" y="71"/>
                  <a:pt x="80" y="71"/>
                  <a:pt x="80" y="71"/>
                </a:cubicBezTo>
                <a:cubicBezTo>
                  <a:pt x="80" y="88"/>
                  <a:pt x="80" y="88"/>
                  <a:pt x="80" y="88"/>
                </a:cubicBezTo>
                <a:close/>
                <a:moveTo>
                  <a:pt x="109" y="0"/>
                </a:moveTo>
                <a:cubicBezTo>
                  <a:pt x="100" y="17"/>
                  <a:pt x="100" y="17"/>
                  <a:pt x="100" y="17"/>
                </a:cubicBezTo>
                <a:cubicBezTo>
                  <a:pt x="92" y="33"/>
                  <a:pt x="92" y="33"/>
                  <a:pt x="92" y="33"/>
                </a:cubicBezTo>
                <a:cubicBezTo>
                  <a:pt x="84" y="22"/>
                  <a:pt x="84" y="22"/>
                  <a:pt x="84" y="22"/>
                </a:cubicBezTo>
                <a:cubicBezTo>
                  <a:pt x="80" y="25"/>
                  <a:pt x="80" y="25"/>
                  <a:pt x="80" y="25"/>
                </a:cubicBezTo>
                <a:cubicBezTo>
                  <a:pt x="77" y="64"/>
                  <a:pt x="77" y="64"/>
                  <a:pt x="77" y="64"/>
                </a:cubicBezTo>
                <a:cubicBezTo>
                  <a:pt x="67" y="68"/>
                  <a:pt x="67" y="68"/>
                  <a:pt x="67" y="68"/>
                </a:cubicBezTo>
                <a:cubicBezTo>
                  <a:pt x="48" y="50"/>
                  <a:pt x="48" y="50"/>
                  <a:pt x="48" y="50"/>
                </a:cubicBezTo>
                <a:cubicBezTo>
                  <a:pt x="37" y="73"/>
                  <a:pt x="37" y="73"/>
                  <a:pt x="37" y="73"/>
                </a:cubicBezTo>
                <a:cubicBezTo>
                  <a:pt x="26" y="73"/>
                  <a:pt x="26" y="73"/>
                  <a:pt x="26" y="73"/>
                </a:cubicBezTo>
                <a:cubicBezTo>
                  <a:pt x="19" y="63"/>
                  <a:pt x="19" y="63"/>
                  <a:pt x="19" y="63"/>
                </a:cubicBezTo>
                <a:cubicBezTo>
                  <a:pt x="4" y="67"/>
                  <a:pt x="4" y="67"/>
                  <a:pt x="4" y="67"/>
                </a:cubicBezTo>
                <a:cubicBezTo>
                  <a:pt x="0" y="56"/>
                  <a:pt x="0" y="56"/>
                  <a:pt x="0" y="56"/>
                </a:cubicBezTo>
                <a:cubicBezTo>
                  <a:pt x="20" y="50"/>
                  <a:pt x="20" y="50"/>
                  <a:pt x="20" y="50"/>
                </a:cubicBezTo>
                <a:cubicBezTo>
                  <a:pt x="25" y="48"/>
                  <a:pt x="25" y="48"/>
                  <a:pt x="25" y="48"/>
                </a:cubicBezTo>
                <a:cubicBezTo>
                  <a:pt x="27" y="52"/>
                  <a:pt x="27" y="52"/>
                  <a:pt x="27" y="52"/>
                </a:cubicBezTo>
                <a:cubicBezTo>
                  <a:pt x="30" y="57"/>
                  <a:pt x="30" y="57"/>
                  <a:pt x="30" y="57"/>
                </a:cubicBezTo>
                <a:cubicBezTo>
                  <a:pt x="40" y="37"/>
                  <a:pt x="40" y="37"/>
                  <a:pt x="40" y="37"/>
                </a:cubicBezTo>
                <a:cubicBezTo>
                  <a:pt x="44" y="29"/>
                  <a:pt x="44" y="29"/>
                  <a:pt x="44" y="29"/>
                </a:cubicBezTo>
                <a:cubicBezTo>
                  <a:pt x="50" y="35"/>
                  <a:pt x="50" y="35"/>
                  <a:pt x="50" y="35"/>
                </a:cubicBezTo>
                <a:cubicBezTo>
                  <a:pt x="66" y="50"/>
                  <a:pt x="66" y="50"/>
                  <a:pt x="66" y="50"/>
                </a:cubicBezTo>
                <a:cubicBezTo>
                  <a:pt x="68" y="21"/>
                  <a:pt x="68" y="21"/>
                  <a:pt x="68" y="21"/>
                </a:cubicBezTo>
                <a:cubicBezTo>
                  <a:pt x="68" y="18"/>
                  <a:pt x="68" y="18"/>
                  <a:pt x="68" y="18"/>
                </a:cubicBezTo>
                <a:cubicBezTo>
                  <a:pt x="71" y="16"/>
                  <a:pt x="71" y="16"/>
                  <a:pt x="71" y="16"/>
                </a:cubicBezTo>
                <a:cubicBezTo>
                  <a:pt x="78" y="12"/>
                  <a:pt x="78" y="12"/>
                  <a:pt x="78" y="12"/>
                </a:cubicBezTo>
                <a:cubicBezTo>
                  <a:pt x="72" y="2"/>
                  <a:pt x="72" y="2"/>
                  <a:pt x="72" y="2"/>
                </a:cubicBezTo>
                <a:cubicBezTo>
                  <a:pt x="90" y="1"/>
                  <a:pt x="90" y="1"/>
                  <a:pt x="90" y="1"/>
                </a:cubicBezTo>
                <a:cubicBezTo>
                  <a:pt x="109" y="0"/>
                  <a:pt x="109" y="0"/>
                  <a:pt x="109" y="0"/>
                </a:cubicBezTo>
                <a:close/>
                <a:moveTo>
                  <a:pt x="22" y="88"/>
                </a:moveTo>
                <a:cubicBezTo>
                  <a:pt x="24" y="88"/>
                  <a:pt x="27" y="88"/>
                  <a:pt x="29" y="88"/>
                </a:cubicBezTo>
                <a:cubicBezTo>
                  <a:pt x="29" y="80"/>
                  <a:pt x="29" y="80"/>
                  <a:pt x="29" y="80"/>
                </a:cubicBezTo>
                <a:cubicBezTo>
                  <a:pt x="23" y="81"/>
                  <a:pt x="23" y="81"/>
                  <a:pt x="23" y="81"/>
                </a:cubicBezTo>
                <a:cubicBezTo>
                  <a:pt x="22" y="79"/>
                  <a:pt x="22" y="79"/>
                  <a:pt x="22" y="79"/>
                </a:cubicBezTo>
                <a:cubicBezTo>
                  <a:pt x="22" y="88"/>
                  <a:pt x="22" y="88"/>
                  <a:pt x="22" y="88"/>
                </a:cubicBezTo>
                <a:close/>
                <a:moveTo>
                  <a:pt x="11" y="88"/>
                </a:moveTo>
                <a:cubicBezTo>
                  <a:pt x="17" y="88"/>
                  <a:pt x="17" y="88"/>
                  <a:pt x="17" y="88"/>
                </a:cubicBezTo>
                <a:cubicBezTo>
                  <a:pt x="17" y="71"/>
                  <a:pt x="17" y="71"/>
                  <a:pt x="17" y="71"/>
                </a:cubicBezTo>
                <a:cubicBezTo>
                  <a:pt x="17" y="71"/>
                  <a:pt x="17" y="71"/>
                  <a:pt x="17" y="71"/>
                </a:cubicBezTo>
                <a:cubicBezTo>
                  <a:pt x="11" y="73"/>
                  <a:pt x="11" y="73"/>
                  <a:pt x="11" y="73"/>
                </a:cubicBezTo>
                <a:cubicBezTo>
                  <a:pt x="11" y="88"/>
                  <a:pt x="11" y="88"/>
                  <a:pt x="11" y="88"/>
                </a:cubicBezTo>
                <a:close/>
                <a:moveTo>
                  <a:pt x="34" y="88"/>
                </a:moveTo>
                <a:cubicBezTo>
                  <a:pt x="36" y="88"/>
                  <a:pt x="38" y="88"/>
                  <a:pt x="40" y="88"/>
                </a:cubicBezTo>
                <a:cubicBezTo>
                  <a:pt x="40" y="79"/>
                  <a:pt x="40" y="79"/>
                  <a:pt x="40" y="79"/>
                </a:cubicBezTo>
                <a:cubicBezTo>
                  <a:pt x="40" y="80"/>
                  <a:pt x="40" y="80"/>
                  <a:pt x="40" y="80"/>
                </a:cubicBezTo>
                <a:cubicBezTo>
                  <a:pt x="34" y="80"/>
                  <a:pt x="34" y="80"/>
                  <a:pt x="34" y="80"/>
                </a:cubicBezTo>
                <a:cubicBezTo>
                  <a:pt x="34" y="88"/>
                  <a:pt x="34" y="88"/>
                  <a:pt x="34" y="88"/>
                </a:cubicBezTo>
                <a:close/>
                <a:moveTo>
                  <a:pt x="45" y="88"/>
                </a:moveTo>
                <a:cubicBezTo>
                  <a:pt x="47" y="88"/>
                  <a:pt x="50" y="88"/>
                  <a:pt x="52" y="88"/>
                </a:cubicBezTo>
                <a:cubicBezTo>
                  <a:pt x="52" y="63"/>
                  <a:pt x="52" y="63"/>
                  <a:pt x="52" y="63"/>
                </a:cubicBezTo>
                <a:cubicBezTo>
                  <a:pt x="49" y="60"/>
                  <a:pt x="49" y="60"/>
                  <a:pt x="49" y="60"/>
                </a:cubicBezTo>
                <a:cubicBezTo>
                  <a:pt x="45" y="69"/>
                  <a:pt x="45" y="69"/>
                  <a:pt x="45" y="69"/>
                </a:cubicBezTo>
                <a:cubicBezTo>
                  <a:pt x="45" y="88"/>
                  <a:pt x="45" y="88"/>
                  <a:pt x="45" y="88"/>
                </a:cubicBezTo>
                <a:close/>
                <a:moveTo>
                  <a:pt x="57" y="88"/>
                </a:moveTo>
                <a:cubicBezTo>
                  <a:pt x="59" y="88"/>
                  <a:pt x="61" y="88"/>
                  <a:pt x="63" y="88"/>
                </a:cubicBezTo>
                <a:cubicBezTo>
                  <a:pt x="63" y="73"/>
                  <a:pt x="63" y="73"/>
                  <a:pt x="63" y="73"/>
                </a:cubicBezTo>
                <a:cubicBezTo>
                  <a:pt x="57" y="67"/>
                  <a:pt x="57" y="67"/>
                  <a:pt x="57" y="67"/>
                </a:cubicBezTo>
                <a:cubicBezTo>
                  <a:pt x="57" y="88"/>
                  <a:pt x="57" y="88"/>
                  <a:pt x="57" y="88"/>
                </a:cubicBezTo>
                <a:close/>
                <a:moveTo>
                  <a:pt x="68" y="88"/>
                </a:moveTo>
                <a:cubicBezTo>
                  <a:pt x="70" y="88"/>
                  <a:pt x="73" y="88"/>
                  <a:pt x="75" y="88"/>
                </a:cubicBezTo>
                <a:cubicBezTo>
                  <a:pt x="75" y="72"/>
                  <a:pt x="75" y="72"/>
                  <a:pt x="75" y="72"/>
                </a:cubicBezTo>
                <a:cubicBezTo>
                  <a:pt x="68" y="75"/>
                  <a:pt x="68" y="75"/>
                  <a:pt x="68" y="75"/>
                </a:cubicBezTo>
                <a:lnTo>
                  <a:pt x="68" y="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53" name="îṣļîḑé-Oval 10"/>
          <p:cNvSpPr/>
          <p:nvPr/>
        </p:nvSpPr>
        <p:spPr>
          <a:xfrm>
            <a:off x="5165102" y="2619445"/>
            <a:ext cx="1960098" cy="196009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54" name="îṣļîḑé-Arrow: Right 11"/>
          <p:cNvSpPr/>
          <p:nvPr/>
        </p:nvSpPr>
        <p:spPr>
          <a:xfrm rot="16200000">
            <a:off x="5857265" y="3294119"/>
            <a:ext cx="575773" cy="533096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61" name="文本框 60"/>
          <p:cNvSpPr txBox="1"/>
          <p:nvPr/>
        </p:nvSpPr>
        <p:spPr>
          <a:xfrm>
            <a:off x="422275" y="399415"/>
            <a:ext cx="5174615" cy="8820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400" b="1" noProof="0" dirty="0">
                <a:ln>
                  <a:noFill/>
                </a:ln>
                <a:solidFill>
                  <a:srgbClr val="225D3A"/>
                </a:solidFill>
                <a:effectLst/>
                <a:uLnTx/>
                <a:uFillTx/>
                <a:latin typeface="思源宋体 CN Heavy" panose="02020900000000000000" pitchFamily="18" charset="-128"/>
                <a:ea typeface="思源宋体 CN Heavy" panose="02020900000000000000" pitchFamily="18" charset="-128"/>
                <a:sym typeface="+mn-ea"/>
              </a:rPr>
              <a:t>三</a:t>
            </a:r>
            <a:r>
              <a:rPr lang="en-US" altLang="zh-CN" sz="4400" b="1" noProof="0" dirty="0">
                <a:ln>
                  <a:noFill/>
                </a:ln>
                <a:solidFill>
                  <a:srgbClr val="225D3A"/>
                </a:solidFill>
                <a:effectLst/>
                <a:uLnTx/>
                <a:uFillTx/>
                <a:latin typeface="思源宋体 CN Heavy" panose="02020900000000000000" pitchFamily="18" charset="-128"/>
                <a:ea typeface="思源宋体 CN Heavy" panose="02020900000000000000" pitchFamily="18" charset="-128"/>
                <a:sym typeface="+mn-ea"/>
              </a:rPr>
              <a:t>.</a:t>
            </a:r>
            <a:r>
              <a:rPr lang="zh-CN" altLang="en-US" sz="4400" b="1" noProof="0" dirty="0">
                <a:ln>
                  <a:noFill/>
                </a:ln>
                <a:solidFill>
                  <a:srgbClr val="225D3A"/>
                </a:solidFill>
                <a:effectLst/>
                <a:uLnTx/>
                <a:uFillTx/>
                <a:latin typeface="思源宋体 CN Heavy" panose="02020900000000000000" pitchFamily="18" charset="-128"/>
                <a:ea typeface="思源宋体 CN Heavy" panose="02020900000000000000" pitchFamily="18" charset="-128"/>
                <a:sym typeface="+mn-ea"/>
              </a:rPr>
              <a:t>风险分析及对策</a:t>
            </a:r>
            <a:endParaRPr kumimoji="0" lang="zh-CN" altLang="en-US" sz="4400" b="1" i="0" u="none" strike="noStrike" cap="none" spc="0" normalizeH="0" baseline="0" noProof="0" dirty="0" smtClean="0">
              <a:ln>
                <a:noFill/>
              </a:ln>
              <a:solidFill>
                <a:srgbClr val="225D3A"/>
              </a:solidFill>
              <a:effectLst/>
              <a:uLnTx/>
              <a:uFillTx/>
              <a:latin typeface="思源宋体 CN Heavy" panose="02020900000000000000" pitchFamily="18" charset="-128"/>
              <a:ea typeface="思源宋体 CN Heavy" panose="02020900000000000000" pitchFamily="18" charset="-128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形 13"/>
          <p:cNvSpPr/>
          <p:nvPr/>
        </p:nvSpPr>
        <p:spPr>
          <a:xfrm>
            <a:off x="695324" y="1270466"/>
            <a:ext cx="5804170" cy="5074772"/>
          </a:xfrm>
          <a:custGeom>
            <a:avLst/>
            <a:gdLst>
              <a:gd name="connsiteX0" fmla="*/ 3808095 w 4680584"/>
              <a:gd name="connsiteY0" fmla="*/ 0 h 3738562"/>
              <a:gd name="connsiteX1" fmla="*/ 4457700 w 4680584"/>
              <a:gd name="connsiteY1" fmla="*/ 0 h 3738562"/>
              <a:gd name="connsiteX2" fmla="*/ 4680585 w 4680584"/>
              <a:gd name="connsiteY2" fmla="*/ 222885 h 3738562"/>
              <a:gd name="connsiteX3" fmla="*/ 4680585 w 4680584"/>
              <a:gd name="connsiteY3" fmla="*/ 1430655 h 3738562"/>
              <a:gd name="connsiteX4" fmla="*/ 4564380 w 4680584"/>
              <a:gd name="connsiteY4" fmla="*/ 1625918 h 3738562"/>
              <a:gd name="connsiteX5" fmla="*/ 4021455 w 4680584"/>
              <a:gd name="connsiteY5" fmla="*/ 1921193 h 3738562"/>
              <a:gd name="connsiteX6" fmla="*/ 3905250 w 4680584"/>
              <a:gd name="connsiteY6" fmla="*/ 2116455 h 3738562"/>
              <a:gd name="connsiteX7" fmla="*/ 3905250 w 4680584"/>
              <a:gd name="connsiteY7" fmla="*/ 3515678 h 3738562"/>
              <a:gd name="connsiteX8" fmla="*/ 3682365 w 4680584"/>
              <a:gd name="connsiteY8" fmla="*/ 3738563 h 3738562"/>
              <a:gd name="connsiteX9" fmla="*/ 222885 w 4680584"/>
              <a:gd name="connsiteY9" fmla="*/ 3738563 h 3738562"/>
              <a:gd name="connsiteX10" fmla="*/ 0 w 4680584"/>
              <a:gd name="connsiteY10" fmla="*/ 3516630 h 3738562"/>
              <a:gd name="connsiteX11" fmla="*/ 0 w 4680584"/>
              <a:gd name="connsiteY11" fmla="*/ 222885 h 3738562"/>
              <a:gd name="connsiteX12" fmla="*/ 222885 w 4680584"/>
              <a:gd name="connsiteY12" fmla="*/ 0 h 3738562"/>
              <a:gd name="connsiteX13" fmla="*/ 3808095 w 4680584"/>
              <a:gd name="connsiteY13" fmla="*/ 0 h 3738562"/>
              <a:gd name="connsiteX14" fmla="*/ 3808095 w 4680584"/>
              <a:gd name="connsiteY14" fmla="*/ 0 h 3738562"/>
              <a:gd name="connsiteX15" fmla="*/ 3808095 w 4680584"/>
              <a:gd name="connsiteY15" fmla="*/ 0 h 3738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680584" h="3738562">
                <a:moveTo>
                  <a:pt x="3808095" y="0"/>
                </a:moveTo>
                <a:lnTo>
                  <a:pt x="4457700" y="0"/>
                </a:lnTo>
                <a:cubicBezTo>
                  <a:pt x="4580573" y="0"/>
                  <a:pt x="4680585" y="100013"/>
                  <a:pt x="4680585" y="222885"/>
                </a:cubicBezTo>
                <a:lnTo>
                  <a:pt x="4680585" y="1430655"/>
                </a:lnTo>
                <a:cubicBezTo>
                  <a:pt x="4680585" y="1512570"/>
                  <a:pt x="4635818" y="1586865"/>
                  <a:pt x="4564380" y="1625918"/>
                </a:cubicBezTo>
                <a:lnTo>
                  <a:pt x="4021455" y="1921193"/>
                </a:lnTo>
                <a:cubicBezTo>
                  <a:pt x="3950018" y="1960245"/>
                  <a:pt x="3905250" y="2035493"/>
                  <a:pt x="3905250" y="2116455"/>
                </a:cubicBezTo>
                <a:lnTo>
                  <a:pt x="3905250" y="3515678"/>
                </a:lnTo>
                <a:cubicBezTo>
                  <a:pt x="3905250" y="3638550"/>
                  <a:pt x="3805238" y="3738563"/>
                  <a:pt x="3682365" y="3738563"/>
                </a:cubicBezTo>
                <a:lnTo>
                  <a:pt x="222885" y="3738563"/>
                </a:lnTo>
                <a:cubicBezTo>
                  <a:pt x="100013" y="3738563"/>
                  <a:pt x="0" y="3639503"/>
                  <a:pt x="0" y="3516630"/>
                </a:cubicBezTo>
                <a:lnTo>
                  <a:pt x="0" y="222885"/>
                </a:lnTo>
                <a:cubicBezTo>
                  <a:pt x="0" y="100013"/>
                  <a:pt x="100013" y="0"/>
                  <a:pt x="222885" y="0"/>
                </a:cubicBezTo>
                <a:lnTo>
                  <a:pt x="3808095" y="0"/>
                </a:lnTo>
                <a:lnTo>
                  <a:pt x="3808095" y="0"/>
                </a:lnTo>
                <a:lnTo>
                  <a:pt x="3808095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30000"/>
            </a:schemeClr>
          </a:solidFill>
          <a:ln w="12700" cap="flat">
            <a:solidFill>
              <a:schemeClr val="accent2">
                <a:alpha val="56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 panose="020F0502020204030204"/>
              <a:ea typeface="思源黑体 CN Regular"/>
              <a:cs typeface="+mn-cs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122744" y="2745349"/>
            <a:ext cx="4112196" cy="769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419100" dist="215900" dir="2700000" sx="98000" sy="98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F0502020204030204"/>
              <a:ea typeface="思源黑体 CN Regular"/>
              <a:cs typeface="+mn-cs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1122744" y="3831893"/>
            <a:ext cx="4112196" cy="769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419100" dist="215900" dir="2700000" sx="98000" sy="98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F0502020204030204"/>
              <a:ea typeface="思源黑体 CN Regular"/>
              <a:cs typeface="+mn-cs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1122744" y="4918437"/>
            <a:ext cx="4112196" cy="769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419100" dist="215900" dir="2700000" sx="98000" sy="98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F0502020204030204"/>
              <a:ea typeface="思源黑体 CN Regular"/>
              <a:cs typeface="+mn-cs"/>
            </a:endParaRPr>
          </a:p>
        </p:txBody>
      </p:sp>
      <p:sp>
        <p:nvSpPr>
          <p:cNvPr id="16" name="图形 13"/>
          <p:cNvSpPr/>
          <p:nvPr/>
        </p:nvSpPr>
        <p:spPr>
          <a:xfrm flipH="1" flipV="1">
            <a:off x="5692505" y="1270466"/>
            <a:ext cx="5804170" cy="5074772"/>
          </a:xfrm>
          <a:custGeom>
            <a:avLst/>
            <a:gdLst>
              <a:gd name="connsiteX0" fmla="*/ 3808095 w 4680584"/>
              <a:gd name="connsiteY0" fmla="*/ 0 h 3738562"/>
              <a:gd name="connsiteX1" fmla="*/ 4457700 w 4680584"/>
              <a:gd name="connsiteY1" fmla="*/ 0 h 3738562"/>
              <a:gd name="connsiteX2" fmla="*/ 4680585 w 4680584"/>
              <a:gd name="connsiteY2" fmla="*/ 222885 h 3738562"/>
              <a:gd name="connsiteX3" fmla="*/ 4680585 w 4680584"/>
              <a:gd name="connsiteY3" fmla="*/ 1430655 h 3738562"/>
              <a:gd name="connsiteX4" fmla="*/ 4564380 w 4680584"/>
              <a:gd name="connsiteY4" fmla="*/ 1625918 h 3738562"/>
              <a:gd name="connsiteX5" fmla="*/ 4021455 w 4680584"/>
              <a:gd name="connsiteY5" fmla="*/ 1921193 h 3738562"/>
              <a:gd name="connsiteX6" fmla="*/ 3905250 w 4680584"/>
              <a:gd name="connsiteY6" fmla="*/ 2116455 h 3738562"/>
              <a:gd name="connsiteX7" fmla="*/ 3905250 w 4680584"/>
              <a:gd name="connsiteY7" fmla="*/ 3515678 h 3738562"/>
              <a:gd name="connsiteX8" fmla="*/ 3682365 w 4680584"/>
              <a:gd name="connsiteY8" fmla="*/ 3738563 h 3738562"/>
              <a:gd name="connsiteX9" fmla="*/ 222885 w 4680584"/>
              <a:gd name="connsiteY9" fmla="*/ 3738563 h 3738562"/>
              <a:gd name="connsiteX10" fmla="*/ 0 w 4680584"/>
              <a:gd name="connsiteY10" fmla="*/ 3516630 h 3738562"/>
              <a:gd name="connsiteX11" fmla="*/ 0 w 4680584"/>
              <a:gd name="connsiteY11" fmla="*/ 222885 h 3738562"/>
              <a:gd name="connsiteX12" fmla="*/ 222885 w 4680584"/>
              <a:gd name="connsiteY12" fmla="*/ 0 h 3738562"/>
              <a:gd name="connsiteX13" fmla="*/ 3808095 w 4680584"/>
              <a:gd name="connsiteY13" fmla="*/ 0 h 3738562"/>
              <a:gd name="connsiteX14" fmla="*/ 3808095 w 4680584"/>
              <a:gd name="connsiteY14" fmla="*/ 0 h 3738562"/>
              <a:gd name="connsiteX15" fmla="*/ 3808095 w 4680584"/>
              <a:gd name="connsiteY15" fmla="*/ 0 h 3738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680584" h="3738562">
                <a:moveTo>
                  <a:pt x="3808095" y="0"/>
                </a:moveTo>
                <a:lnTo>
                  <a:pt x="4457700" y="0"/>
                </a:lnTo>
                <a:cubicBezTo>
                  <a:pt x="4580573" y="0"/>
                  <a:pt x="4680585" y="100013"/>
                  <a:pt x="4680585" y="222885"/>
                </a:cubicBezTo>
                <a:lnTo>
                  <a:pt x="4680585" y="1430655"/>
                </a:lnTo>
                <a:cubicBezTo>
                  <a:pt x="4680585" y="1512570"/>
                  <a:pt x="4635818" y="1586865"/>
                  <a:pt x="4564380" y="1625918"/>
                </a:cubicBezTo>
                <a:lnTo>
                  <a:pt x="4021455" y="1921193"/>
                </a:lnTo>
                <a:cubicBezTo>
                  <a:pt x="3950018" y="1960245"/>
                  <a:pt x="3905250" y="2035493"/>
                  <a:pt x="3905250" y="2116455"/>
                </a:cubicBezTo>
                <a:lnTo>
                  <a:pt x="3905250" y="3515678"/>
                </a:lnTo>
                <a:cubicBezTo>
                  <a:pt x="3905250" y="3638550"/>
                  <a:pt x="3805238" y="3738563"/>
                  <a:pt x="3682365" y="3738563"/>
                </a:cubicBezTo>
                <a:lnTo>
                  <a:pt x="222885" y="3738563"/>
                </a:lnTo>
                <a:cubicBezTo>
                  <a:pt x="100013" y="3738563"/>
                  <a:pt x="0" y="3639503"/>
                  <a:pt x="0" y="3516630"/>
                </a:cubicBezTo>
                <a:lnTo>
                  <a:pt x="0" y="222885"/>
                </a:lnTo>
                <a:cubicBezTo>
                  <a:pt x="0" y="100013"/>
                  <a:pt x="100013" y="0"/>
                  <a:pt x="222885" y="0"/>
                </a:cubicBezTo>
                <a:lnTo>
                  <a:pt x="3808095" y="0"/>
                </a:lnTo>
                <a:lnTo>
                  <a:pt x="3808095" y="0"/>
                </a:lnTo>
                <a:lnTo>
                  <a:pt x="3808095" y="0"/>
                </a:lnTo>
                <a:close/>
              </a:path>
            </a:pathLst>
          </a:custGeom>
          <a:gradFill>
            <a:gsLst>
              <a:gs pos="4200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  <a:effectLst>
            <a:outerShdw blurRad="228600" dist="152400" algn="ctr" rotWithShape="0">
              <a:schemeClr val="accent1">
                <a:alpha val="30000"/>
              </a:scheme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" name="矩形: 圆角 2"/>
          <p:cNvSpPr/>
          <p:nvPr/>
        </p:nvSpPr>
        <p:spPr>
          <a:xfrm>
            <a:off x="1122744" y="1782501"/>
            <a:ext cx="1562582" cy="59030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92000">
                <a:schemeClr val="accent2">
                  <a:lumMod val="91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419100" dist="114300" dir="2700000" sx="98000" sy="98000" algn="tl" rotWithShape="0">
              <a:schemeClr val="accent2">
                <a:alpha val="3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F0502020204030204"/>
                <a:ea typeface="思源黑体 CN Bold" panose="020F0502020204030204"/>
                <a:cs typeface="+mn-cs"/>
              </a:rPr>
              <a:t>风险规避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F0502020204030204"/>
              <a:ea typeface="思源黑体 CN Bold" panose="020F0502020204030204"/>
              <a:cs typeface="+mn-cs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9506673" y="1782501"/>
            <a:ext cx="1562582" cy="59030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419100" dist="114300" dir="2700000" sx="98000" sy="98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Bold" panose="020F0502020204030204"/>
                <a:ea typeface="思源黑体 CN Bold" panose="020F0502020204030204"/>
                <a:cs typeface="+mn-cs"/>
              </a:rPr>
              <a:t>风险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Bold" panose="020F0502020204030204"/>
                <a:ea typeface="思源黑体 CN Bold" panose="020F0502020204030204"/>
                <a:cs typeface="+mn-cs"/>
              </a:rPr>
              <a:t>转移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Bold" panose="020F0502020204030204"/>
              <a:ea typeface="思源黑体 CN Bold" panose="020F0502020204030204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329606" y="2958554"/>
            <a:ext cx="343210" cy="343210"/>
            <a:chOff x="1199678" y="2946129"/>
            <a:chExt cx="343210" cy="343210"/>
          </a:xfrm>
        </p:grpSpPr>
        <p:sp>
          <p:nvSpPr>
            <p:cNvPr id="9" name="椭圆 8"/>
            <p:cNvSpPr/>
            <p:nvPr/>
          </p:nvSpPr>
          <p:spPr>
            <a:xfrm>
              <a:off x="1199678" y="2946129"/>
              <a:ext cx="343210" cy="343210"/>
            </a:xfrm>
            <a:prstGeom prst="ellipse">
              <a:avLst/>
            </a:prstGeom>
            <a:gradFill flip="none" rotWithShape="1">
              <a:gsLst>
                <a:gs pos="95000">
                  <a:schemeClr val="accent1">
                    <a:lumMod val="60000"/>
                    <a:lumOff val="40000"/>
                  </a:schemeClr>
                </a:gs>
                <a:gs pos="57000">
                  <a:schemeClr val="accent1">
                    <a:lumMod val="10000"/>
                    <a:lumOff val="90000"/>
                  </a:schemeClr>
                </a:gs>
                <a:gs pos="45000">
                  <a:schemeClr val="accent1">
                    <a:lumMod val="10000"/>
                    <a:lumOff val="90000"/>
                  </a:schemeClr>
                </a:gs>
                <a:gs pos="5000">
                  <a:schemeClr val="accent1">
                    <a:lumMod val="60000"/>
                    <a:lumOff val="40000"/>
                  </a:schemeClr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54000">
                    <a:schemeClr val="accent1">
                      <a:lumMod val="40000"/>
                      <a:lumOff val="60000"/>
                    </a:schemeClr>
                  </a:gs>
                  <a:gs pos="17000">
                    <a:schemeClr val="bg1"/>
                  </a:gs>
                  <a:gs pos="8900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03200" dist="101600" dir="2700000" sx="90000" sy="90000" algn="tl" rotWithShape="0">
                <a:schemeClr val="accent1">
                  <a:alpha val="1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F0502020204030204"/>
                <a:ea typeface="思源黑体 CN Regular"/>
                <a:cs typeface="+mn-cs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290864" y="3037315"/>
              <a:ext cx="160838" cy="1608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bg1">
                  <a:alpha val="3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F0502020204030204"/>
                <a:ea typeface="思源黑体 CN Regular"/>
                <a:cs typeface="+mn-cs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1330527" y="3076978"/>
              <a:ext cx="81512" cy="815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>
                  <a:alpha val="3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F0502020204030204"/>
                <a:ea typeface="思源黑体 CN Regular"/>
                <a:cs typeface="+mn-cs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329606" y="4045098"/>
            <a:ext cx="343210" cy="343210"/>
            <a:chOff x="1199678" y="2946129"/>
            <a:chExt cx="343210" cy="343210"/>
          </a:xfrm>
        </p:grpSpPr>
        <p:sp>
          <p:nvSpPr>
            <p:cNvPr id="14" name="椭圆 13"/>
            <p:cNvSpPr/>
            <p:nvPr/>
          </p:nvSpPr>
          <p:spPr>
            <a:xfrm>
              <a:off x="1199678" y="2946129"/>
              <a:ext cx="343210" cy="343210"/>
            </a:xfrm>
            <a:prstGeom prst="ellipse">
              <a:avLst/>
            </a:prstGeom>
            <a:gradFill flip="none" rotWithShape="1">
              <a:gsLst>
                <a:gs pos="95000">
                  <a:schemeClr val="accent1">
                    <a:lumMod val="60000"/>
                    <a:lumOff val="40000"/>
                  </a:schemeClr>
                </a:gs>
                <a:gs pos="57000">
                  <a:schemeClr val="accent1">
                    <a:lumMod val="10000"/>
                    <a:lumOff val="90000"/>
                  </a:schemeClr>
                </a:gs>
                <a:gs pos="45000">
                  <a:schemeClr val="accent1">
                    <a:lumMod val="10000"/>
                    <a:lumOff val="90000"/>
                  </a:schemeClr>
                </a:gs>
                <a:gs pos="5000">
                  <a:schemeClr val="accent1">
                    <a:lumMod val="60000"/>
                    <a:lumOff val="40000"/>
                  </a:schemeClr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54000">
                    <a:schemeClr val="accent1">
                      <a:lumMod val="40000"/>
                      <a:lumOff val="60000"/>
                    </a:schemeClr>
                  </a:gs>
                  <a:gs pos="17000">
                    <a:schemeClr val="bg1"/>
                  </a:gs>
                  <a:gs pos="8900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03200" dist="101600" dir="2700000" sx="90000" sy="90000" algn="tl" rotWithShape="0">
                <a:schemeClr val="accent1">
                  <a:alpha val="1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F0502020204030204"/>
                <a:ea typeface="思源黑体 CN Regular"/>
                <a:cs typeface="+mn-cs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290864" y="3037315"/>
              <a:ext cx="160838" cy="1608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bg1">
                  <a:alpha val="3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F0502020204030204"/>
                <a:ea typeface="思源黑体 CN Regular"/>
                <a:cs typeface="+mn-cs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330527" y="3076978"/>
              <a:ext cx="81512" cy="815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>
                  <a:alpha val="3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F0502020204030204"/>
                <a:ea typeface="思源黑体 CN Regular"/>
                <a:cs typeface="+mn-cs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672844" y="2807698"/>
            <a:ext cx="236982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Segoe UI" panose="020B0502040204020203" pitchFamily="34" charset="0"/>
              </a:rPr>
              <a:t>设备故障规避</a:t>
            </a:r>
            <a:endParaRPr lang="zh-CN" altLang="en-US" dirty="0">
              <a:solidFill>
                <a:schemeClr val="accent1"/>
              </a:solidFill>
              <a:latin typeface="Source Han Sans CN Regular" panose="020B0500000000000000" pitchFamily="34" charset="-128"/>
              <a:ea typeface="Source Han Sans CN Regular" panose="020B0500000000000000" pitchFamily="34" charset="-128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084959" y="4032037"/>
            <a:ext cx="2369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Segoe UI" panose="020B0502040204020203" pitchFamily="34" charset="0"/>
              </a:rPr>
              <a:t>作业事故规避</a:t>
            </a:r>
            <a:endParaRPr lang="zh-CN" altLang="en-US" dirty="0">
              <a:solidFill>
                <a:schemeClr val="accent1"/>
              </a:solidFill>
              <a:latin typeface="Source Han Sans CN Regular" panose="020B0500000000000000" pitchFamily="34" charset="-128"/>
              <a:ea typeface="Source Han Sans CN Regular" panose="020B0500000000000000" pitchFamily="34" charset="-128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329606" y="5131642"/>
            <a:ext cx="343210" cy="343210"/>
            <a:chOff x="1199678" y="2946129"/>
            <a:chExt cx="343210" cy="343210"/>
          </a:xfrm>
        </p:grpSpPr>
        <p:sp>
          <p:nvSpPr>
            <p:cNvPr id="22" name="椭圆 21"/>
            <p:cNvSpPr/>
            <p:nvPr/>
          </p:nvSpPr>
          <p:spPr>
            <a:xfrm>
              <a:off x="1199678" y="2946129"/>
              <a:ext cx="343210" cy="343210"/>
            </a:xfrm>
            <a:prstGeom prst="ellipse">
              <a:avLst/>
            </a:prstGeom>
            <a:gradFill flip="none" rotWithShape="1">
              <a:gsLst>
                <a:gs pos="95000">
                  <a:schemeClr val="accent1">
                    <a:lumMod val="60000"/>
                    <a:lumOff val="40000"/>
                  </a:schemeClr>
                </a:gs>
                <a:gs pos="57000">
                  <a:schemeClr val="accent1">
                    <a:lumMod val="10000"/>
                    <a:lumOff val="90000"/>
                  </a:schemeClr>
                </a:gs>
                <a:gs pos="45000">
                  <a:schemeClr val="accent1">
                    <a:lumMod val="10000"/>
                    <a:lumOff val="90000"/>
                  </a:schemeClr>
                </a:gs>
                <a:gs pos="5000">
                  <a:schemeClr val="accent1">
                    <a:lumMod val="60000"/>
                    <a:lumOff val="40000"/>
                  </a:schemeClr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54000">
                    <a:schemeClr val="accent1">
                      <a:lumMod val="40000"/>
                      <a:lumOff val="60000"/>
                    </a:schemeClr>
                  </a:gs>
                  <a:gs pos="17000">
                    <a:schemeClr val="bg1"/>
                  </a:gs>
                  <a:gs pos="8900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03200" dist="101600" dir="2700000" sx="90000" sy="90000" algn="tl" rotWithShape="0">
                <a:schemeClr val="accent1">
                  <a:alpha val="1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F0502020204030204"/>
                <a:ea typeface="思源黑体 CN Regular"/>
                <a:cs typeface="+mn-cs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1290864" y="3037315"/>
              <a:ext cx="160838" cy="1608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bg1">
                  <a:alpha val="3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F0502020204030204"/>
                <a:ea typeface="思源黑体 CN Regular"/>
                <a:cs typeface="+mn-cs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1330527" y="3076978"/>
              <a:ext cx="81512" cy="815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>
                  <a:alpha val="3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F0502020204030204"/>
                <a:ea typeface="思源黑体 CN Regular"/>
                <a:cs typeface="+mn-cs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822704" y="5118581"/>
            <a:ext cx="2369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Segoe UI" panose="020B0502040204020203" pitchFamily="34" charset="0"/>
              </a:rPr>
              <a:t>环境风险规避</a:t>
            </a:r>
            <a:endParaRPr lang="zh-CN" altLang="en-US" dirty="0">
              <a:solidFill>
                <a:schemeClr val="accent1"/>
              </a:solidFill>
              <a:latin typeface="Source Han Sans CN Regular" panose="020B0500000000000000" pitchFamily="34" charset="-128"/>
              <a:ea typeface="Source Han Sans CN Regular" panose="020B0500000000000000" pitchFamily="34" charset="-128"/>
            </a:endParaRPr>
          </a:p>
        </p:txBody>
      </p:sp>
      <p:sp>
        <p:nvSpPr>
          <p:cNvPr id="28" name="矩形: 圆角 27"/>
          <p:cNvSpPr/>
          <p:nvPr/>
        </p:nvSpPr>
        <p:spPr>
          <a:xfrm flipH="1">
            <a:off x="6957059" y="2745349"/>
            <a:ext cx="4112196" cy="769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419100" dist="215900" dir="2700000" sx="98000" sy="98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F0502020204030204"/>
              <a:ea typeface="思源黑体 CN Regular"/>
              <a:cs typeface="+mn-cs"/>
            </a:endParaRPr>
          </a:p>
        </p:txBody>
      </p:sp>
      <p:sp>
        <p:nvSpPr>
          <p:cNvPr id="29" name="矩形: 圆角 28"/>
          <p:cNvSpPr/>
          <p:nvPr/>
        </p:nvSpPr>
        <p:spPr>
          <a:xfrm flipH="1">
            <a:off x="6957059" y="3831893"/>
            <a:ext cx="4112196" cy="769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419100" dist="215900" dir="2700000" sx="98000" sy="98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F0502020204030204"/>
              <a:ea typeface="思源黑体 CN Regular"/>
              <a:cs typeface="+mn-cs"/>
            </a:endParaRPr>
          </a:p>
        </p:txBody>
      </p:sp>
      <p:sp>
        <p:nvSpPr>
          <p:cNvPr id="30" name="矩形: 圆角 29"/>
          <p:cNvSpPr/>
          <p:nvPr/>
        </p:nvSpPr>
        <p:spPr>
          <a:xfrm flipH="1">
            <a:off x="6957059" y="4918437"/>
            <a:ext cx="4112196" cy="7696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419100" dist="215900" dir="2700000" sx="98000" sy="98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F0502020204030204"/>
              <a:ea typeface="思源黑体 CN Regular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0515324" y="2958554"/>
            <a:ext cx="343210" cy="343210"/>
            <a:chOff x="1199678" y="2946129"/>
            <a:chExt cx="343210" cy="343210"/>
          </a:xfrm>
        </p:grpSpPr>
        <p:sp>
          <p:nvSpPr>
            <p:cNvPr id="32" name="椭圆 31"/>
            <p:cNvSpPr/>
            <p:nvPr/>
          </p:nvSpPr>
          <p:spPr>
            <a:xfrm>
              <a:off x="1199678" y="2946129"/>
              <a:ext cx="343210" cy="343210"/>
            </a:xfrm>
            <a:prstGeom prst="ellipse">
              <a:avLst/>
            </a:prstGeom>
            <a:gradFill flip="none" rotWithShape="1">
              <a:gsLst>
                <a:gs pos="95000">
                  <a:schemeClr val="accent1">
                    <a:lumMod val="60000"/>
                    <a:lumOff val="40000"/>
                  </a:schemeClr>
                </a:gs>
                <a:gs pos="57000">
                  <a:schemeClr val="accent1">
                    <a:lumMod val="10000"/>
                    <a:lumOff val="90000"/>
                  </a:schemeClr>
                </a:gs>
                <a:gs pos="45000">
                  <a:schemeClr val="accent1">
                    <a:lumMod val="10000"/>
                    <a:lumOff val="90000"/>
                  </a:schemeClr>
                </a:gs>
                <a:gs pos="5000">
                  <a:schemeClr val="accent1">
                    <a:lumMod val="60000"/>
                    <a:lumOff val="40000"/>
                  </a:schemeClr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54000">
                    <a:schemeClr val="accent1">
                      <a:lumMod val="40000"/>
                      <a:lumOff val="60000"/>
                    </a:schemeClr>
                  </a:gs>
                  <a:gs pos="17000">
                    <a:schemeClr val="bg1"/>
                  </a:gs>
                  <a:gs pos="8900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03200" dist="101600" dir="2700000" sx="90000" sy="90000" algn="tl" rotWithShape="0">
                <a:schemeClr val="accent1">
                  <a:alpha val="1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F0502020204030204"/>
                <a:ea typeface="思源黑体 CN Regular"/>
                <a:cs typeface="+mn-cs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1290864" y="3037315"/>
              <a:ext cx="160838" cy="1608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bg1">
                  <a:alpha val="3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F0502020204030204"/>
                <a:ea typeface="思源黑体 CN Regular"/>
                <a:cs typeface="+mn-cs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1330527" y="3076978"/>
              <a:ext cx="81512" cy="815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>
                  <a:alpha val="3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F0502020204030204"/>
                <a:ea typeface="思源黑体 CN Regular"/>
                <a:cs typeface="+mn-cs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10515324" y="4045098"/>
            <a:ext cx="343210" cy="343210"/>
            <a:chOff x="1199678" y="2946129"/>
            <a:chExt cx="343210" cy="343210"/>
          </a:xfrm>
        </p:grpSpPr>
        <p:sp>
          <p:nvSpPr>
            <p:cNvPr id="36" name="椭圆 35"/>
            <p:cNvSpPr/>
            <p:nvPr/>
          </p:nvSpPr>
          <p:spPr>
            <a:xfrm>
              <a:off x="1199678" y="2946129"/>
              <a:ext cx="343210" cy="343210"/>
            </a:xfrm>
            <a:prstGeom prst="ellipse">
              <a:avLst/>
            </a:prstGeom>
            <a:gradFill flip="none" rotWithShape="1">
              <a:gsLst>
                <a:gs pos="95000">
                  <a:schemeClr val="accent1">
                    <a:lumMod val="60000"/>
                    <a:lumOff val="40000"/>
                  </a:schemeClr>
                </a:gs>
                <a:gs pos="57000">
                  <a:schemeClr val="accent1">
                    <a:lumMod val="10000"/>
                    <a:lumOff val="90000"/>
                  </a:schemeClr>
                </a:gs>
                <a:gs pos="45000">
                  <a:schemeClr val="accent1">
                    <a:lumMod val="10000"/>
                    <a:lumOff val="90000"/>
                  </a:schemeClr>
                </a:gs>
                <a:gs pos="5000">
                  <a:schemeClr val="accent1">
                    <a:lumMod val="60000"/>
                    <a:lumOff val="40000"/>
                  </a:schemeClr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54000">
                    <a:schemeClr val="accent1">
                      <a:lumMod val="40000"/>
                      <a:lumOff val="60000"/>
                    </a:schemeClr>
                  </a:gs>
                  <a:gs pos="17000">
                    <a:schemeClr val="bg1"/>
                  </a:gs>
                  <a:gs pos="8900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03200" dist="101600" dir="2700000" sx="90000" sy="90000" algn="tl" rotWithShape="0">
                <a:schemeClr val="accent1">
                  <a:alpha val="1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F0502020204030204"/>
                <a:ea typeface="思源黑体 CN Regular"/>
                <a:cs typeface="+mn-cs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1290864" y="3037315"/>
              <a:ext cx="160838" cy="1608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bg1">
                  <a:alpha val="3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F0502020204030204"/>
                <a:ea typeface="思源黑体 CN Regular"/>
                <a:cs typeface="+mn-cs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1330527" y="3076978"/>
              <a:ext cx="81512" cy="815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>
                  <a:alpha val="3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F0502020204030204"/>
                <a:ea typeface="思源黑体 CN Regular"/>
                <a:cs typeface="+mn-cs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 flipH="1">
            <a:off x="7620000" y="2945493"/>
            <a:ext cx="2697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1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+mn-ea"/>
              </a:rPr>
              <a:t>设备质量风险转移</a:t>
            </a:r>
            <a:endParaRPr lang="zh-CN" altLang="en-US" dirty="0">
              <a:solidFill>
                <a:schemeClr val="accent1"/>
              </a:solidFill>
              <a:latin typeface="Source Han Sans CN Regular" panose="020B0500000000000000" pitchFamily="34" charset="-128"/>
              <a:ea typeface="Source Han Sans CN Regular" panose="020B0500000000000000" pitchFamily="34" charset="-128"/>
            </a:endParaRPr>
          </a:p>
        </p:txBody>
      </p:sp>
      <p:sp>
        <p:nvSpPr>
          <p:cNvPr id="40" name="文本框 39"/>
          <p:cNvSpPr txBox="1"/>
          <p:nvPr/>
        </p:nvSpPr>
        <p:spPr>
          <a:xfrm flipH="1">
            <a:off x="7406640" y="4032037"/>
            <a:ext cx="2910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1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+mn-ea"/>
              </a:rPr>
              <a:t>作业事故风险转移</a:t>
            </a:r>
            <a:endParaRPr lang="zh-CN" altLang="en-US" dirty="0">
              <a:solidFill>
                <a:schemeClr val="accent1"/>
              </a:solidFill>
              <a:latin typeface="Source Han Sans CN Regular" panose="020B0500000000000000" pitchFamily="34" charset="-128"/>
              <a:ea typeface="Source Han Sans CN Regular" panose="020B0500000000000000" pitchFamily="34" charset="-128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0515324" y="5131642"/>
            <a:ext cx="343210" cy="343210"/>
            <a:chOff x="1199678" y="2946129"/>
            <a:chExt cx="343210" cy="343210"/>
          </a:xfrm>
        </p:grpSpPr>
        <p:sp>
          <p:nvSpPr>
            <p:cNvPr id="42" name="椭圆 41"/>
            <p:cNvSpPr/>
            <p:nvPr/>
          </p:nvSpPr>
          <p:spPr>
            <a:xfrm>
              <a:off x="1199678" y="2946129"/>
              <a:ext cx="343210" cy="343210"/>
            </a:xfrm>
            <a:prstGeom prst="ellipse">
              <a:avLst/>
            </a:prstGeom>
            <a:gradFill flip="none" rotWithShape="1">
              <a:gsLst>
                <a:gs pos="95000">
                  <a:schemeClr val="accent1">
                    <a:lumMod val="60000"/>
                    <a:lumOff val="40000"/>
                  </a:schemeClr>
                </a:gs>
                <a:gs pos="57000">
                  <a:schemeClr val="accent1">
                    <a:lumMod val="10000"/>
                    <a:lumOff val="90000"/>
                  </a:schemeClr>
                </a:gs>
                <a:gs pos="45000">
                  <a:schemeClr val="accent1">
                    <a:lumMod val="10000"/>
                    <a:lumOff val="90000"/>
                  </a:schemeClr>
                </a:gs>
                <a:gs pos="5000">
                  <a:schemeClr val="accent1">
                    <a:lumMod val="60000"/>
                    <a:lumOff val="40000"/>
                  </a:schemeClr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54000">
                    <a:schemeClr val="accent1">
                      <a:lumMod val="40000"/>
                      <a:lumOff val="60000"/>
                    </a:schemeClr>
                  </a:gs>
                  <a:gs pos="17000">
                    <a:schemeClr val="bg1"/>
                  </a:gs>
                  <a:gs pos="8900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03200" dist="101600" dir="2700000" sx="90000" sy="90000" algn="tl" rotWithShape="0">
                <a:schemeClr val="accent1">
                  <a:alpha val="1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F0502020204030204"/>
                <a:ea typeface="思源黑体 CN Regular"/>
                <a:cs typeface="+mn-cs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1290864" y="3037315"/>
              <a:ext cx="160838" cy="1608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bg1">
                  <a:alpha val="3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F0502020204030204"/>
                <a:ea typeface="思源黑体 CN Regular"/>
                <a:cs typeface="+mn-cs"/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1330527" y="3076978"/>
              <a:ext cx="81512" cy="815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>
                  <a:alpha val="3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F0502020204030204"/>
                <a:ea typeface="思源黑体 CN Regular"/>
                <a:cs typeface="+mn-cs"/>
              </a:endParaRPr>
            </a:p>
          </p:txBody>
        </p:sp>
      </p:grpSp>
      <p:sp>
        <p:nvSpPr>
          <p:cNvPr id="45" name="文本框 44"/>
          <p:cNvSpPr txBox="1"/>
          <p:nvPr/>
        </p:nvSpPr>
        <p:spPr>
          <a:xfrm flipH="1">
            <a:off x="7025639" y="5118581"/>
            <a:ext cx="3291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pc="1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+mn-ea"/>
              </a:rPr>
              <a:t>第三方责任风险转移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ource Han Sans CN Regular" panose="020B0500000000000000" pitchFamily="34" charset="-128"/>
              <a:ea typeface="Source Han Sans CN Regular" panose="020B0500000000000000" pitchFamily="34" charset="-128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0" y="6355758"/>
            <a:ext cx="12192000" cy="502242"/>
            <a:chOff x="0" y="6355758"/>
            <a:chExt cx="12192000" cy="502242"/>
          </a:xfrm>
        </p:grpSpPr>
        <p:sp>
          <p:nvSpPr>
            <p:cNvPr id="12" name="任意多边形 54"/>
            <p:cNvSpPr/>
            <p:nvPr userDrawn="1"/>
          </p:nvSpPr>
          <p:spPr>
            <a:xfrm>
              <a:off x="0" y="6457950"/>
              <a:ext cx="12192000" cy="400050"/>
            </a:xfrm>
            <a:custGeom>
              <a:avLst/>
              <a:gdLst>
                <a:gd name="connsiteX0" fmla="*/ 12192000 w 12192000"/>
                <a:gd name="connsiteY0" fmla="*/ 0 h 329410"/>
                <a:gd name="connsiteX1" fmla="*/ 12192000 w 12192000"/>
                <a:gd name="connsiteY1" fmla="*/ 329410 h 329410"/>
                <a:gd name="connsiteX2" fmla="*/ 0 w 12192000"/>
                <a:gd name="connsiteY2" fmla="*/ 329410 h 329410"/>
                <a:gd name="connsiteX3" fmla="*/ 0 w 12192000"/>
                <a:gd name="connsiteY3" fmla="*/ 29375 h 329410"/>
                <a:gd name="connsiteX4" fmla="*/ 577089 w 12192000"/>
                <a:gd name="connsiteY4" fmla="*/ 49593 h 329410"/>
                <a:gd name="connsiteX5" fmla="*/ 5704114 w 12192000"/>
                <a:gd name="connsiteY5" fmla="*/ 124873 h 329410"/>
                <a:gd name="connsiteX6" fmla="*/ 11982536 w 12192000"/>
                <a:gd name="connsiteY6" fmla="*/ 9255 h 32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29410">
                  <a:moveTo>
                    <a:pt x="12192000" y="0"/>
                  </a:moveTo>
                  <a:lnTo>
                    <a:pt x="12192000" y="329410"/>
                  </a:lnTo>
                  <a:lnTo>
                    <a:pt x="0" y="329410"/>
                  </a:lnTo>
                  <a:lnTo>
                    <a:pt x="0" y="29375"/>
                  </a:lnTo>
                  <a:lnTo>
                    <a:pt x="577089" y="49593"/>
                  </a:lnTo>
                  <a:cubicBezTo>
                    <a:pt x="2152931" y="98068"/>
                    <a:pt x="3885480" y="124873"/>
                    <a:pt x="5704114" y="124873"/>
                  </a:cubicBezTo>
                  <a:cubicBezTo>
                    <a:pt x="7977407" y="124873"/>
                    <a:pt x="10116192" y="82990"/>
                    <a:pt x="11982536" y="92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任意多边形 55"/>
            <p:cNvSpPr/>
            <p:nvPr userDrawn="1"/>
          </p:nvSpPr>
          <p:spPr>
            <a:xfrm flipH="1">
              <a:off x="0" y="6355758"/>
              <a:ext cx="12192000" cy="502242"/>
            </a:xfrm>
            <a:custGeom>
              <a:avLst/>
              <a:gdLst>
                <a:gd name="connsiteX0" fmla="*/ 12192000 w 12192000"/>
                <a:gd name="connsiteY0" fmla="*/ 0 h 329410"/>
                <a:gd name="connsiteX1" fmla="*/ 12192000 w 12192000"/>
                <a:gd name="connsiteY1" fmla="*/ 329410 h 329410"/>
                <a:gd name="connsiteX2" fmla="*/ 0 w 12192000"/>
                <a:gd name="connsiteY2" fmla="*/ 329410 h 329410"/>
                <a:gd name="connsiteX3" fmla="*/ 0 w 12192000"/>
                <a:gd name="connsiteY3" fmla="*/ 29375 h 329410"/>
                <a:gd name="connsiteX4" fmla="*/ 577089 w 12192000"/>
                <a:gd name="connsiteY4" fmla="*/ 49593 h 329410"/>
                <a:gd name="connsiteX5" fmla="*/ 5704114 w 12192000"/>
                <a:gd name="connsiteY5" fmla="*/ 124873 h 329410"/>
                <a:gd name="connsiteX6" fmla="*/ 11982536 w 12192000"/>
                <a:gd name="connsiteY6" fmla="*/ 9255 h 32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29410">
                  <a:moveTo>
                    <a:pt x="12192000" y="0"/>
                  </a:moveTo>
                  <a:lnTo>
                    <a:pt x="12192000" y="329410"/>
                  </a:lnTo>
                  <a:lnTo>
                    <a:pt x="0" y="329410"/>
                  </a:lnTo>
                  <a:lnTo>
                    <a:pt x="0" y="29375"/>
                  </a:lnTo>
                  <a:lnTo>
                    <a:pt x="577089" y="49593"/>
                  </a:lnTo>
                  <a:cubicBezTo>
                    <a:pt x="2152931" y="98068"/>
                    <a:pt x="3885480" y="124873"/>
                    <a:pt x="5704114" y="124873"/>
                  </a:cubicBezTo>
                  <a:cubicBezTo>
                    <a:pt x="7977407" y="124873"/>
                    <a:pt x="10116192" y="82990"/>
                    <a:pt x="11982536" y="9255"/>
                  </a:cubicBezTo>
                  <a:close/>
                </a:path>
              </a:pathLst>
            </a:custGeom>
            <a:solidFill>
              <a:schemeClr val="accent2"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ippl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 flipH="1">
            <a:off x="7835761" y="1177367"/>
            <a:ext cx="4036563" cy="170656"/>
            <a:chOff x="-311150" y="727472"/>
            <a:chExt cx="4036563" cy="170656"/>
          </a:xfrm>
        </p:grpSpPr>
        <p:cxnSp>
          <p:nvCxnSpPr>
            <p:cNvPr id="50" name="直接连接符 49"/>
            <p:cNvCxnSpPr/>
            <p:nvPr userDrawn="1"/>
          </p:nvCxnSpPr>
          <p:spPr>
            <a:xfrm flipH="1">
              <a:off x="-311150" y="812800"/>
              <a:ext cx="3934223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 userDrawn="1"/>
          </p:nvCxnSpPr>
          <p:spPr>
            <a:xfrm flipH="1" flipV="1">
              <a:off x="3575884" y="727472"/>
              <a:ext cx="94377" cy="17065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 userDrawn="1"/>
          </p:nvCxnSpPr>
          <p:spPr>
            <a:xfrm flipH="1" flipV="1">
              <a:off x="3631036" y="727472"/>
              <a:ext cx="94377" cy="17065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矩形 23"/>
          <p:cNvSpPr/>
          <p:nvPr/>
        </p:nvSpPr>
        <p:spPr>
          <a:xfrm rot="18900000">
            <a:off x="390677" y="429453"/>
            <a:ext cx="566057" cy="566057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2" name="矩形 41"/>
          <p:cNvSpPr/>
          <p:nvPr/>
        </p:nvSpPr>
        <p:spPr>
          <a:xfrm rot="18900000">
            <a:off x="881320" y="551068"/>
            <a:ext cx="333829" cy="333829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349827" y="371747"/>
            <a:ext cx="56760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dirty="0">
                <a:solidFill>
                  <a:srgbClr val="151472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风险分析及对策</a:t>
            </a:r>
            <a:endParaRPr lang="zh-CN" altLang="en-US" dirty="0">
              <a:solidFill>
                <a:srgbClr val="151472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sp>
        <p:nvSpPr>
          <p:cNvPr id="44" name="Rounded Rectangle 18"/>
          <p:cNvSpPr/>
          <p:nvPr>
            <p:custDataLst>
              <p:tags r:id="rId1"/>
            </p:custDataLst>
          </p:nvPr>
        </p:nvSpPr>
        <p:spPr>
          <a:xfrm>
            <a:off x="1776730" y="1391285"/>
            <a:ext cx="2087880" cy="3055620"/>
          </a:xfrm>
          <a:prstGeom prst="roundRect">
            <a:avLst>
              <a:gd name="adj" fmla="val 5186"/>
            </a:avLst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 Box 1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7977" y="2116714"/>
            <a:ext cx="1978566" cy="26835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45720" tIns="22860" rIns="45720" bIns="2286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含硬件故障、控制系统失灵等，其中喷头堵塞和管路泄漏占硬件故障的</a:t>
            </a:r>
            <a:r>
              <a:rPr lang="en-US" altLang="zh-CN" sz="12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73%</a:t>
            </a:r>
            <a:r>
              <a:rPr lang="zh-CN" altLang="en-US" sz="12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，控制系统故障导致的喷洒偏差率达</a:t>
            </a:r>
            <a:r>
              <a:rPr lang="en-US" altLang="zh-CN" sz="12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20%</a:t>
            </a:r>
            <a:r>
              <a:rPr lang="zh-CN" altLang="en-US" sz="12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。对策：采用传感器冗余设计与密封技术，定期检修喷头、电池等部件；通过数字孪生技术模拟作业优化参数，将故障率降至</a:t>
            </a:r>
            <a:r>
              <a:rPr lang="en-US" altLang="zh-CN" sz="12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0.5%</a:t>
            </a:r>
            <a:r>
              <a:rPr lang="zh-CN" altLang="en-US" sz="12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以下。</a:t>
            </a:r>
            <a:endParaRPr lang="zh-CN" altLang="en-US" sz="1200" dirty="0"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 algn="ctr">
              <a:lnSpc>
                <a:spcPct val="130000"/>
              </a:lnSpc>
            </a:pPr>
            <a:endParaRPr lang="zh-CN" altLang="en-US" sz="1200" dirty="0"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54" name="Rectangle 22"/>
          <p:cNvSpPr/>
          <p:nvPr>
            <p:custDataLst>
              <p:tags r:id="rId3"/>
            </p:custDataLst>
          </p:nvPr>
        </p:nvSpPr>
        <p:spPr>
          <a:xfrm>
            <a:off x="2425135" y="1391304"/>
            <a:ext cx="725172" cy="725172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微软雅黑" panose="020B0503020204020204" charset="-122"/>
                <a:ea typeface="微软雅黑" panose="020B0503020204020204" charset="-122"/>
                <a:cs typeface="Open Sans" pitchFamily="34" charset="0"/>
              </a:rPr>
              <a:t>41%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Open Sans" pitchFamily="34" charset="0"/>
            </a:endParaRPr>
          </a:p>
        </p:txBody>
      </p:sp>
      <p:sp>
        <p:nvSpPr>
          <p:cNvPr id="55" name="Rounded Rectangle 18"/>
          <p:cNvSpPr/>
          <p:nvPr>
            <p:custDataLst>
              <p:tags r:id="rId4"/>
            </p:custDataLst>
          </p:nvPr>
        </p:nvSpPr>
        <p:spPr>
          <a:xfrm>
            <a:off x="3937635" y="1390650"/>
            <a:ext cx="2087880" cy="3141345"/>
          </a:xfrm>
          <a:prstGeom prst="roundRect">
            <a:avLst>
              <a:gd name="adj" fmla="val 5186"/>
            </a:avLst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 Box 10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992218" y="2116714"/>
            <a:ext cx="1978566" cy="19640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45720" tIns="22860" rIns="45720" bIns="2286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25%</a:t>
            </a:r>
            <a:r>
              <a:rPr lang="zh-CN" altLang="en-US" sz="12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的喷洒事故源于操作员技能不足，</a:t>
            </a:r>
            <a:r>
              <a:rPr lang="en-US" altLang="zh-CN" sz="12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18%</a:t>
            </a:r>
            <a:r>
              <a:rPr lang="zh-CN" altLang="en-US" sz="12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因不当操作习惯引发。对策：建立持证上岗制度，开展设备操作与农药配比培训；制定作业前检查、作业后清洁的规范流程，试点后事故发生率可下降</a:t>
            </a:r>
            <a:r>
              <a:rPr lang="en-US" altLang="zh-CN" sz="12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62%</a:t>
            </a:r>
            <a:r>
              <a:rPr lang="zh-CN" altLang="en-US" sz="12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。</a:t>
            </a:r>
            <a:endParaRPr lang="zh-CN" altLang="en-US" sz="1200" dirty="0"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57" name="Rectangle 22"/>
          <p:cNvSpPr/>
          <p:nvPr>
            <p:custDataLst>
              <p:tags r:id="rId6"/>
            </p:custDataLst>
          </p:nvPr>
        </p:nvSpPr>
        <p:spPr>
          <a:xfrm>
            <a:off x="4586201" y="1391304"/>
            <a:ext cx="725172" cy="725172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微软雅黑" panose="020B0503020204020204" charset="-122"/>
                <a:ea typeface="微软雅黑" panose="020B0503020204020204" charset="-122"/>
                <a:cs typeface="Open Sans" pitchFamily="34" charset="0"/>
              </a:rPr>
              <a:t>32% 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Open Sans" pitchFamily="34" charset="0"/>
            </a:endParaRPr>
          </a:p>
        </p:txBody>
      </p:sp>
      <p:sp>
        <p:nvSpPr>
          <p:cNvPr id="58" name="Rounded Rectangle 18"/>
          <p:cNvSpPr/>
          <p:nvPr>
            <p:custDataLst>
              <p:tags r:id="rId7"/>
            </p:custDataLst>
          </p:nvPr>
        </p:nvSpPr>
        <p:spPr>
          <a:xfrm>
            <a:off x="6098540" y="1390650"/>
            <a:ext cx="2087880" cy="3156585"/>
          </a:xfrm>
          <a:prstGeom prst="roundRect">
            <a:avLst>
              <a:gd name="adj" fmla="val 5186"/>
            </a:avLst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Text Box 10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152268" y="2116360"/>
            <a:ext cx="1978566" cy="2203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45720" tIns="22860" rIns="45720" bIns="2286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强风、复杂地形等易引发农药漂移、设备碰撞，复杂地形下避障失效率达</a:t>
            </a:r>
            <a:r>
              <a:rPr lang="en-US" altLang="zh-CN" sz="12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23%</a:t>
            </a:r>
            <a:r>
              <a:rPr lang="zh-CN" altLang="en-US" sz="12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。对策：集成激光雷达与气象监测模块，遇大风等恶劣天气提前</a:t>
            </a:r>
            <a:r>
              <a:rPr lang="en-US" altLang="zh-CN" sz="12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3</a:t>
            </a:r>
            <a:r>
              <a:rPr lang="zh-CN" altLang="en-US" sz="12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小时触发停机预警；针对山地等地形优化履带或轮式结构，提升通行稳定性。</a:t>
            </a:r>
            <a:endParaRPr lang="zh-CN" altLang="en-US" sz="1200" dirty="0"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 algn="ctr">
              <a:lnSpc>
                <a:spcPct val="130000"/>
              </a:lnSpc>
            </a:pPr>
            <a:endParaRPr lang="zh-CN" altLang="en-US" sz="1200" dirty="0"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60" name="Rectangle 22"/>
          <p:cNvSpPr/>
          <p:nvPr>
            <p:custDataLst>
              <p:tags r:id="rId9"/>
            </p:custDataLst>
          </p:nvPr>
        </p:nvSpPr>
        <p:spPr>
          <a:xfrm>
            <a:off x="6812926" y="1391585"/>
            <a:ext cx="725172" cy="725172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微软雅黑" panose="020B0503020204020204" charset="-122"/>
                <a:ea typeface="微软雅黑" panose="020B0503020204020204" charset="-122"/>
                <a:cs typeface="Open Sans" pitchFamily="34" charset="0"/>
              </a:rPr>
              <a:t>19%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Open Sans" pitchFamily="34" charset="0"/>
            </a:endParaRPr>
          </a:p>
        </p:txBody>
      </p:sp>
      <p:sp>
        <p:nvSpPr>
          <p:cNvPr id="61" name="Rounded Rectangle 18"/>
          <p:cNvSpPr/>
          <p:nvPr>
            <p:custDataLst>
              <p:tags r:id="rId10"/>
            </p:custDataLst>
          </p:nvPr>
        </p:nvSpPr>
        <p:spPr>
          <a:xfrm>
            <a:off x="8258810" y="1390650"/>
            <a:ext cx="2087880" cy="3141345"/>
          </a:xfrm>
          <a:prstGeom prst="roundRect">
            <a:avLst>
              <a:gd name="adj" fmla="val 5186"/>
            </a:avLst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Text Box 10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8314222" y="2116714"/>
            <a:ext cx="1978566" cy="19640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45720" tIns="22860" rIns="45720" bIns="2286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存在资质管理、责任划分等监管盲区，部分作业无明确规范。对策：主动对接监管部门申请合规资质，企业联合制定行业作业标准；明确设备故障、操作失误等不同场景的责任划分，减少纠纷隐患。</a:t>
            </a:r>
            <a:endParaRPr lang="zh-CN" altLang="en-US" sz="1200" dirty="0"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63" name="Rectangle 22"/>
          <p:cNvSpPr/>
          <p:nvPr>
            <p:custDataLst>
              <p:tags r:id="rId12"/>
            </p:custDataLst>
          </p:nvPr>
        </p:nvSpPr>
        <p:spPr>
          <a:xfrm>
            <a:off x="8973610" y="1391304"/>
            <a:ext cx="725172" cy="725172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微软雅黑" panose="020B0503020204020204" charset="-122"/>
                <a:ea typeface="微软雅黑" panose="020B0503020204020204" charset="-122"/>
                <a:cs typeface="Open Sans" pitchFamily="34" charset="0"/>
              </a:rPr>
              <a:t>8%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Open Sans" pitchFamily="34" charset="0"/>
            </a:endParaRPr>
          </a:p>
        </p:txBody>
      </p:sp>
      <p:sp>
        <p:nvSpPr>
          <p:cNvPr id="64" name="TextBox 15"/>
          <p:cNvSpPr txBox="1"/>
          <p:nvPr/>
        </p:nvSpPr>
        <p:spPr>
          <a:xfrm>
            <a:off x="2009545" y="5204075"/>
            <a:ext cx="8172908" cy="13976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  <a:buSzPct val="25000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针对技术、操作、环境、法规四类核心风险，构建全流程损失控制体系。技术端备足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95%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以上核心备件，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2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小时内故障更换，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年质保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+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终身维保，将单次故障损失压至设备总价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5%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内。操作端推行双检机制与三级权限管理，投保农业机械责任险，覆盖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80%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药害损失。环境端加装气象监测终端，风速超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5m/s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自动停机，预装地形匹配算法，复杂地形碰撞故障率降至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3%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以下。法规端完成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100%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合规资质申报，签订标准化合同，纠纷率控制在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1%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以内，全方位降低运营损失。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65" name="TextBox 16"/>
          <p:cNvSpPr txBox="1"/>
          <p:nvPr/>
        </p:nvSpPr>
        <p:spPr>
          <a:xfrm>
            <a:off x="5076882" y="4649723"/>
            <a:ext cx="205934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rgbClr val="151472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损失控制</a:t>
            </a:r>
            <a:endParaRPr lang="zh-CN" altLang="en-US" sz="2400" dirty="0">
              <a:solidFill>
                <a:srgbClr val="151472"/>
              </a:solidFill>
              <a:latin typeface="迷你简菱心" panose="02010609000101010101" pitchFamily="49" charset="-122"/>
              <a:ea typeface="迷你简菱心" panose="0201060900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250"/>
                            </p:stCondLst>
                            <p:childTnLst>
                              <p:par>
                                <p:cTn id="8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750"/>
                            </p:stCondLst>
                            <p:childTnLst>
                              <p:par>
                                <p:cTn id="8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  <p:bldP spid="42" grpId="0" bldLvl="0" animBg="1"/>
      <p:bldP spid="43" grpId="0"/>
      <p:bldP spid="44" grpId="0" bldLvl="0" animBg="1"/>
      <p:bldP spid="53" grpId="0"/>
      <p:bldP spid="54" grpId="0" bldLvl="0" animBg="1"/>
      <p:bldP spid="55" grpId="0" bldLvl="0" animBg="1"/>
      <p:bldP spid="56" grpId="0"/>
      <p:bldP spid="57" grpId="0" bldLvl="0" animBg="1"/>
      <p:bldP spid="58" grpId="0" bldLvl="0" animBg="1"/>
      <p:bldP spid="59" grpId="0"/>
      <p:bldP spid="60" grpId="0" bldLvl="0" animBg="1"/>
      <p:bldP spid="61" grpId="0" bldLvl="0" animBg="1"/>
      <p:bldP spid="62" grpId="0"/>
      <p:bldP spid="63" grpId="0" bldLvl="0" animBg="1"/>
      <p:bldP spid="64" grpId="0"/>
      <p:bldP spid="6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-38941" y="4538115"/>
            <a:ext cx="12319840" cy="1631626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矩形 2"/>
          <p:cNvSpPr/>
          <p:nvPr/>
        </p:nvSpPr>
        <p:spPr>
          <a:xfrm rot="18900000">
            <a:off x="390677" y="429453"/>
            <a:ext cx="566057" cy="566057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 rot="18900000">
            <a:off x="881320" y="551068"/>
            <a:ext cx="333829" cy="333829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349827" y="318407"/>
            <a:ext cx="5676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dirty="0">
                <a:solidFill>
                  <a:srgbClr val="151472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四、市场与销售</a:t>
            </a:r>
            <a:endParaRPr lang="zh-CN" altLang="en-US" dirty="0">
              <a:solidFill>
                <a:srgbClr val="151472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sp>
        <p:nvSpPr>
          <p:cNvPr id="33" name="Shape 1452"/>
          <p:cNvSpPr/>
          <p:nvPr>
            <p:custDataLst>
              <p:tags r:id="rId1"/>
            </p:custDataLst>
          </p:nvPr>
        </p:nvSpPr>
        <p:spPr>
          <a:xfrm>
            <a:off x="987057" y="3325947"/>
            <a:ext cx="2292817" cy="2612203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Shape 1454"/>
          <p:cNvSpPr/>
          <p:nvPr>
            <p:custDataLst>
              <p:tags r:id="rId2"/>
            </p:custDataLst>
          </p:nvPr>
        </p:nvSpPr>
        <p:spPr>
          <a:xfrm>
            <a:off x="3534386" y="3325947"/>
            <a:ext cx="2292819" cy="2612203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Shape 1456"/>
          <p:cNvSpPr/>
          <p:nvPr>
            <p:custDataLst>
              <p:tags r:id="rId3"/>
            </p:custDataLst>
          </p:nvPr>
        </p:nvSpPr>
        <p:spPr>
          <a:xfrm>
            <a:off x="6061267" y="3325947"/>
            <a:ext cx="2292819" cy="2612203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Shape 1458"/>
          <p:cNvSpPr/>
          <p:nvPr>
            <p:custDataLst>
              <p:tags r:id="rId4"/>
            </p:custDataLst>
          </p:nvPr>
        </p:nvSpPr>
        <p:spPr>
          <a:xfrm>
            <a:off x="8608596" y="3325947"/>
            <a:ext cx="2292819" cy="2612203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Shape 1460"/>
          <p:cNvSpPr/>
          <p:nvPr>
            <p:custDataLst>
              <p:tags r:id="rId5"/>
            </p:custDataLst>
          </p:nvPr>
        </p:nvSpPr>
        <p:spPr>
          <a:xfrm>
            <a:off x="1289560" y="2486926"/>
            <a:ext cx="1687812" cy="1687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8" name="Group 20"/>
          <p:cNvGrpSpPr/>
          <p:nvPr>
            <p:custDataLst>
              <p:tags r:id="rId6"/>
            </p:custDataLst>
          </p:nvPr>
        </p:nvGrpSpPr>
        <p:grpSpPr>
          <a:xfrm>
            <a:off x="1217324" y="2527158"/>
            <a:ext cx="474017" cy="474017"/>
            <a:chOff x="1369087" y="2088729"/>
            <a:chExt cx="474017" cy="474016"/>
          </a:xfrm>
        </p:grpSpPr>
        <p:sp>
          <p:nvSpPr>
            <p:cNvPr id="39" name="Shape 1463"/>
            <p:cNvSpPr/>
            <p:nvPr>
              <p:custDataLst>
                <p:tags r:id="rId7"/>
              </p:custDataLst>
            </p:nvPr>
          </p:nvSpPr>
          <p:spPr>
            <a:xfrm>
              <a:off x="1369087" y="2088729"/>
              <a:ext cx="474017" cy="4740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Shape 1464"/>
            <p:cNvSpPr/>
            <p:nvPr>
              <p:custDataLst>
                <p:tags r:id="rId8"/>
              </p:custDataLst>
            </p:nvPr>
          </p:nvSpPr>
          <p:spPr>
            <a:xfrm>
              <a:off x="1477567" y="2232573"/>
              <a:ext cx="231656" cy="186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0" h="21363" extrusionOk="0">
                  <a:moveTo>
                    <a:pt x="7274" y="21020"/>
                  </a:moveTo>
                  <a:cubicBezTo>
                    <a:pt x="7274" y="21376"/>
                    <a:pt x="7435" y="21475"/>
                    <a:pt x="7659" y="21222"/>
                  </a:cubicBezTo>
                  <a:cubicBezTo>
                    <a:pt x="7951" y="20894"/>
                    <a:pt x="10973" y="17529"/>
                    <a:pt x="10973" y="17529"/>
                  </a:cubicBezTo>
                  <a:lnTo>
                    <a:pt x="7274" y="15153"/>
                  </a:lnTo>
                  <a:cubicBezTo>
                    <a:pt x="7274" y="15153"/>
                    <a:pt x="7274" y="21020"/>
                    <a:pt x="7274" y="21020"/>
                  </a:cubicBezTo>
                  <a:close/>
                  <a:moveTo>
                    <a:pt x="20812" y="50"/>
                  </a:moveTo>
                  <a:cubicBezTo>
                    <a:pt x="20412" y="224"/>
                    <a:pt x="667" y="8860"/>
                    <a:pt x="277" y="9030"/>
                  </a:cubicBezTo>
                  <a:cubicBezTo>
                    <a:pt x="-53" y="9174"/>
                    <a:pt x="-126" y="9528"/>
                    <a:pt x="266" y="9723"/>
                  </a:cubicBezTo>
                  <a:cubicBezTo>
                    <a:pt x="733" y="9955"/>
                    <a:pt x="4681" y="11919"/>
                    <a:pt x="4681" y="11919"/>
                  </a:cubicBezTo>
                  <a:lnTo>
                    <a:pt x="4681" y="11919"/>
                  </a:lnTo>
                  <a:lnTo>
                    <a:pt x="7298" y="13221"/>
                  </a:lnTo>
                  <a:cubicBezTo>
                    <a:pt x="7298" y="13221"/>
                    <a:pt x="19903" y="1732"/>
                    <a:pt x="20073" y="1577"/>
                  </a:cubicBezTo>
                  <a:cubicBezTo>
                    <a:pt x="20246" y="1420"/>
                    <a:pt x="20443" y="1713"/>
                    <a:pt x="20319" y="1881"/>
                  </a:cubicBezTo>
                  <a:cubicBezTo>
                    <a:pt x="20194" y="2050"/>
                    <a:pt x="11163" y="14170"/>
                    <a:pt x="11163" y="14170"/>
                  </a:cubicBezTo>
                  <a:cubicBezTo>
                    <a:pt x="11163" y="14170"/>
                    <a:pt x="11163" y="14170"/>
                    <a:pt x="11163" y="14171"/>
                  </a:cubicBezTo>
                  <a:lnTo>
                    <a:pt x="10637" y="14898"/>
                  </a:lnTo>
                  <a:lnTo>
                    <a:pt x="11333" y="15363"/>
                  </a:lnTo>
                  <a:lnTo>
                    <a:pt x="11333" y="15363"/>
                  </a:lnTo>
                  <a:cubicBezTo>
                    <a:pt x="11333" y="15363"/>
                    <a:pt x="16742" y="18976"/>
                    <a:pt x="17127" y="19234"/>
                  </a:cubicBezTo>
                  <a:cubicBezTo>
                    <a:pt x="17464" y="19459"/>
                    <a:pt x="17904" y="19272"/>
                    <a:pt x="18001" y="18750"/>
                  </a:cubicBezTo>
                  <a:cubicBezTo>
                    <a:pt x="18117" y="18135"/>
                    <a:pt x="21310" y="1052"/>
                    <a:pt x="21382" y="671"/>
                  </a:cubicBezTo>
                  <a:cubicBezTo>
                    <a:pt x="21474" y="177"/>
                    <a:pt x="21211" y="-125"/>
                    <a:pt x="20812" y="5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1735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1" name="Shape 1465"/>
          <p:cNvSpPr/>
          <p:nvPr>
            <p:custDataLst>
              <p:tags r:id="rId9"/>
            </p:custDataLst>
          </p:nvPr>
        </p:nvSpPr>
        <p:spPr>
          <a:xfrm>
            <a:off x="3836890" y="2486926"/>
            <a:ext cx="1687812" cy="1687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Shape 1468"/>
          <p:cNvSpPr/>
          <p:nvPr>
            <p:custDataLst>
              <p:tags r:id="rId10"/>
            </p:custDataLst>
          </p:nvPr>
        </p:nvSpPr>
        <p:spPr>
          <a:xfrm>
            <a:off x="6381640" y="2487063"/>
            <a:ext cx="1684355" cy="1684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Shape 1471"/>
          <p:cNvSpPr/>
          <p:nvPr>
            <p:custDataLst>
              <p:tags r:id="rId11"/>
            </p:custDataLst>
          </p:nvPr>
        </p:nvSpPr>
        <p:spPr>
          <a:xfrm>
            <a:off x="8933279" y="2488653"/>
            <a:ext cx="1684355" cy="1684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4" name="Group 32"/>
          <p:cNvGrpSpPr/>
          <p:nvPr>
            <p:custDataLst>
              <p:tags r:id="rId12"/>
            </p:custDataLst>
          </p:nvPr>
        </p:nvGrpSpPr>
        <p:grpSpPr>
          <a:xfrm>
            <a:off x="3754827" y="2527157"/>
            <a:ext cx="474017" cy="474017"/>
            <a:chOff x="3906591" y="2088732"/>
            <a:chExt cx="474017" cy="474017"/>
          </a:xfrm>
          <a:solidFill>
            <a:schemeClr val="bg1"/>
          </a:solidFill>
        </p:grpSpPr>
        <p:sp>
          <p:nvSpPr>
            <p:cNvPr id="45" name="Shape 1474"/>
            <p:cNvSpPr/>
            <p:nvPr>
              <p:custDataLst>
                <p:tags r:id="rId13"/>
              </p:custDataLst>
            </p:nvPr>
          </p:nvSpPr>
          <p:spPr>
            <a:xfrm>
              <a:off x="3906591" y="2088732"/>
              <a:ext cx="474017" cy="474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46" name="Group 1479"/>
            <p:cNvGrpSpPr/>
            <p:nvPr/>
          </p:nvGrpSpPr>
          <p:grpSpPr>
            <a:xfrm>
              <a:off x="4031314" y="2211790"/>
              <a:ext cx="199171" cy="186335"/>
              <a:chOff x="0" y="0"/>
              <a:chExt cx="398340" cy="372667"/>
            </a:xfrm>
            <a:grpFill/>
          </p:grpSpPr>
          <p:sp>
            <p:nvSpPr>
              <p:cNvPr id="47" name="Shape 1477"/>
              <p:cNvSpPr/>
              <p:nvPr>
                <p:custDataLst>
                  <p:tags r:id="rId14"/>
                </p:custDataLst>
              </p:nvPr>
            </p:nvSpPr>
            <p:spPr>
              <a:xfrm>
                <a:off x="0" y="0"/>
                <a:ext cx="346395" cy="2419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74" h="21420" extrusionOk="0">
                    <a:moveTo>
                      <a:pt x="21474" y="11049"/>
                    </a:moveTo>
                    <a:lnTo>
                      <a:pt x="18909" y="958"/>
                    </a:lnTo>
                    <a:cubicBezTo>
                      <a:pt x="18720" y="217"/>
                      <a:pt x="18164" y="-180"/>
                      <a:pt x="17669" y="79"/>
                    </a:cubicBezTo>
                    <a:lnTo>
                      <a:pt x="618" y="8962"/>
                    </a:lnTo>
                    <a:cubicBezTo>
                      <a:pt x="123" y="9221"/>
                      <a:pt x="-126" y="10036"/>
                      <a:pt x="64" y="10782"/>
                    </a:cubicBezTo>
                    <a:lnTo>
                      <a:pt x="2769" y="21420"/>
                    </a:lnTo>
                    <a:lnTo>
                      <a:pt x="2769" y="15715"/>
                    </a:lnTo>
                    <a:cubicBezTo>
                      <a:pt x="2769" y="13145"/>
                      <a:pt x="4209" y="11049"/>
                      <a:pt x="5979" y="11049"/>
                    </a:cubicBezTo>
                    <a:lnTo>
                      <a:pt x="10484" y="11049"/>
                    </a:lnTo>
                    <a:lnTo>
                      <a:pt x="15858" y="5663"/>
                    </a:lnTo>
                    <a:lnTo>
                      <a:pt x="18967" y="11049"/>
                    </a:lnTo>
                    <a:cubicBezTo>
                      <a:pt x="18967" y="11049"/>
                      <a:pt x="21474" y="11049"/>
                      <a:pt x="21474" y="11049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8" name="Shape 1478"/>
              <p:cNvSpPr/>
              <p:nvPr>
                <p:custDataLst>
                  <p:tags r:id="rId15"/>
                </p:custDataLst>
              </p:nvPr>
            </p:nvSpPr>
            <p:spPr>
              <a:xfrm>
                <a:off x="74826" y="149651"/>
                <a:ext cx="323515" cy="2230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571" y="0"/>
                    </a:moveTo>
                    <a:lnTo>
                      <a:pt x="1028" y="0"/>
                    </a:lnTo>
                    <a:cubicBezTo>
                      <a:pt x="460" y="0"/>
                      <a:pt x="0" y="708"/>
                      <a:pt x="0" y="1571"/>
                    </a:cubicBezTo>
                    <a:lnTo>
                      <a:pt x="0" y="20029"/>
                    </a:lnTo>
                    <a:cubicBezTo>
                      <a:pt x="0" y="20897"/>
                      <a:pt x="460" y="21600"/>
                      <a:pt x="1028" y="21600"/>
                    </a:cubicBezTo>
                    <a:lnTo>
                      <a:pt x="20571" y="21600"/>
                    </a:lnTo>
                    <a:cubicBezTo>
                      <a:pt x="21140" y="21600"/>
                      <a:pt x="21600" y="20897"/>
                      <a:pt x="21600" y="20029"/>
                    </a:cubicBezTo>
                    <a:lnTo>
                      <a:pt x="21600" y="1571"/>
                    </a:lnTo>
                    <a:cubicBezTo>
                      <a:pt x="21600" y="708"/>
                      <a:pt x="21140" y="0"/>
                      <a:pt x="20571" y="0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49" name="Group 40"/>
          <p:cNvGrpSpPr/>
          <p:nvPr>
            <p:custDataLst>
              <p:tags r:id="rId16"/>
            </p:custDataLst>
          </p:nvPr>
        </p:nvGrpSpPr>
        <p:grpSpPr>
          <a:xfrm>
            <a:off x="8843201" y="2527157"/>
            <a:ext cx="474017" cy="474017"/>
            <a:chOff x="8994965" y="2088732"/>
            <a:chExt cx="474017" cy="474017"/>
          </a:xfrm>
          <a:solidFill>
            <a:schemeClr val="bg1"/>
          </a:solidFill>
        </p:grpSpPr>
        <p:sp>
          <p:nvSpPr>
            <p:cNvPr id="50" name="Shape 1476"/>
            <p:cNvSpPr/>
            <p:nvPr>
              <p:custDataLst>
                <p:tags r:id="rId17"/>
              </p:custDataLst>
            </p:nvPr>
          </p:nvSpPr>
          <p:spPr>
            <a:xfrm>
              <a:off x="8994965" y="2088732"/>
              <a:ext cx="474017" cy="474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" name="Shape 1481"/>
            <p:cNvSpPr/>
            <p:nvPr>
              <p:custDataLst>
                <p:tags r:id="rId18"/>
              </p:custDataLst>
            </p:nvPr>
          </p:nvSpPr>
          <p:spPr>
            <a:xfrm>
              <a:off x="9132223" y="2211790"/>
              <a:ext cx="194606" cy="186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13" y="16137"/>
                  </a:moveTo>
                  <a:cubicBezTo>
                    <a:pt x="14080" y="15059"/>
                    <a:pt x="13176" y="14150"/>
                    <a:pt x="13176" y="12203"/>
                  </a:cubicBezTo>
                  <a:cubicBezTo>
                    <a:pt x="13176" y="11034"/>
                    <a:pt x="14040" y="11415"/>
                    <a:pt x="14419" y="9274"/>
                  </a:cubicBezTo>
                  <a:cubicBezTo>
                    <a:pt x="14577" y="8387"/>
                    <a:pt x="15341" y="9261"/>
                    <a:pt x="15487" y="7233"/>
                  </a:cubicBezTo>
                  <a:cubicBezTo>
                    <a:pt x="15487" y="6425"/>
                    <a:pt x="15071" y="6224"/>
                    <a:pt x="15071" y="6224"/>
                  </a:cubicBezTo>
                  <a:cubicBezTo>
                    <a:pt x="15071" y="6224"/>
                    <a:pt x="15283" y="5028"/>
                    <a:pt x="15366" y="4109"/>
                  </a:cubicBezTo>
                  <a:cubicBezTo>
                    <a:pt x="15468" y="2962"/>
                    <a:pt x="14731" y="0"/>
                    <a:pt x="10800" y="0"/>
                  </a:cubicBezTo>
                  <a:cubicBezTo>
                    <a:pt x="6869" y="0"/>
                    <a:pt x="6131" y="2962"/>
                    <a:pt x="6234" y="4109"/>
                  </a:cubicBezTo>
                  <a:cubicBezTo>
                    <a:pt x="6317" y="5028"/>
                    <a:pt x="6529" y="6224"/>
                    <a:pt x="6529" y="6224"/>
                  </a:cubicBezTo>
                  <a:cubicBezTo>
                    <a:pt x="6529" y="6224"/>
                    <a:pt x="6113" y="6425"/>
                    <a:pt x="6113" y="7233"/>
                  </a:cubicBezTo>
                  <a:cubicBezTo>
                    <a:pt x="6258" y="9261"/>
                    <a:pt x="7022" y="8387"/>
                    <a:pt x="7179" y="9274"/>
                  </a:cubicBezTo>
                  <a:cubicBezTo>
                    <a:pt x="7560" y="11415"/>
                    <a:pt x="8424" y="11034"/>
                    <a:pt x="8424" y="12203"/>
                  </a:cubicBezTo>
                  <a:cubicBezTo>
                    <a:pt x="8424" y="14150"/>
                    <a:pt x="7520" y="15059"/>
                    <a:pt x="4687" y="16137"/>
                  </a:cubicBezTo>
                  <a:cubicBezTo>
                    <a:pt x="1846" y="17219"/>
                    <a:pt x="0" y="18321"/>
                    <a:pt x="0" y="19073"/>
                  </a:cubicBezTo>
                  <a:cubicBezTo>
                    <a:pt x="0" y="19825"/>
                    <a:pt x="0" y="21600"/>
                    <a:pt x="0" y="21600"/>
                  </a:cubicBezTo>
                  <a:lnTo>
                    <a:pt x="10800" y="21600"/>
                  </a:lnTo>
                  <a:lnTo>
                    <a:pt x="21600" y="21600"/>
                  </a:lnTo>
                  <a:cubicBezTo>
                    <a:pt x="21600" y="21600"/>
                    <a:pt x="21600" y="19825"/>
                    <a:pt x="21600" y="19073"/>
                  </a:cubicBezTo>
                  <a:cubicBezTo>
                    <a:pt x="21600" y="18321"/>
                    <a:pt x="19754" y="17219"/>
                    <a:pt x="16913" y="16137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1735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2" name="Text Placeholder 5"/>
          <p:cNvSpPr txBox="1"/>
          <p:nvPr>
            <p:custDataLst>
              <p:tags r:id="rId19"/>
            </p:custDataLst>
          </p:nvPr>
        </p:nvSpPr>
        <p:spPr>
          <a:xfrm>
            <a:off x="1251964" y="3041890"/>
            <a:ext cx="1698820" cy="577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00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农业规模化</a:t>
            </a:r>
            <a:r>
              <a:rPr lang="zh-CN" altLang="en-US" sz="1800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需求</a:t>
            </a:r>
            <a:endParaRPr lang="zh-CN" altLang="en-US" sz="1800" dirty="0">
              <a:solidFill>
                <a:schemeClr val="bg1"/>
              </a:solidFill>
              <a:latin typeface="迷你简菱心" panose="02010609000101010101" pitchFamily="49" charset="-122"/>
              <a:ea typeface="迷你简菱心" panose="02010609000101010101" pitchFamily="49" charset="-122"/>
            </a:endParaRPr>
          </a:p>
        </p:txBody>
      </p:sp>
      <p:sp>
        <p:nvSpPr>
          <p:cNvPr id="53" name="Text Placeholder 6"/>
          <p:cNvSpPr txBox="1"/>
          <p:nvPr>
            <p:custDataLst>
              <p:tags r:id="rId20"/>
            </p:custDataLst>
          </p:nvPr>
        </p:nvSpPr>
        <p:spPr>
          <a:xfrm>
            <a:off x="1105894" y="4446663"/>
            <a:ext cx="2054032" cy="1134191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规模化种植普及，机器人可高效完成大面积打药，替代人工提升作业效率。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54" name="Text Placeholder 5"/>
          <p:cNvSpPr txBox="1"/>
          <p:nvPr>
            <p:custDataLst>
              <p:tags r:id="rId21"/>
            </p:custDataLst>
          </p:nvPr>
        </p:nvSpPr>
        <p:spPr>
          <a:xfrm>
            <a:off x="3924677" y="3041890"/>
            <a:ext cx="1579981" cy="577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00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劳动力短缺</a:t>
            </a:r>
            <a:r>
              <a:rPr lang="zh-CN" altLang="en-US" sz="1800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弥补</a:t>
            </a:r>
            <a:endParaRPr lang="zh-CN" altLang="en-US" sz="1800" dirty="0">
              <a:solidFill>
                <a:schemeClr val="bg1"/>
              </a:solidFill>
              <a:latin typeface="迷你简菱心" panose="02010609000101010101" pitchFamily="49" charset="-122"/>
              <a:ea typeface="迷你简菱心" panose="02010609000101010101" pitchFamily="49" charset="-122"/>
            </a:endParaRPr>
          </a:p>
        </p:txBody>
      </p:sp>
      <p:sp>
        <p:nvSpPr>
          <p:cNvPr id="55" name="Text Placeholder 5"/>
          <p:cNvSpPr txBox="1"/>
          <p:nvPr>
            <p:custDataLst>
              <p:tags r:id="rId22"/>
            </p:custDataLst>
          </p:nvPr>
        </p:nvSpPr>
        <p:spPr>
          <a:xfrm>
            <a:off x="9019337" y="3041890"/>
            <a:ext cx="1579981" cy="577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00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政策扶持</a:t>
            </a:r>
            <a:r>
              <a:rPr lang="zh-CN" altLang="en-US" sz="1800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推动</a:t>
            </a:r>
            <a:endParaRPr lang="zh-CN" altLang="en-US" sz="1800" dirty="0">
              <a:solidFill>
                <a:schemeClr val="bg1"/>
              </a:solidFill>
              <a:latin typeface="迷你简菱心" panose="02010609000101010101" pitchFamily="49" charset="-122"/>
              <a:ea typeface="迷你简菱心" panose="02010609000101010101" pitchFamily="49" charset="-122"/>
            </a:endParaRPr>
          </a:p>
        </p:txBody>
      </p:sp>
      <p:sp>
        <p:nvSpPr>
          <p:cNvPr id="56" name="Text Placeholder 6"/>
          <p:cNvSpPr txBox="1"/>
          <p:nvPr>
            <p:custDataLst>
              <p:tags r:id="rId23"/>
            </p:custDataLst>
          </p:nvPr>
        </p:nvSpPr>
        <p:spPr>
          <a:xfrm>
            <a:off x="3773173" y="4446663"/>
            <a:ext cx="1815245" cy="113419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劳动力短缺弥补：农业劳动力老龄化、用工成本上涨，机器人能解决人力不足的行业痛点。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57" name="Text Placeholder 6"/>
          <p:cNvSpPr txBox="1"/>
          <p:nvPr>
            <p:custDataLst>
              <p:tags r:id="rId24"/>
            </p:custDataLst>
          </p:nvPr>
        </p:nvSpPr>
        <p:spPr>
          <a:xfrm>
            <a:off x="6311218" y="4446663"/>
            <a:ext cx="1815245" cy="113419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可结合智能传感实现精准施药，契合绿色农业、减药增效的发展方向。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58" name="Text Placeholder 6"/>
          <p:cNvSpPr txBox="1"/>
          <p:nvPr>
            <p:custDataLst>
              <p:tags r:id="rId25"/>
            </p:custDataLst>
          </p:nvPr>
        </p:nvSpPr>
        <p:spPr>
          <a:xfrm>
            <a:off x="8867833" y="4446663"/>
            <a:ext cx="1815245" cy="113419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农业现代化政策支持农机升级，为机器人推广提供政策与资金利好。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59" name="Text Placeholder 5"/>
          <p:cNvSpPr txBox="1"/>
          <p:nvPr>
            <p:custDataLst>
              <p:tags r:id="rId26"/>
            </p:custDataLst>
          </p:nvPr>
        </p:nvSpPr>
        <p:spPr>
          <a:xfrm>
            <a:off x="6462721" y="3041890"/>
            <a:ext cx="1579981" cy="577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00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精准农业</a:t>
            </a:r>
            <a:r>
              <a:rPr lang="zh-CN" altLang="en-US" sz="1800" dirty="0">
                <a:solidFill>
                  <a:schemeClr val="bg1"/>
                </a:solidFill>
                <a:latin typeface="迷你简菱心" panose="02010609000101010101" pitchFamily="49" charset="-122"/>
                <a:ea typeface="迷你简菱心" panose="02010609000101010101" pitchFamily="49" charset="-122"/>
              </a:rPr>
              <a:t>趋势</a:t>
            </a:r>
            <a:endParaRPr lang="zh-CN" altLang="en-US" sz="1800" dirty="0">
              <a:solidFill>
                <a:schemeClr val="bg1"/>
              </a:solidFill>
              <a:latin typeface="迷你简菱心" panose="02010609000101010101" pitchFamily="49" charset="-122"/>
              <a:ea typeface="迷你简菱心" panose="02010609000101010101" pitchFamily="49" charset="-122"/>
            </a:endParaRPr>
          </a:p>
        </p:txBody>
      </p:sp>
      <p:sp>
        <p:nvSpPr>
          <p:cNvPr id="60" name="Shape 1475"/>
          <p:cNvSpPr/>
          <p:nvPr>
            <p:custDataLst>
              <p:tags r:id="rId27"/>
            </p:custDataLst>
          </p:nvPr>
        </p:nvSpPr>
        <p:spPr>
          <a:xfrm>
            <a:off x="6299015" y="2527157"/>
            <a:ext cx="474017" cy="474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Shape 1480"/>
          <p:cNvSpPr/>
          <p:nvPr>
            <p:custDataLst>
              <p:tags r:id="rId28"/>
            </p:custDataLst>
          </p:nvPr>
        </p:nvSpPr>
        <p:spPr>
          <a:xfrm>
            <a:off x="6442527" y="2650215"/>
            <a:ext cx="186347" cy="1863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843" y="20435"/>
                </a:moveTo>
                <a:cubicBezTo>
                  <a:pt x="17964" y="20435"/>
                  <a:pt x="17252" y="19721"/>
                  <a:pt x="17252" y="18844"/>
                </a:cubicBezTo>
                <a:cubicBezTo>
                  <a:pt x="17252" y="17964"/>
                  <a:pt x="17964" y="17253"/>
                  <a:pt x="18843" y="17253"/>
                </a:cubicBezTo>
                <a:cubicBezTo>
                  <a:pt x="19721" y="17253"/>
                  <a:pt x="20434" y="17964"/>
                  <a:pt x="20434" y="18844"/>
                </a:cubicBezTo>
                <a:cubicBezTo>
                  <a:pt x="20434" y="19721"/>
                  <a:pt x="19721" y="20435"/>
                  <a:pt x="18843" y="20435"/>
                </a:cubicBezTo>
                <a:close/>
                <a:moveTo>
                  <a:pt x="12390" y="18844"/>
                </a:moveTo>
                <a:cubicBezTo>
                  <a:pt x="12390" y="19721"/>
                  <a:pt x="11679" y="20435"/>
                  <a:pt x="10801" y="20435"/>
                </a:cubicBezTo>
                <a:cubicBezTo>
                  <a:pt x="9922" y="20435"/>
                  <a:pt x="9210" y="19721"/>
                  <a:pt x="9210" y="18844"/>
                </a:cubicBezTo>
                <a:cubicBezTo>
                  <a:pt x="9210" y="17964"/>
                  <a:pt x="9922" y="17253"/>
                  <a:pt x="10801" y="17253"/>
                </a:cubicBezTo>
                <a:cubicBezTo>
                  <a:pt x="11679" y="17253"/>
                  <a:pt x="12390" y="17964"/>
                  <a:pt x="12390" y="18844"/>
                </a:cubicBezTo>
                <a:close/>
                <a:moveTo>
                  <a:pt x="9210" y="2756"/>
                </a:moveTo>
                <a:cubicBezTo>
                  <a:pt x="9210" y="1879"/>
                  <a:pt x="9922" y="1165"/>
                  <a:pt x="10801" y="1165"/>
                </a:cubicBezTo>
                <a:cubicBezTo>
                  <a:pt x="11679" y="1165"/>
                  <a:pt x="12390" y="1879"/>
                  <a:pt x="12390" y="2756"/>
                </a:cubicBezTo>
                <a:cubicBezTo>
                  <a:pt x="12390" y="3636"/>
                  <a:pt x="11679" y="4347"/>
                  <a:pt x="10801" y="4347"/>
                </a:cubicBezTo>
                <a:cubicBezTo>
                  <a:pt x="9922" y="4347"/>
                  <a:pt x="9210" y="3636"/>
                  <a:pt x="9210" y="2756"/>
                </a:cubicBezTo>
                <a:close/>
                <a:moveTo>
                  <a:pt x="4348" y="18844"/>
                </a:moveTo>
                <a:cubicBezTo>
                  <a:pt x="4348" y="19721"/>
                  <a:pt x="3636" y="20435"/>
                  <a:pt x="2757" y="20435"/>
                </a:cubicBezTo>
                <a:cubicBezTo>
                  <a:pt x="1879" y="20435"/>
                  <a:pt x="1168" y="19721"/>
                  <a:pt x="1168" y="18844"/>
                </a:cubicBezTo>
                <a:cubicBezTo>
                  <a:pt x="1168" y="17964"/>
                  <a:pt x="1879" y="17253"/>
                  <a:pt x="2757" y="17253"/>
                </a:cubicBezTo>
                <a:cubicBezTo>
                  <a:pt x="3636" y="17253"/>
                  <a:pt x="4348" y="17964"/>
                  <a:pt x="4348" y="18844"/>
                </a:cubicBezTo>
                <a:close/>
                <a:moveTo>
                  <a:pt x="19934" y="16312"/>
                </a:moveTo>
                <a:lnTo>
                  <a:pt x="19934" y="13672"/>
                </a:lnTo>
                <a:cubicBezTo>
                  <a:pt x="19934" y="12078"/>
                  <a:pt x="18879" y="9707"/>
                  <a:pt x="15971" y="9707"/>
                </a:cubicBezTo>
                <a:lnTo>
                  <a:pt x="13673" y="9707"/>
                </a:lnTo>
                <a:cubicBezTo>
                  <a:pt x="12050" y="9707"/>
                  <a:pt x="11899" y="8913"/>
                  <a:pt x="11892" y="8503"/>
                </a:cubicBezTo>
                <a:lnTo>
                  <a:pt x="11892" y="5288"/>
                </a:lnTo>
                <a:cubicBezTo>
                  <a:pt x="12872" y="4867"/>
                  <a:pt x="13558" y="3893"/>
                  <a:pt x="13558" y="2756"/>
                </a:cubicBezTo>
                <a:cubicBezTo>
                  <a:pt x="13558" y="1234"/>
                  <a:pt x="12323" y="0"/>
                  <a:pt x="10801" y="0"/>
                </a:cubicBezTo>
                <a:cubicBezTo>
                  <a:pt x="9277" y="0"/>
                  <a:pt x="8043" y="1234"/>
                  <a:pt x="8043" y="2756"/>
                </a:cubicBezTo>
                <a:cubicBezTo>
                  <a:pt x="8043" y="3893"/>
                  <a:pt x="8730" y="4867"/>
                  <a:pt x="9709" y="5288"/>
                </a:cubicBezTo>
                <a:lnTo>
                  <a:pt x="9709" y="8503"/>
                </a:lnTo>
                <a:cubicBezTo>
                  <a:pt x="9709" y="8799"/>
                  <a:pt x="9623" y="9707"/>
                  <a:pt x="7927" y="9707"/>
                </a:cubicBezTo>
                <a:lnTo>
                  <a:pt x="5631" y="9707"/>
                </a:lnTo>
                <a:cubicBezTo>
                  <a:pt x="2723" y="9707"/>
                  <a:pt x="1666" y="12078"/>
                  <a:pt x="1666" y="13672"/>
                </a:cubicBezTo>
                <a:lnTo>
                  <a:pt x="1666" y="16312"/>
                </a:lnTo>
                <a:cubicBezTo>
                  <a:pt x="686" y="16733"/>
                  <a:pt x="0" y="17707"/>
                  <a:pt x="0" y="18844"/>
                </a:cubicBezTo>
                <a:cubicBezTo>
                  <a:pt x="0" y="20366"/>
                  <a:pt x="1235" y="21600"/>
                  <a:pt x="2757" y="21600"/>
                </a:cubicBezTo>
                <a:cubicBezTo>
                  <a:pt x="4280" y="21600"/>
                  <a:pt x="5516" y="20366"/>
                  <a:pt x="5516" y="18844"/>
                </a:cubicBezTo>
                <a:cubicBezTo>
                  <a:pt x="5516" y="17707"/>
                  <a:pt x="4828" y="16733"/>
                  <a:pt x="3849" y="16312"/>
                </a:cubicBezTo>
                <a:lnTo>
                  <a:pt x="3849" y="13672"/>
                </a:lnTo>
                <a:cubicBezTo>
                  <a:pt x="3849" y="13376"/>
                  <a:pt x="3935" y="11890"/>
                  <a:pt x="5631" y="11890"/>
                </a:cubicBezTo>
                <a:lnTo>
                  <a:pt x="7927" y="11890"/>
                </a:lnTo>
                <a:cubicBezTo>
                  <a:pt x="8626" y="11890"/>
                  <a:pt x="9214" y="11785"/>
                  <a:pt x="9709" y="11608"/>
                </a:cubicBezTo>
                <a:lnTo>
                  <a:pt x="9709" y="16312"/>
                </a:lnTo>
                <a:cubicBezTo>
                  <a:pt x="8730" y="16733"/>
                  <a:pt x="8043" y="17707"/>
                  <a:pt x="8043" y="18844"/>
                </a:cubicBezTo>
                <a:cubicBezTo>
                  <a:pt x="8043" y="20366"/>
                  <a:pt x="9277" y="21600"/>
                  <a:pt x="10801" y="21600"/>
                </a:cubicBezTo>
                <a:cubicBezTo>
                  <a:pt x="12323" y="21600"/>
                  <a:pt x="13558" y="20366"/>
                  <a:pt x="13558" y="18844"/>
                </a:cubicBezTo>
                <a:cubicBezTo>
                  <a:pt x="13558" y="17707"/>
                  <a:pt x="12872" y="16733"/>
                  <a:pt x="11892" y="16312"/>
                </a:cubicBezTo>
                <a:lnTo>
                  <a:pt x="11892" y="11608"/>
                </a:lnTo>
                <a:cubicBezTo>
                  <a:pt x="12388" y="11785"/>
                  <a:pt x="12975" y="11890"/>
                  <a:pt x="13673" y="11890"/>
                </a:cubicBezTo>
                <a:lnTo>
                  <a:pt x="15971" y="11890"/>
                </a:lnTo>
                <a:cubicBezTo>
                  <a:pt x="17592" y="11890"/>
                  <a:pt x="17743" y="13263"/>
                  <a:pt x="17751" y="13672"/>
                </a:cubicBezTo>
                <a:lnTo>
                  <a:pt x="17751" y="16312"/>
                </a:lnTo>
                <a:cubicBezTo>
                  <a:pt x="16772" y="16733"/>
                  <a:pt x="16086" y="17707"/>
                  <a:pt x="16086" y="18844"/>
                </a:cubicBezTo>
                <a:cubicBezTo>
                  <a:pt x="16086" y="20366"/>
                  <a:pt x="17320" y="21600"/>
                  <a:pt x="18843" y="21600"/>
                </a:cubicBezTo>
                <a:cubicBezTo>
                  <a:pt x="20366" y="21600"/>
                  <a:pt x="21600" y="20366"/>
                  <a:pt x="21600" y="18844"/>
                </a:cubicBezTo>
                <a:cubicBezTo>
                  <a:pt x="21600" y="17707"/>
                  <a:pt x="20914" y="16733"/>
                  <a:pt x="19934" y="16312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1735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1073785" y="1354455"/>
            <a:ext cx="2428240" cy="7683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400" b="1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市场潜力</a:t>
            </a:r>
            <a:endParaRPr lang="zh-CN" altLang="en-US" sz="4400" b="1">
              <a:ln w="10160">
                <a:solidFill>
                  <a:schemeClr val="accent5"/>
                </a:solidFill>
                <a:prstDash val="solid"/>
              </a:ln>
              <a:solidFill>
                <a:schemeClr val="tx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0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5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0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500"/>
                            </p:stCondLst>
                            <p:childTnLst>
                              <p:par>
                                <p:cTn id="9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0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85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9000"/>
                            </p:stCondLst>
                            <p:childTnLst>
                              <p:par>
                                <p:cTn id="10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2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2" grpId="0" bldLvl="0" animBg="1"/>
      <p:bldP spid="32" grpId="0"/>
      <p:bldP spid="33" grpId="0" bldLvl="0" animBg="1"/>
      <p:bldP spid="34" grpId="0" bldLvl="0" animBg="1"/>
      <p:bldP spid="35" grpId="0" bldLvl="0" animBg="1"/>
      <p:bldP spid="36" grpId="0" bldLvl="0" animBg="1"/>
      <p:bldP spid="37" grpId="0" bldLvl="0" animBg="1"/>
      <p:bldP spid="41" grpId="0" bldLvl="0" animBg="1"/>
      <p:bldP spid="42" grpId="0" bldLvl="0" animBg="1"/>
      <p:bldP spid="43" grpId="0" bldLvl="0" animBg="1"/>
      <p:bldP spid="52" grpId="0" build="p"/>
      <p:bldP spid="53" grpId="0" build="p"/>
      <p:bldP spid="54" grpId="0"/>
      <p:bldP spid="55" grpId="0"/>
      <p:bldP spid="56" grpId="0"/>
      <p:bldP spid="57" grpId="0"/>
      <p:bldP spid="58" grpId="0"/>
      <p:bldP spid="59" grpId="0"/>
      <p:bldP spid="60" grpId="0" bldLvl="0" animBg="1"/>
      <p:bldP spid="61" grpId="0" bldLvl="0" animBg="1"/>
      <p:bldP spid="6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-14748" y="6355758"/>
            <a:ext cx="12206748" cy="502242"/>
            <a:chOff x="0" y="6355758"/>
            <a:chExt cx="12192000" cy="502242"/>
          </a:xfrm>
        </p:grpSpPr>
        <p:sp>
          <p:nvSpPr>
            <p:cNvPr id="26" name="任意多边形 25"/>
            <p:cNvSpPr/>
            <p:nvPr userDrawn="1"/>
          </p:nvSpPr>
          <p:spPr>
            <a:xfrm>
              <a:off x="0" y="6457950"/>
              <a:ext cx="12192000" cy="400050"/>
            </a:xfrm>
            <a:custGeom>
              <a:avLst/>
              <a:gdLst>
                <a:gd name="connsiteX0" fmla="*/ 12192000 w 12192000"/>
                <a:gd name="connsiteY0" fmla="*/ 0 h 329410"/>
                <a:gd name="connsiteX1" fmla="*/ 12192000 w 12192000"/>
                <a:gd name="connsiteY1" fmla="*/ 329410 h 329410"/>
                <a:gd name="connsiteX2" fmla="*/ 0 w 12192000"/>
                <a:gd name="connsiteY2" fmla="*/ 329410 h 329410"/>
                <a:gd name="connsiteX3" fmla="*/ 0 w 12192000"/>
                <a:gd name="connsiteY3" fmla="*/ 29375 h 329410"/>
                <a:gd name="connsiteX4" fmla="*/ 577089 w 12192000"/>
                <a:gd name="connsiteY4" fmla="*/ 49593 h 329410"/>
                <a:gd name="connsiteX5" fmla="*/ 5704114 w 12192000"/>
                <a:gd name="connsiteY5" fmla="*/ 124873 h 329410"/>
                <a:gd name="connsiteX6" fmla="*/ 11982536 w 12192000"/>
                <a:gd name="connsiteY6" fmla="*/ 9255 h 32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29410">
                  <a:moveTo>
                    <a:pt x="12192000" y="0"/>
                  </a:moveTo>
                  <a:lnTo>
                    <a:pt x="12192000" y="329410"/>
                  </a:lnTo>
                  <a:lnTo>
                    <a:pt x="0" y="329410"/>
                  </a:lnTo>
                  <a:lnTo>
                    <a:pt x="0" y="29375"/>
                  </a:lnTo>
                  <a:lnTo>
                    <a:pt x="577089" y="49593"/>
                  </a:lnTo>
                  <a:cubicBezTo>
                    <a:pt x="2152931" y="98068"/>
                    <a:pt x="3885480" y="124873"/>
                    <a:pt x="5704114" y="124873"/>
                  </a:cubicBezTo>
                  <a:cubicBezTo>
                    <a:pt x="7977407" y="124873"/>
                    <a:pt x="10116192" y="82990"/>
                    <a:pt x="11982536" y="9255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94000">
                  <a:schemeClr val="bg1"/>
                </a:gs>
              </a:gsLst>
              <a:lin ang="2700000" scaled="0"/>
            </a:gradFill>
            <a:ln>
              <a:noFill/>
            </a:ln>
            <a:effectLst>
              <a:outerShdw blurRad="279400" dist="241300" dir="2700000" sx="95000" sy="95000" algn="tl" rotWithShape="0">
                <a:schemeClr val="accent1">
                  <a:alpha val="2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cs typeface="+mn-ea"/>
              </a:endParaRPr>
            </a:p>
          </p:txBody>
        </p:sp>
        <p:sp>
          <p:nvSpPr>
            <p:cNvPr id="27" name="任意多边形 26"/>
            <p:cNvSpPr/>
            <p:nvPr userDrawn="1"/>
          </p:nvSpPr>
          <p:spPr>
            <a:xfrm flipH="1">
              <a:off x="0" y="6355758"/>
              <a:ext cx="12192000" cy="502242"/>
            </a:xfrm>
            <a:custGeom>
              <a:avLst/>
              <a:gdLst>
                <a:gd name="connsiteX0" fmla="*/ 12192000 w 12192000"/>
                <a:gd name="connsiteY0" fmla="*/ 0 h 329410"/>
                <a:gd name="connsiteX1" fmla="*/ 12192000 w 12192000"/>
                <a:gd name="connsiteY1" fmla="*/ 329410 h 329410"/>
                <a:gd name="connsiteX2" fmla="*/ 0 w 12192000"/>
                <a:gd name="connsiteY2" fmla="*/ 329410 h 329410"/>
                <a:gd name="connsiteX3" fmla="*/ 0 w 12192000"/>
                <a:gd name="connsiteY3" fmla="*/ 29375 h 329410"/>
                <a:gd name="connsiteX4" fmla="*/ 577089 w 12192000"/>
                <a:gd name="connsiteY4" fmla="*/ 49593 h 329410"/>
                <a:gd name="connsiteX5" fmla="*/ 5704114 w 12192000"/>
                <a:gd name="connsiteY5" fmla="*/ 124873 h 329410"/>
                <a:gd name="connsiteX6" fmla="*/ 11982536 w 12192000"/>
                <a:gd name="connsiteY6" fmla="*/ 9255 h 32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29410">
                  <a:moveTo>
                    <a:pt x="12192000" y="0"/>
                  </a:moveTo>
                  <a:lnTo>
                    <a:pt x="12192000" y="329410"/>
                  </a:lnTo>
                  <a:lnTo>
                    <a:pt x="0" y="329410"/>
                  </a:lnTo>
                  <a:lnTo>
                    <a:pt x="0" y="29375"/>
                  </a:lnTo>
                  <a:lnTo>
                    <a:pt x="577089" y="49593"/>
                  </a:lnTo>
                  <a:cubicBezTo>
                    <a:pt x="2152931" y="98068"/>
                    <a:pt x="3885480" y="124873"/>
                    <a:pt x="5704114" y="124873"/>
                  </a:cubicBezTo>
                  <a:cubicBezTo>
                    <a:pt x="7977407" y="124873"/>
                    <a:pt x="10116192" y="82990"/>
                    <a:pt x="11982536" y="9255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94000">
                  <a:schemeClr val="bg1"/>
                </a:gs>
              </a:gsLst>
              <a:lin ang="2700000" scaled="0"/>
            </a:gradFill>
            <a:ln>
              <a:noFill/>
            </a:ln>
            <a:effectLst>
              <a:outerShdw blurRad="279400" dist="241300" dir="2700000" sx="95000" sy="95000" algn="tl" rotWithShape="0">
                <a:schemeClr val="accent1">
                  <a:alpha val="2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cs typeface="+mn-ea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 rot="18900000">
            <a:off x="390677" y="429453"/>
            <a:ext cx="566057" cy="566057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 rot="18900000">
            <a:off x="881320" y="551068"/>
            <a:ext cx="333829" cy="333829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49827" y="371747"/>
            <a:ext cx="5676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dirty="0">
                <a:solidFill>
                  <a:srgbClr val="151472"/>
                </a:solidFill>
                <a:highlight>
                  <a:srgbClr val="FFFF00"/>
                </a:highlight>
                <a:latin typeface="方正尚酷简体" panose="03000509000000000000" pitchFamily="65" charset="-122"/>
                <a:ea typeface="方正尚酷简体" panose="03000509000000000000" pitchFamily="65" charset="-122"/>
              </a:rPr>
              <a:t>四、市场与销售</a:t>
            </a:r>
            <a:endParaRPr lang="zh-CN" altLang="en-US" dirty="0">
              <a:solidFill>
                <a:srgbClr val="151472"/>
              </a:solidFill>
              <a:highlight>
                <a:srgbClr val="FFFF00"/>
              </a:highlight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cxnSp>
        <p:nvCxnSpPr>
          <p:cNvPr id="7" name="Straight Connector 26"/>
          <p:cNvCxnSpPr/>
          <p:nvPr>
            <p:custDataLst>
              <p:tags r:id="rId1"/>
            </p:custDataLst>
          </p:nvPr>
        </p:nvCxnSpPr>
        <p:spPr>
          <a:xfrm rot="10800000" flipV="1">
            <a:off x="2679675" y="3524473"/>
            <a:ext cx="762005" cy="4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9"/>
          <p:cNvCxnSpPr/>
          <p:nvPr>
            <p:custDataLst>
              <p:tags r:id="rId2"/>
            </p:custDataLst>
          </p:nvPr>
        </p:nvCxnSpPr>
        <p:spPr>
          <a:xfrm>
            <a:off x="8629483" y="3524473"/>
            <a:ext cx="812989" cy="4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44"/>
          <p:cNvGrpSpPr/>
          <p:nvPr>
            <p:custDataLst>
              <p:tags r:id="rId3"/>
            </p:custDataLst>
          </p:nvPr>
        </p:nvGrpSpPr>
        <p:grpSpPr>
          <a:xfrm>
            <a:off x="550545" y="1619885"/>
            <a:ext cx="4364355" cy="2640965"/>
            <a:chOff x="458577" y="1214428"/>
            <a:chExt cx="3075053" cy="1980835"/>
          </a:xfrm>
        </p:grpSpPr>
        <p:sp>
          <p:nvSpPr>
            <p:cNvPr id="10" name="Arc 30"/>
            <p:cNvSpPr/>
            <p:nvPr>
              <p:custDataLst>
                <p:tags r:id="rId4"/>
              </p:custDataLst>
            </p:nvPr>
          </p:nvSpPr>
          <p:spPr>
            <a:xfrm>
              <a:off x="1785918" y="1428742"/>
              <a:ext cx="1208844" cy="1208844"/>
            </a:xfrm>
            <a:prstGeom prst="arc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11" name="Group 44"/>
            <p:cNvGrpSpPr/>
            <p:nvPr/>
          </p:nvGrpSpPr>
          <p:grpSpPr>
            <a:xfrm>
              <a:off x="458577" y="1214428"/>
              <a:ext cx="1827225" cy="1481038"/>
              <a:chOff x="458577" y="1214428"/>
              <a:chExt cx="1827225" cy="1481038"/>
            </a:xfrm>
          </p:grpSpPr>
          <p:sp>
            <p:nvSpPr>
              <p:cNvPr id="14" name="Rectangle 40"/>
              <p:cNvSpPr/>
              <p:nvPr>
                <p:custDataLst>
                  <p:tags r:id="rId5"/>
                </p:custDataLst>
              </p:nvPr>
            </p:nvSpPr>
            <p:spPr>
              <a:xfrm>
                <a:off x="458577" y="1500194"/>
                <a:ext cx="1827225" cy="11952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</a:pPr>
                <a:r>
                  <a:rPr lang="zh-CN" altLang="en-US" sz="1400" spc="300" dirty="0">
                    <a:solidFill>
                      <a:schemeClr val="bg1"/>
                    </a:solidFill>
                    <a:latin typeface="Montserrat Light" charset="0"/>
                    <a:ea typeface="Montserrat Light" charset="0"/>
                    <a:cs typeface="Montserrat Light" charset="0"/>
                  </a:rPr>
                  <a:t>核心零部件依赖进口，整机售价偏高，中小农户与合作社采购能力有限，难以大规模普及。</a:t>
                </a:r>
                <a:endParaRPr lang="zh-CN" altLang="en-US" sz="1400" spc="300" dirty="0">
                  <a:solidFill>
                    <a:schemeClr val="bg1"/>
                  </a:solidFill>
                  <a:latin typeface="Montserrat Light" charset="0"/>
                  <a:ea typeface="Montserrat Light" charset="0"/>
                  <a:cs typeface="Montserrat Light" charset="0"/>
                </a:endParaRPr>
              </a:p>
              <a:p>
                <a:pPr>
                  <a:lnSpc>
                    <a:spcPct val="15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</a:pPr>
                <a:endParaRPr lang="zh-CN" altLang="en-US" sz="1400" spc="300" dirty="0">
                  <a:solidFill>
                    <a:schemeClr val="bg1"/>
                  </a:solidFill>
                  <a:latin typeface="Montserrat Light" charset="0"/>
                  <a:ea typeface="Montserrat Light" charset="0"/>
                  <a:cs typeface="Montserrat Light" charset="0"/>
                </a:endParaRPr>
              </a:p>
            </p:txBody>
          </p:sp>
          <p:sp>
            <p:nvSpPr>
              <p:cNvPr id="15" name="Rectangle 41"/>
              <p:cNvSpPr/>
              <p:nvPr>
                <p:custDataLst>
                  <p:tags r:id="rId6"/>
                </p:custDataLst>
              </p:nvPr>
            </p:nvSpPr>
            <p:spPr>
              <a:xfrm>
                <a:off x="1000100" y="1214428"/>
                <a:ext cx="1283010" cy="252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zh-CN" altLang="en-US" sz="1600" dirty="0">
                    <a:solidFill>
                      <a:srgbClr val="151472"/>
                    </a:solidFill>
                    <a:highlight>
                      <a:srgbClr val="FFFF00"/>
                    </a:highlight>
                    <a:latin typeface="迷你简菱心" panose="02010609000101010101" pitchFamily="49" charset="-122"/>
                    <a:ea typeface="迷你简菱心" panose="02010609000101010101" pitchFamily="49" charset="-122"/>
                    <a:cs typeface="Open Sans" pitchFamily="34" charset="0"/>
                  </a:rPr>
                  <a:t>成本门槛</a:t>
                </a:r>
                <a:r>
                  <a:rPr lang="zh-CN" altLang="en-US" sz="1600" dirty="0">
                    <a:solidFill>
                      <a:srgbClr val="151472"/>
                    </a:solidFill>
                    <a:highlight>
                      <a:srgbClr val="FFFF00"/>
                    </a:highlight>
                    <a:latin typeface="迷你简菱心" panose="02010609000101010101" pitchFamily="49" charset="-122"/>
                    <a:ea typeface="迷你简菱心" panose="02010609000101010101" pitchFamily="49" charset="-122"/>
                    <a:cs typeface="Open Sans" pitchFamily="34" charset="0"/>
                  </a:rPr>
                  <a:t>高</a:t>
                </a:r>
                <a:endParaRPr lang="zh-CN" altLang="en-US" sz="1600" dirty="0">
                  <a:solidFill>
                    <a:srgbClr val="151472"/>
                  </a:solidFill>
                  <a:highlight>
                    <a:srgbClr val="FFFF00"/>
                  </a:highlight>
                  <a:latin typeface="迷你简菱心" panose="02010609000101010101" pitchFamily="49" charset="-122"/>
                  <a:ea typeface="迷你简菱心" panose="02010609000101010101" pitchFamily="49" charset="-122"/>
                  <a:cs typeface="Open Sans" pitchFamily="34" charset="0"/>
                </a:endParaRPr>
              </a:p>
            </p:txBody>
          </p:sp>
        </p:grpSp>
        <p:grpSp>
          <p:nvGrpSpPr>
            <p:cNvPr id="12" name="Group 50"/>
            <p:cNvGrpSpPr/>
            <p:nvPr/>
          </p:nvGrpSpPr>
          <p:grpSpPr>
            <a:xfrm>
              <a:off x="2428860" y="2090493"/>
              <a:ext cx="1104770" cy="1104770"/>
              <a:chOff x="2428860" y="2090493"/>
              <a:chExt cx="1104770" cy="1104770"/>
            </a:xfrm>
          </p:grpSpPr>
          <p:sp>
            <p:nvSpPr>
              <p:cNvPr id="13" name="Oval 15"/>
              <p:cNvSpPr/>
              <p:nvPr>
                <p:custDataLst>
                  <p:tags r:id="rId7"/>
                </p:custDataLst>
              </p:nvPr>
            </p:nvSpPr>
            <p:spPr>
              <a:xfrm>
                <a:off x="2428860" y="2090493"/>
                <a:ext cx="1104770" cy="1104770"/>
              </a:xfrm>
              <a:prstGeom prst="ellipse">
                <a:avLst/>
              </a:prstGeom>
              <a:solidFill>
                <a:srgbClr val="151472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6" name="Freeform 26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2737725" y="2451987"/>
                <a:ext cx="379548" cy="379548"/>
              </a:xfrm>
              <a:custGeom>
                <a:avLst/>
                <a:gdLst>
                  <a:gd name="T0" fmla="*/ 276 w 344"/>
                  <a:gd name="T1" fmla="*/ 172 h 344"/>
                  <a:gd name="T2" fmla="*/ 172 w 344"/>
                  <a:gd name="T3" fmla="*/ 276 h 344"/>
                  <a:gd name="T4" fmla="*/ 68 w 344"/>
                  <a:gd name="T5" fmla="*/ 172 h 344"/>
                  <a:gd name="T6" fmla="*/ 70 w 344"/>
                  <a:gd name="T7" fmla="*/ 152 h 344"/>
                  <a:gd name="T8" fmla="*/ 0 w 344"/>
                  <a:gd name="T9" fmla="*/ 152 h 344"/>
                  <a:gd name="T10" fmla="*/ 0 w 344"/>
                  <a:gd name="T11" fmla="*/ 290 h 344"/>
                  <a:gd name="T12" fmla="*/ 54 w 344"/>
                  <a:gd name="T13" fmla="*/ 344 h 344"/>
                  <a:gd name="T14" fmla="*/ 290 w 344"/>
                  <a:gd name="T15" fmla="*/ 344 h 344"/>
                  <a:gd name="T16" fmla="*/ 344 w 344"/>
                  <a:gd name="T17" fmla="*/ 290 h 344"/>
                  <a:gd name="T18" fmla="*/ 344 w 344"/>
                  <a:gd name="T19" fmla="*/ 152 h 344"/>
                  <a:gd name="T20" fmla="*/ 274 w 344"/>
                  <a:gd name="T21" fmla="*/ 152 h 344"/>
                  <a:gd name="T22" fmla="*/ 276 w 344"/>
                  <a:gd name="T23" fmla="*/ 172 h 344"/>
                  <a:gd name="T24" fmla="*/ 290 w 344"/>
                  <a:gd name="T25" fmla="*/ 0 h 344"/>
                  <a:gd name="T26" fmla="*/ 54 w 344"/>
                  <a:gd name="T27" fmla="*/ 0 h 344"/>
                  <a:gd name="T28" fmla="*/ 0 w 344"/>
                  <a:gd name="T29" fmla="*/ 54 h 344"/>
                  <a:gd name="T30" fmla="*/ 0 w 344"/>
                  <a:gd name="T31" fmla="*/ 112 h 344"/>
                  <a:gd name="T32" fmla="*/ 87 w 344"/>
                  <a:gd name="T33" fmla="*/ 112 h 344"/>
                  <a:gd name="T34" fmla="*/ 172 w 344"/>
                  <a:gd name="T35" fmla="*/ 68 h 344"/>
                  <a:gd name="T36" fmla="*/ 257 w 344"/>
                  <a:gd name="T37" fmla="*/ 112 h 344"/>
                  <a:gd name="T38" fmla="*/ 344 w 344"/>
                  <a:gd name="T39" fmla="*/ 112 h 344"/>
                  <a:gd name="T40" fmla="*/ 344 w 344"/>
                  <a:gd name="T41" fmla="*/ 54 h 344"/>
                  <a:gd name="T42" fmla="*/ 290 w 344"/>
                  <a:gd name="T43" fmla="*/ 0 h 344"/>
                  <a:gd name="T44" fmla="*/ 317 w 344"/>
                  <a:gd name="T45" fmla="*/ 66 h 344"/>
                  <a:gd name="T46" fmla="*/ 307 w 344"/>
                  <a:gd name="T47" fmla="*/ 76 h 344"/>
                  <a:gd name="T48" fmla="*/ 278 w 344"/>
                  <a:gd name="T49" fmla="*/ 76 h 344"/>
                  <a:gd name="T50" fmla="*/ 269 w 344"/>
                  <a:gd name="T51" fmla="*/ 66 h 344"/>
                  <a:gd name="T52" fmla="*/ 269 w 344"/>
                  <a:gd name="T53" fmla="*/ 37 h 344"/>
                  <a:gd name="T54" fmla="*/ 278 w 344"/>
                  <a:gd name="T55" fmla="*/ 28 h 344"/>
                  <a:gd name="T56" fmla="*/ 307 w 344"/>
                  <a:gd name="T57" fmla="*/ 28 h 344"/>
                  <a:gd name="T58" fmla="*/ 317 w 344"/>
                  <a:gd name="T59" fmla="*/ 37 h 344"/>
                  <a:gd name="T60" fmla="*/ 317 w 344"/>
                  <a:gd name="T61" fmla="*/ 66 h 344"/>
                  <a:gd name="T62" fmla="*/ 236 w 344"/>
                  <a:gd name="T63" fmla="*/ 172 h 344"/>
                  <a:gd name="T64" fmla="*/ 172 w 344"/>
                  <a:gd name="T65" fmla="*/ 108 h 344"/>
                  <a:gd name="T66" fmla="*/ 108 w 344"/>
                  <a:gd name="T67" fmla="*/ 172 h 344"/>
                  <a:gd name="T68" fmla="*/ 172 w 344"/>
                  <a:gd name="T69" fmla="*/ 236 h 344"/>
                  <a:gd name="T70" fmla="*/ 236 w 344"/>
                  <a:gd name="T71" fmla="*/ 172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44" h="344">
                    <a:moveTo>
                      <a:pt x="276" y="172"/>
                    </a:moveTo>
                    <a:cubicBezTo>
                      <a:pt x="276" y="229"/>
                      <a:pt x="230" y="276"/>
                      <a:pt x="172" y="276"/>
                    </a:cubicBezTo>
                    <a:cubicBezTo>
                      <a:pt x="115" y="276"/>
                      <a:pt x="68" y="229"/>
                      <a:pt x="68" y="172"/>
                    </a:cubicBezTo>
                    <a:cubicBezTo>
                      <a:pt x="68" y="165"/>
                      <a:pt x="69" y="158"/>
                      <a:pt x="70" y="152"/>
                    </a:cubicBezTo>
                    <a:cubicBezTo>
                      <a:pt x="0" y="152"/>
                      <a:pt x="0" y="152"/>
                      <a:pt x="0" y="152"/>
                    </a:cubicBezTo>
                    <a:cubicBezTo>
                      <a:pt x="0" y="290"/>
                      <a:pt x="0" y="290"/>
                      <a:pt x="0" y="290"/>
                    </a:cubicBezTo>
                    <a:cubicBezTo>
                      <a:pt x="0" y="320"/>
                      <a:pt x="24" y="344"/>
                      <a:pt x="54" y="344"/>
                    </a:cubicBezTo>
                    <a:cubicBezTo>
                      <a:pt x="290" y="344"/>
                      <a:pt x="290" y="344"/>
                      <a:pt x="290" y="344"/>
                    </a:cubicBezTo>
                    <a:cubicBezTo>
                      <a:pt x="320" y="344"/>
                      <a:pt x="344" y="320"/>
                      <a:pt x="344" y="290"/>
                    </a:cubicBezTo>
                    <a:cubicBezTo>
                      <a:pt x="344" y="152"/>
                      <a:pt x="344" y="152"/>
                      <a:pt x="344" y="152"/>
                    </a:cubicBezTo>
                    <a:cubicBezTo>
                      <a:pt x="274" y="152"/>
                      <a:pt x="274" y="152"/>
                      <a:pt x="274" y="152"/>
                    </a:cubicBezTo>
                    <a:cubicBezTo>
                      <a:pt x="276" y="158"/>
                      <a:pt x="276" y="165"/>
                      <a:pt x="276" y="172"/>
                    </a:cubicBezTo>
                    <a:close/>
                    <a:moveTo>
                      <a:pt x="290" y="0"/>
                    </a:moveTo>
                    <a:cubicBezTo>
                      <a:pt x="54" y="0"/>
                      <a:pt x="54" y="0"/>
                      <a:pt x="54" y="0"/>
                    </a:cubicBezTo>
                    <a:cubicBezTo>
                      <a:pt x="24" y="0"/>
                      <a:pt x="0" y="24"/>
                      <a:pt x="0" y="54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87" y="112"/>
                      <a:pt x="87" y="112"/>
                      <a:pt x="87" y="112"/>
                    </a:cubicBezTo>
                    <a:cubicBezTo>
                      <a:pt x="106" y="85"/>
                      <a:pt x="137" y="68"/>
                      <a:pt x="172" y="68"/>
                    </a:cubicBezTo>
                    <a:cubicBezTo>
                      <a:pt x="207" y="68"/>
                      <a:pt x="238" y="85"/>
                      <a:pt x="257" y="112"/>
                    </a:cubicBezTo>
                    <a:cubicBezTo>
                      <a:pt x="344" y="112"/>
                      <a:pt x="344" y="112"/>
                      <a:pt x="344" y="112"/>
                    </a:cubicBezTo>
                    <a:cubicBezTo>
                      <a:pt x="344" y="54"/>
                      <a:pt x="344" y="54"/>
                      <a:pt x="344" y="54"/>
                    </a:cubicBezTo>
                    <a:cubicBezTo>
                      <a:pt x="344" y="24"/>
                      <a:pt x="320" y="0"/>
                      <a:pt x="290" y="0"/>
                    </a:cubicBezTo>
                    <a:close/>
                    <a:moveTo>
                      <a:pt x="317" y="66"/>
                    </a:moveTo>
                    <a:cubicBezTo>
                      <a:pt x="317" y="72"/>
                      <a:pt x="312" y="76"/>
                      <a:pt x="307" y="76"/>
                    </a:cubicBezTo>
                    <a:cubicBezTo>
                      <a:pt x="278" y="76"/>
                      <a:pt x="278" y="76"/>
                      <a:pt x="278" y="76"/>
                    </a:cubicBezTo>
                    <a:cubicBezTo>
                      <a:pt x="273" y="76"/>
                      <a:pt x="269" y="72"/>
                      <a:pt x="269" y="66"/>
                    </a:cubicBezTo>
                    <a:cubicBezTo>
                      <a:pt x="269" y="37"/>
                      <a:pt x="269" y="37"/>
                      <a:pt x="269" y="37"/>
                    </a:cubicBezTo>
                    <a:cubicBezTo>
                      <a:pt x="269" y="32"/>
                      <a:pt x="273" y="28"/>
                      <a:pt x="278" y="28"/>
                    </a:cubicBezTo>
                    <a:cubicBezTo>
                      <a:pt x="307" y="28"/>
                      <a:pt x="307" y="28"/>
                      <a:pt x="307" y="28"/>
                    </a:cubicBezTo>
                    <a:cubicBezTo>
                      <a:pt x="312" y="28"/>
                      <a:pt x="317" y="32"/>
                      <a:pt x="317" y="37"/>
                    </a:cubicBezTo>
                    <a:lnTo>
                      <a:pt x="317" y="66"/>
                    </a:lnTo>
                    <a:close/>
                    <a:moveTo>
                      <a:pt x="236" y="172"/>
                    </a:moveTo>
                    <a:cubicBezTo>
                      <a:pt x="236" y="137"/>
                      <a:pt x="208" y="108"/>
                      <a:pt x="172" y="108"/>
                    </a:cubicBezTo>
                    <a:cubicBezTo>
                      <a:pt x="137" y="108"/>
                      <a:pt x="108" y="137"/>
                      <a:pt x="108" y="172"/>
                    </a:cubicBezTo>
                    <a:cubicBezTo>
                      <a:pt x="108" y="207"/>
                      <a:pt x="137" y="236"/>
                      <a:pt x="172" y="236"/>
                    </a:cubicBezTo>
                    <a:cubicBezTo>
                      <a:pt x="208" y="236"/>
                      <a:pt x="236" y="207"/>
                      <a:pt x="236" y="17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/>
              </a:p>
            </p:txBody>
          </p:sp>
        </p:grpSp>
      </p:grpSp>
      <p:grpSp>
        <p:nvGrpSpPr>
          <p:cNvPr id="17" name="Group 47"/>
          <p:cNvGrpSpPr/>
          <p:nvPr>
            <p:custDataLst>
              <p:tags r:id="rId9"/>
            </p:custDataLst>
          </p:nvPr>
        </p:nvGrpSpPr>
        <p:grpSpPr>
          <a:xfrm>
            <a:off x="7156456" y="1619873"/>
            <a:ext cx="4204346" cy="2641113"/>
            <a:chOff x="5214942" y="1214428"/>
            <a:chExt cx="3153260" cy="1980835"/>
          </a:xfrm>
        </p:grpSpPr>
        <p:sp>
          <p:nvSpPr>
            <p:cNvPr id="18" name="Arc 31"/>
            <p:cNvSpPr/>
            <p:nvPr>
              <p:custDataLst>
                <p:tags r:id="rId10"/>
              </p:custDataLst>
            </p:nvPr>
          </p:nvSpPr>
          <p:spPr>
            <a:xfrm flipH="1">
              <a:off x="5786446" y="1428742"/>
              <a:ext cx="1208844" cy="1208844"/>
            </a:xfrm>
            <a:prstGeom prst="arc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19" name="Group 45"/>
            <p:cNvGrpSpPr/>
            <p:nvPr/>
          </p:nvGrpSpPr>
          <p:grpSpPr>
            <a:xfrm>
              <a:off x="6460821" y="1214428"/>
              <a:ext cx="1907381" cy="1565910"/>
              <a:chOff x="6460821" y="1214428"/>
              <a:chExt cx="1907381" cy="1565910"/>
            </a:xfrm>
          </p:grpSpPr>
          <p:sp>
            <p:nvSpPr>
              <p:cNvPr id="22" name="Rectangle 34"/>
              <p:cNvSpPr/>
              <p:nvPr>
                <p:custDataLst>
                  <p:tags r:id="rId11"/>
                </p:custDataLst>
              </p:nvPr>
            </p:nvSpPr>
            <p:spPr>
              <a:xfrm>
                <a:off x="6460821" y="1500178"/>
                <a:ext cx="1907381" cy="12801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</a:pPr>
                <a:r>
                  <a:rPr lang="zh-CN" altLang="en-US" sz="1400" spc="300" dirty="0">
                    <a:solidFill>
                      <a:schemeClr val="bg1"/>
                    </a:solidFill>
                    <a:latin typeface="Montserrat Light" charset="0"/>
                    <a:ea typeface="Montserrat Light" charset="0"/>
                    <a:cs typeface="Montserrat Light" charset="0"/>
                  </a:rPr>
                  <a:t>部分机型操作界面复杂，农户需专业培训才能上手，而农村劳动力数字化素养普遍偏低，使用难度大。</a:t>
                </a:r>
                <a:endParaRPr lang="zh-CN" altLang="en-US" sz="1400" spc="300" dirty="0">
                  <a:solidFill>
                    <a:schemeClr val="bg1"/>
                  </a:solidFill>
                  <a:latin typeface="Montserrat Light" charset="0"/>
                  <a:ea typeface="Montserrat Light" charset="0"/>
                  <a:cs typeface="Montserrat Light" charset="0"/>
                </a:endParaRPr>
              </a:p>
            </p:txBody>
          </p:sp>
          <p:sp>
            <p:nvSpPr>
              <p:cNvPr id="23" name="Rectangle 35"/>
              <p:cNvSpPr/>
              <p:nvPr>
                <p:custDataLst>
                  <p:tags r:id="rId12"/>
                </p:custDataLst>
              </p:nvPr>
            </p:nvSpPr>
            <p:spPr>
              <a:xfrm>
                <a:off x="6500826" y="1214428"/>
                <a:ext cx="1285884" cy="252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>
                    <a:solidFill>
                      <a:srgbClr val="151472"/>
                    </a:solidFill>
                    <a:highlight>
                      <a:srgbClr val="FFFF00"/>
                    </a:highlight>
                    <a:latin typeface="迷你简菱心" panose="02010609000101010101" pitchFamily="49" charset="-122"/>
                    <a:ea typeface="迷你简菱心" panose="02010609000101010101" pitchFamily="49" charset="-122"/>
                    <a:cs typeface="Open Sans" pitchFamily="34" charset="0"/>
                  </a:rPr>
                  <a:t>操作门槛</a:t>
                </a:r>
                <a:r>
                  <a:rPr lang="zh-CN" altLang="en-US" sz="1600" dirty="0">
                    <a:solidFill>
                      <a:srgbClr val="151472"/>
                    </a:solidFill>
                    <a:highlight>
                      <a:srgbClr val="FFFF00"/>
                    </a:highlight>
                    <a:latin typeface="迷你简菱心" panose="02010609000101010101" pitchFamily="49" charset="-122"/>
                    <a:ea typeface="迷你简菱心" panose="02010609000101010101" pitchFamily="49" charset="-122"/>
                    <a:cs typeface="Open Sans" pitchFamily="34" charset="0"/>
                  </a:rPr>
                  <a:t>存在</a:t>
                </a:r>
                <a:endParaRPr lang="zh-CN" altLang="en-US" sz="1600" dirty="0">
                  <a:solidFill>
                    <a:srgbClr val="151472"/>
                  </a:solidFill>
                  <a:highlight>
                    <a:srgbClr val="FFFF00"/>
                  </a:highlight>
                  <a:latin typeface="迷你简菱心" panose="02010609000101010101" pitchFamily="49" charset="-122"/>
                  <a:ea typeface="迷你简菱心" panose="02010609000101010101" pitchFamily="49" charset="-122"/>
                  <a:cs typeface="Open Sans" pitchFamily="34" charset="0"/>
                </a:endParaRPr>
              </a:p>
            </p:txBody>
          </p:sp>
        </p:grpSp>
        <p:grpSp>
          <p:nvGrpSpPr>
            <p:cNvPr id="20" name="Group 47"/>
            <p:cNvGrpSpPr/>
            <p:nvPr/>
          </p:nvGrpSpPr>
          <p:grpSpPr>
            <a:xfrm>
              <a:off x="5214942" y="2090493"/>
              <a:ext cx="1104770" cy="1104770"/>
              <a:chOff x="5214942" y="2090493"/>
              <a:chExt cx="1104770" cy="1104770"/>
            </a:xfrm>
          </p:grpSpPr>
          <p:sp>
            <p:nvSpPr>
              <p:cNvPr id="21" name="Oval 24"/>
              <p:cNvSpPr/>
              <p:nvPr>
                <p:custDataLst>
                  <p:tags r:id="rId13"/>
                </p:custDataLst>
              </p:nvPr>
            </p:nvSpPr>
            <p:spPr>
              <a:xfrm>
                <a:off x="5214942" y="2090493"/>
                <a:ext cx="1104770" cy="1104770"/>
              </a:xfrm>
              <a:prstGeom prst="ellipse">
                <a:avLst/>
              </a:prstGeom>
              <a:solidFill>
                <a:srgbClr val="151472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47" name="Freeform 21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633022" y="2401809"/>
                <a:ext cx="337810" cy="426798"/>
              </a:xfrm>
              <a:custGeom>
                <a:avLst/>
                <a:gdLst>
                  <a:gd name="T0" fmla="*/ 129 w 323"/>
                  <a:gd name="T1" fmla="*/ 272 h 408"/>
                  <a:gd name="T2" fmla="*/ 68 w 323"/>
                  <a:gd name="T3" fmla="*/ 408 h 408"/>
                  <a:gd name="T4" fmla="*/ 98 w 323"/>
                  <a:gd name="T5" fmla="*/ 196 h 408"/>
                  <a:gd name="T6" fmla="*/ 149 w 323"/>
                  <a:gd name="T7" fmla="*/ 99 h 408"/>
                  <a:gd name="T8" fmla="*/ 172 w 323"/>
                  <a:gd name="T9" fmla="*/ 257 h 408"/>
                  <a:gd name="T10" fmla="*/ 234 w 323"/>
                  <a:gd name="T11" fmla="*/ 73 h 408"/>
                  <a:gd name="T12" fmla="*/ 47 w 323"/>
                  <a:gd name="T13" fmla="*/ 173 h 408"/>
                  <a:gd name="T14" fmla="*/ 57 w 323"/>
                  <a:gd name="T15" fmla="*/ 239 h 408"/>
                  <a:gd name="T16" fmla="*/ 1 w 323"/>
                  <a:gd name="T17" fmla="*/ 147 h 408"/>
                  <a:gd name="T18" fmla="*/ 137 w 323"/>
                  <a:gd name="T19" fmla="*/ 9 h 408"/>
                  <a:gd name="T20" fmla="*/ 310 w 323"/>
                  <a:gd name="T21" fmla="*/ 119 h 408"/>
                  <a:gd name="T22" fmla="*/ 183 w 323"/>
                  <a:gd name="T23" fmla="*/ 298 h 408"/>
                  <a:gd name="T24" fmla="*/ 129 w 323"/>
                  <a:gd name="T25" fmla="*/ 272 h 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23" h="408">
                    <a:moveTo>
                      <a:pt x="129" y="272"/>
                    </a:moveTo>
                    <a:cubicBezTo>
                      <a:pt x="118" y="328"/>
                      <a:pt x="106" y="380"/>
                      <a:pt x="68" y="408"/>
                    </a:cubicBezTo>
                    <a:cubicBezTo>
                      <a:pt x="56" y="325"/>
                      <a:pt x="85" y="262"/>
                      <a:pt x="98" y="196"/>
                    </a:cubicBezTo>
                    <a:cubicBezTo>
                      <a:pt x="75" y="157"/>
                      <a:pt x="101" y="80"/>
                      <a:pt x="149" y="99"/>
                    </a:cubicBezTo>
                    <a:cubicBezTo>
                      <a:pt x="209" y="122"/>
                      <a:pt x="98" y="242"/>
                      <a:pt x="172" y="257"/>
                    </a:cubicBezTo>
                    <a:cubicBezTo>
                      <a:pt x="250" y="273"/>
                      <a:pt x="282" y="122"/>
                      <a:pt x="234" y="73"/>
                    </a:cubicBezTo>
                    <a:cubicBezTo>
                      <a:pt x="164" y="2"/>
                      <a:pt x="31" y="72"/>
                      <a:pt x="47" y="173"/>
                    </a:cubicBezTo>
                    <a:cubicBezTo>
                      <a:pt x="51" y="198"/>
                      <a:pt x="77" y="205"/>
                      <a:pt x="57" y="239"/>
                    </a:cubicBezTo>
                    <a:cubicBezTo>
                      <a:pt x="13" y="229"/>
                      <a:pt x="0" y="194"/>
                      <a:pt x="1" y="147"/>
                    </a:cubicBezTo>
                    <a:cubicBezTo>
                      <a:pt x="4" y="70"/>
                      <a:pt x="70" y="17"/>
                      <a:pt x="137" y="9"/>
                    </a:cubicBezTo>
                    <a:cubicBezTo>
                      <a:pt x="221" y="0"/>
                      <a:pt x="300" y="40"/>
                      <a:pt x="310" y="119"/>
                    </a:cubicBezTo>
                    <a:cubicBezTo>
                      <a:pt x="323" y="208"/>
                      <a:pt x="273" y="305"/>
                      <a:pt x="183" y="298"/>
                    </a:cubicBezTo>
                    <a:cubicBezTo>
                      <a:pt x="158" y="296"/>
                      <a:pt x="148" y="284"/>
                      <a:pt x="129" y="27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/>
              </a:p>
            </p:txBody>
          </p:sp>
        </p:grpSp>
      </p:grpSp>
      <p:grpSp>
        <p:nvGrpSpPr>
          <p:cNvPr id="75" name="Group 45"/>
          <p:cNvGrpSpPr/>
          <p:nvPr>
            <p:custDataLst>
              <p:tags r:id="rId15"/>
            </p:custDataLst>
          </p:nvPr>
        </p:nvGrpSpPr>
        <p:grpSpPr>
          <a:xfrm>
            <a:off x="2489172" y="2787959"/>
            <a:ext cx="3663793" cy="3485851"/>
            <a:chOff x="1714479" y="2090493"/>
            <a:chExt cx="2747845" cy="2614388"/>
          </a:xfrm>
        </p:grpSpPr>
        <p:sp>
          <p:nvSpPr>
            <p:cNvPr id="76" name="Arc 33"/>
            <p:cNvSpPr/>
            <p:nvPr>
              <p:custDataLst>
                <p:tags r:id="rId16"/>
              </p:custDataLst>
            </p:nvPr>
          </p:nvSpPr>
          <p:spPr>
            <a:xfrm flipV="1">
              <a:off x="2714612" y="2643188"/>
              <a:ext cx="1208844" cy="1208844"/>
            </a:xfrm>
            <a:prstGeom prst="arc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80" name="Group 43"/>
            <p:cNvGrpSpPr/>
            <p:nvPr/>
          </p:nvGrpSpPr>
          <p:grpSpPr>
            <a:xfrm>
              <a:off x="1714479" y="3643320"/>
              <a:ext cx="2721293" cy="1061561"/>
              <a:chOff x="1714479" y="3643320"/>
              <a:chExt cx="2721293" cy="1061561"/>
            </a:xfrm>
          </p:grpSpPr>
          <p:sp>
            <p:nvSpPr>
              <p:cNvPr id="82" name="Rectangle 38"/>
              <p:cNvSpPr/>
              <p:nvPr>
                <p:custDataLst>
                  <p:tags r:id="rId17"/>
                </p:custDataLst>
              </p:nvPr>
            </p:nvSpPr>
            <p:spPr>
              <a:xfrm>
                <a:off x="1714479" y="3721425"/>
                <a:ext cx="2721293" cy="983456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>
                  <a:lnSpc>
                    <a:spcPct val="15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</a:pPr>
                <a:endParaRPr lang="zh-CN" altLang="en-US" sz="1000" spc="300" dirty="0">
                  <a:latin typeface="Montserrat Light" charset="0"/>
                  <a:ea typeface="Montserrat Light" charset="0"/>
                  <a:cs typeface="Montserrat Light" charset="0"/>
                </a:endParaRPr>
              </a:p>
              <a:p>
                <a:pPr>
                  <a:lnSpc>
                    <a:spcPct val="15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</a:pPr>
                <a:r>
                  <a:rPr lang="zh-CN" altLang="en-US" sz="1400" spc="300" dirty="0">
                    <a:solidFill>
                      <a:schemeClr val="bg1"/>
                    </a:solidFill>
                    <a:latin typeface="Montserrat Light" charset="0"/>
                    <a:ea typeface="Montserrat Light" charset="0"/>
                    <a:cs typeface="Montserrat Light" charset="0"/>
                  </a:rPr>
                  <a:t>部分机型对复杂地形、低矮作物的作业适配性差，易出现漏喷、卡滞问题，无法满足多样化农田需求。</a:t>
                </a:r>
                <a:endParaRPr lang="zh-CN" altLang="en-US" sz="1400" spc="300" dirty="0">
                  <a:solidFill>
                    <a:schemeClr val="bg1"/>
                  </a:solidFill>
                  <a:latin typeface="Montserrat Light" charset="0"/>
                  <a:ea typeface="Montserrat Light" charset="0"/>
                  <a:cs typeface="Montserrat Light" charset="0"/>
                </a:endParaRPr>
              </a:p>
              <a:p>
                <a:pPr>
                  <a:lnSpc>
                    <a:spcPct val="15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</a:pPr>
                <a:endParaRPr lang="zh-CN" altLang="en-US" sz="1400" spc="300" dirty="0">
                  <a:solidFill>
                    <a:schemeClr val="bg1"/>
                  </a:solidFill>
                  <a:latin typeface="Montserrat Light" charset="0"/>
                  <a:ea typeface="Montserrat Light" charset="0"/>
                  <a:cs typeface="Montserrat Light" charset="0"/>
                </a:endParaRPr>
              </a:p>
            </p:txBody>
          </p:sp>
          <p:sp>
            <p:nvSpPr>
              <p:cNvPr id="83" name="Rectangle 39"/>
              <p:cNvSpPr/>
              <p:nvPr>
                <p:custDataLst>
                  <p:tags r:id="rId18"/>
                </p:custDataLst>
              </p:nvPr>
            </p:nvSpPr>
            <p:spPr>
              <a:xfrm>
                <a:off x="1928794" y="3643320"/>
                <a:ext cx="1283010" cy="252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zh-CN" altLang="en-US" sz="1600" dirty="0">
                    <a:solidFill>
                      <a:srgbClr val="151472"/>
                    </a:solidFill>
                    <a:highlight>
                      <a:srgbClr val="FFFF00"/>
                    </a:highlight>
                    <a:latin typeface="迷你简菱心" panose="02010609000101010101" pitchFamily="49" charset="-122"/>
                    <a:ea typeface="迷你简菱心" panose="02010609000101010101" pitchFamily="49" charset="-122"/>
                    <a:cs typeface="Open Sans" pitchFamily="34" charset="0"/>
                  </a:rPr>
                  <a:t>技术适配性</a:t>
                </a:r>
                <a:r>
                  <a:rPr lang="zh-CN" altLang="en-US" sz="1600" dirty="0">
                    <a:solidFill>
                      <a:srgbClr val="151472"/>
                    </a:solidFill>
                    <a:highlight>
                      <a:srgbClr val="FFFF00"/>
                    </a:highlight>
                    <a:latin typeface="迷你简菱心" panose="02010609000101010101" pitchFamily="49" charset="-122"/>
                    <a:ea typeface="迷你简菱心" panose="02010609000101010101" pitchFamily="49" charset="-122"/>
                    <a:cs typeface="Open Sans" pitchFamily="34" charset="0"/>
                  </a:rPr>
                  <a:t>不足</a:t>
                </a:r>
                <a:endParaRPr lang="zh-CN" altLang="en-US" sz="1600" dirty="0">
                  <a:solidFill>
                    <a:srgbClr val="151472"/>
                  </a:solidFill>
                  <a:highlight>
                    <a:srgbClr val="FFFF00"/>
                  </a:highlight>
                  <a:latin typeface="迷你简菱心" panose="02010609000101010101" pitchFamily="49" charset="-122"/>
                  <a:ea typeface="迷你简菱心" panose="02010609000101010101" pitchFamily="49" charset="-122"/>
                  <a:cs typeface="Open Sans" pitchFamily="34" charset="0"/>
                </a:endParaRPr>
              </a:p>
            </p:txBody>
          </p:sp>
        </p:grpSp>
        <p:grpSp>
          <p:nvGrpSpPr>
            <p:cNvPr id="84" name="Group 49"/>
            <p:cNvGrpSpPr/>
            <p:nvPr/>
          </p:nvGrpSpPr>
          <p:grpSpPr>
            <a:xfrm>
              <a:off x="3357554" y="2090493"/>
              <a:ext cx="1104770" cy="1104770"/>
              <a:chOff x="3357554" y="2090493"/>
              <a:chExt cx="1104770" cy="1104770"/>
            </a:xfrm>
          </p:grpSpPr>
          <p:sp>
            <p:nvSpPr>
              <p:cNvPr id="85" name="Oval 22"/>
              <p:cNvSpPr/>
              <p:nvPr>
                <p:custDataLst>
                  <p:tags r:id="rId19"/>
                </p:custDataLst>
              </p:nvPr>
            </p:nvSpPr>
            <p:spPr>
              <a:xfrm>
                <a:off x="3357554" y="2090493"/>
                <a:ext cx="1104770" cy="1104770"/>
              </a:xfrm>
              <a:prstGeom prst="ellipse">
                <a:avLst/>
              </a:prstGeom>
              <a:solidFill>
                <a:srgbClr val="151472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86" name="Freeform 28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3731757" y="2455892"/>
                <a:ext cx="427458" cy="348878"/>
              </a:xfrm>
              <a:custGeom>
                <a:avLst/>
                <a:gdLst>
                  <a:gd name="T0" fmla="*/ 307 w 382"/>
                  <a:gd name="T1" fmla="*/ 135 h 312"/>
                  <a:gd name="T2" fmla="*/ 362 w 382"/>
                  <a:gd name="T3" fmla="*/ 71 h 312"/>
                  <a:gd name="T4" fmla="*/ 238 w 382"/>
                  <a:gd name="T5" fmla="*/ 25 h 312"/>
                  <a:gd name="T6" fmla="*/ 229 w 382"/>
                  <a:gd name="T7" fmla="*/ 19 h 312"/>
                  <a:gd name="T8" fmla="*/ 229 w 382"/>
                  <a:gd name="T9" fmla="*/ 134 h 312"/>
                  <a:gd name="T10" fmla="*/ 180 w 382"/>
                  <a:gd name="T11" fmla="*/ 214 h 312"/>
                  <a:gd name="T12" fmla="*/ 86 w 382"/>
                  <a:gd name="T13" fmla="*/ 189 h 312"/>
                  <a:gd name="T14" fmla="*/ 129 w 382"/>
                  <a:gd name="T15" fmla="*/ 97 h 312"/>
                  <a:gd name="T16" fmla="*/ 190 w 382"/>
                  <a:gd name="T17" fmla="*/ 93 h 312"/>
                  <a:gd name="T18" fmla="*/ 190 w 382"/>
                  <a:gd name="T19" fmla="*/ 4 h 312"/>
                  <a:gd name="T20" fmla="*/ 154 w 382"/>
                  <a:gd name="T21" fmla="*/ 0 h 312"/>
                  <a:gd name="T22" fmla="*/ 0 w 382"/>
                  <a:gd name="T23" fmla="*/ 156 h 312"/>
                  <a:gd name="T24" fmla="*/ 154 w 382"/>
                  <a:gd name="T25" fmla="*/ 312 h 312"/>
                  <a:gd name="T26" fmla="*/ 308 w 382"/>
                  <a:gd name="T27" fmla="*/ 156 h 312"/>
                  <a:gd name="T28" fmla="*/ 307 w 382"/>
                  <a:gd name="T29" fmla="*/ 135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82" h="312">
                    <a:moveTo>
                      <a:pt x="307" y="135"/>
                    </a:moveTo>
                    <a:cubicBezTo>
                      <a:pt x="354" y="122"/>
                      <a:pt x="382" y="72"/>
                      <a:pt x="362" y="71"/>
                    </a:cubicBezTo>
                    <a:cubicBezTo>
                      <a:pt x="311" y="68"/>
                      <a:pt x="267" y="43"/>
                      <a:pt x="238" y="25"/>
                    </a:cubicBezTo>
                    <a:cubicBezTo>
                      <a:pt x="235" y="23"/>
                      <a:pt x="232" y="21"/>
                      <a:pt x="229" y="19"/>
                    </a:cubicBezTo>
                    <a:cubicBezTo>
                      <a:pt x="229" y="134"/>
                      <a:pt x="229" y="134"/>
                      <a:pt x="229" y="134"/>
                    </a:cubicBezTo>
                    <a:cubicBezTo>
                      <a:pt x="229" y="172"/>
                      <a:pt x="206" y="202"/>
                      <a:pt x="180" y="214"/>
                    </a:cubicBezTo>
                    <a:cubicBezTo>
                      <a:pt x="142" y="233"/>
                      <a:pt x="100" y="221"/>
                      <a:pt x="86" y="189"/>
                    </a:cubicBezTo>
                    <a:cubicBezTo>
                      <a:pt x="72" y="157"/>
                      <a:pt x="91" y="116"/>
                      <a:pt x="129" y="97"/>
                    </a:cubicBezTo>
                    <a:cubicBezTo>
                      <a:pt x="150" y="87"/>
                      <a:pt x="172" y="86"/>
                      <a:pt x="190" y="93"/>
                    </a:cubicBezTo>
                    <a:cubicBezTo>
                      <a:pt x="190" y="4"/>
                      <a:pt x="190" y="4"/>
                      <a:pt x="190" y="4"/>
                    </a:cubicBezTo>
                    <a:cubicBezTo>
                      <a:pt x="178" y="1"/>
                      <a:pt x="166" y="0"/>
                      <a:pt x="154" y="0"/>
                    </a:cubicBezTo>
                    <a:cubicBezTo>
                      <a:pt x="69" y="0"/>
                      <a:pt x="0" y="70"/>
                      <a:pt x="0" y="156"/>
                    </a:cubicBezTo>
                    <a:cubicBezTo>
                      <a:pt x="0" y="242"/>
                      <a:pt x="69" y="312"/>
                      <a:pt x="154" y="312"/>
                    </a:cubicBezTo>
                    <a:cubicBezTo>
                      <a:pt x="239" y="312"/>
                      <a:pt x="308" y="242"/>
                      <a:pt x="308" y="156"/>
                    </a:cubicBezTo>
                    <a:cubicBezTo>
                      <a:pt x="308" y="149"/>
                      <a:pt x="308" y="142"/>
                      <a:pt x="307" y="13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/>
              </a:p>
            </p:txBody>
          </p:sp>
        </p:grpSp>
      </p:grpSp>
      <p:grpSp>
        <p:nvGrpSpPr>
          <p:cNvPr id="87" name="Group 46"/>
          <p:cNvGrpSpPr/>
          <p:nvPr>
            <p:custDataLst>
              <p:tags r:id="rId21"/>
            </p:custDataLst>
          </p:nvPr>
        </p:nvGrpSpPr>
        <p:grpSpPr>
          <a:xfrm>
            <a:off x="5918198" y="2787959"/>
            <a:ext cx="3905261" cy="3835101"/>
            <a:chOff x="4286248" y="2090493"/>
            <a:chExt cx="2928946" cy="2876325"/>
          </a:xfrm>
        </p:grpSpPr>
        <p:sp>
          <p:nvSpPr>
            <p:cNvPr id="88" name="Arc 32"/>
            <p:cNvSpPr/>
            <p:nvPr>
              <p:custDataLst>
                <p:tags r:id="rId22"/>
              </p:custDataLst>
            </p:nvPr>
          </p:nvSpPr>
          <p:spPr>
            <a:xfrm flipH="1" flipV="1">
              <a:off x="4857752" y="2643188"/>
              <a:ext cx="1208844" cy="1208844"/>
            </a:xfrm>
            <a:prstGeom prst="arc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89" name="Group 46"/>
            <p:cNvGrpSpPr/>
            <p:nvPr/>
          </p:nvGrpSpPr>
          <p:grpSpPr>
            <a:xfrm>
              <a:off x="5214944" y="3643320"/>
              <a:ext cx="2000250" cy="1323498"/>
              <a:chOff x="5214944" y="3643320"/>
              <a:chExt cx="2000250" cy="1323498"/>
            </a:xfrm>
          </p:grpSpPr>
          <p:sp>
            <p:nvSpPr>
              <p:cNvPr id="90" name="Rectangle 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5214944" y="3929070"/>
                <a:ext cx="2000250" cy="10377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</a:pPr>
                <a:r>
                  <a:rPr lang="zh-CN" altLang="en-US" sz="1400" spc="300" dirty="0">
                    <a:solidFill>
                      <a:schemeClr val="bg1"/>
                    </a:solidFill>
                    <a:latin typeface="Montserrat Light" charset="0"/>
                    <a:ea typeface="Montserrat Light" charset="0"/>
                    <a:cs typeface="Montserrat Light" charset="0"/>
                  </a:rPr>
                  <a:t>机器人故障维修需专业技术人员，基层售后网点少，维修周期长，影响农忙时节作业进度。</a:t>
                </a:r>
                <a:endParaRPr lang="zh-CN" altLang="en-US" sz="1400" spc="300" dirty="0">
                  <a:solidFill>
                    <a:schemeClr val="bg1"/>
                  </a:solidFill>
                  <a:latin typeface="Montserrat Light" charset="0"/>
                  <a:ea typeface="Montserrat Light" charset="0"/>
                  <a:cs typeface="Montserrat Light" charset="0"/>
                </a:endParaRPr>
              </a:p>
            </p:txBody>
          </p:sp>
          <p:sp>
            <p:nvSpPr>
              <p:cNvPr id="91" name="Rectangle 37"/>
              <p:cNvSpPr/>
              <p:nvPr>
                <p:custDataLst>
                  <p:tags r:id="rId24"/>
                </p:custDataLst>
              </p:nvPr>
            </p:nvSpPr>
            <p:spPr>
              <a:xfrm>
                <a:off x="5572132" y="3643320"/>
                <a:ext cx="1285884" cy="252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>
                    <a:solidFill>
                      <a:srgbClr val="151472"/>
                    </a:solidFill>
                    <a:highlight>
                      <a:srgbClr val="FFFF00"/>
                    </a:highlight>
                    <a:latin typeface="迷你简菱心" panose="02010609000101010101" pitchFamily="49" charset="-122"/>
                    <a:ea typeface="迷你简菱心" panose="02010609000101010101" pitchFamily="49" charset="-122"/>
                    <a:cs typeface="Open Sans" pitchFamily="34" charset="0"/>
                  </a:rPr>
                  <a:t>售后体系</a:t>
                </a:r>
                <a:r>
                  <a:rPr lang="zh-CN" altLang="en-US" sz="1600" dirty="0">
                    <a:solidFill>
                      <a:srgbClr val="151472"/>
                    </a:solidFill>
                    <a:highlight>
                      <a:srgbClr val="FFFF00"/>
                    </a:highlight>
                    <a:latin typeface="迷你简菱心" panose="02010609000101010101" pitchFamily="49" charset="-122"/>
                    <a:ea typeface="迷你简菱心" panose="02010609000101010101" pitchFamily="49" charset="-122"/>
                    <a:cs typeface="Open Sans" pitchFamily="34" charset="0"/>
                  </a:rPr>
                  <a:t>薄弱</a:t>
                </a:r>
                <a:endParaRPr lang="zh-CN" altLang="en-US" sz="1600" dirty="0">
                  <a:solidFill>
                    <a:srgbClr val="151472"/>
                  </a:solidFill>
                  <a:highlight>
                    <a:srgbClr val="FFFF00"/>
                  </a:highlight>
                  <a:latin typeface="迷你简菱心" panose="02010609000101010101" pitchFamily="49" charset="-122"/>
                  <a:ea typeface="迷你简菱心" panose="02010609000101010101" pitchFamily="49" charset="-122"/>
                  <a:cs typeface="Open Sans" pitchFamily="34" charset="0"/>
                </a:endParaRPr>
              </a:p>
            </p:txBody>
          </p:sp>
        </p:grpSp>
        <p:grpSp>
          <p:nvGrpSpPr>
            <p:cNvPr id="92" name="Group 48"/>
            <p:cNvGrpSpPr/>
            <p:nvPr/>
          </p:nvGrpSpPr>
          <p:grpSpPr>
            <a:xfrm>
              <a:off x="4286248" y="2090493"/>
              <a:ext cx="1104770" cy="1104770"/>
              <a:chOff x="4286248" y="2090493"/>
              <a:chExt cx="1104770" cy="1104770"/>
            </a:xfrm>
          </p:grpSpPr>
          <p:sp>
            <p:nvSpPr>
              <p:cNvPr id="93" name="Oval 23"/>
              <p:cNvSpPr/>
              <p:nvPr>
                <p:custDataLst>
                  <p:tags r:id="rId25"/>
                </p:custDataLst>
              </p:nvPr>
            </p:nvSpPr>
            <p:spPr>
              <a:xfrm>
                <a:off x="4286248" y="2090493"/>
                <a:ext cx="1104770" cy="1104770"/>
              </a:xfrm>
              <a:prstGeom prst="ellipse">
                <a:avLst/>
              </a:prstGeom>
              <a:solidFill>
                <a:srgbClr val="151472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94" name="Freeform 16"/>
              <p:cNvSpPr/>
              <p:nvPr>
                <p:custDataLst>
                  <p:tags r:id="rId26"/>
                </p:custDataLst>
              </p:nvPr>
            </p:nvSpPr>
            <p:spPr bwMode="auto">
              <a:xfrm>
                <a:off x="4664907" y="2459705"/>
                <a:ext cx="392462" cy="318932"/>
              </a:xfrm>
              <a:custGeom>
                <a:avLst/>
                <a:gdLst>
                  <a:gd name="T0" fmla="*/ 368 w 368"/>
                  <a:gd name="T1" fmla="*/ 36 h 299"/>
                  <a:gd name="T2" fmla="*/ 324 w 368"/>
                  <a:gd name="T3" fmla="*/ 48 h 299"/>
                  <a:gd name="T4" fmla="*/ 358 w 368"/>
                  <a:gd name="T5" fmla="*/ 6 h 299"/>
                  <a:gd name="T6" fmla="*/ 310 w 368"/>
                  <a:gd name="T7" fmla="*/ 24 h 299"/>
                  <a:gd name="T8" fmla="*/ 255 w 368"/>
                  <a:gd name="T9" fmla="*/ 0 h 299"/>
                  <a:gd name="T10" fmla="*/ 179 w 368"/>
                  <a:gd name="T11" fmla="*/ 76 h 299"/>
                  <a:gd name="T12" fmla="*/ 181 w 368"/>
                  <a:gd name="T13" fmla="*/ 93 h 299"/>
                  <a:gd name="T14" fmla="*/ 25 w 368"/>
                  <a:gd name="T15" fmla="*/ 14 h 299"/>
                  <a:gd name="T16" fmla="*/ 15 w 368"/>
                  <a:gd name="T17" fmla="*/ 52 h 299"/>
                  <a:gd name="T18" fmla="*/ 49 w 368"/>
                  <a:gd name="T19" fmla="*/ 115 h 299"/>
                  <a:gd name="T20" fmla="*/ 15 w 368"/>
                  <a:gd name="T21" fmla="*/ 106 h 299"/>
                  <a:gd name="T22" fmla="*/ 14 w 368"/>
                  <a:gd name="T23" fmla="*/ 106 h 299"/>
                  <a:gd name="T24" fmla="*/ 75 w 368"/>
                  <a:gd name="T25" fmla="*/ 181 h 299"/>
                  <a:gd name="T26" fmla="*/ 55 w 368"/>
                  <a:gd name="T27" fmla="*/ 183 h 299"/>
                  <a:gd name="T28" fmla="*/ 41 w 368"/>
                  <a:gd name="T29" fmla="*/ 182 h 299"/>
                  <a:gd name="T30" fmla="*/ 111 w 368"/>
                  <a:gd name="T31" fmla="*/ 234 h 299"/>
                  <a:gd name="T32" fmla="*/ 18 w 368"/>
                  <a:gd name="T33" fmla="*/ 267 h 299"/>
                  <a:gd name="T34" fmla="*/ 0 w 368"/>
                  <a:gd name="T35" fmla="*/ 265 h 299"/>
                  <a:gd name="T36" fmla="*/ 115 w 368"/>
                  <a:gd name="T37" fmla="*/ 299 h 299"/>
                  <a:gd name="T38" fmla="*/ 330 w 368"/>
                  <a:gd name="T39" fmla="*/ 85 h 299"/>
                  <a:gd name="T40" fmla="*/ 330 w 368"/>
                  <a:gd name="T41" fmla="*/ 75 h 299"/>
                  <a:gd name="T42" fmla="*/ 368 w 368"/>
                  <a:gd name="T43" fmla="*/ 36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68" h="299">
                    <a:moveTo>
                      <a:pt x="368" y="36"/>
                    </a:moveTo>
                    <a:cubicBezTo>
                      <a:pt x="354" y="42"/>
                      <a:pt x="340" y="46"/>
                      <a:pt x="324" y="48"/>
                    </a:cubicBezTo>
                    <a:cubicBezTo>
                      <a:pt x="340" y="38"/>
                      <a:pt x="352" y="24"/>
                      <a:pt x="358" y="6"/>
                    </a:cubicBezTo>
                    <a:cubicBezTo>
                      <a:pt x="343" y="15"/>
                      <a:pt x="327" y="21"/>
                      <a:pt x="310" y="24"/>
                    </a:cubicBezTo>
                    <a:cubicBezTo>
                      <a:pt x="296" y="10"/>
                      <a:pt x="276" y="0"/>
                      <a:pt x="255" y="0"/>
                    </a:cubicBezTo>
                    <a:cubicBezTo>
                      <a:pt x="213" y="0"/>
                      <a:pt x="179" y="34"/>
                      <a:pt x="179" y="76"/>
                    </a:cubicBezTo>
                    <a:cubicBezTo>
                      <a:pt x="179" y="82"/>
                      <a:pt x="180" y="88"/>
                      <a:pt x="181" y="93"/>
                    </a:cubicBezTo>
                    <a:cubicBezTo>
                      <a:pt x="118" y="90"/>
                      <a:pt x="63" y="60"/>
                      <a:pt x="25" y="14"/>
                    </a:cubicBezTo>
                    <a:cubicBezTo>
                      <a:pt x="19" y="25"/>
                      <a:pt x="15" y="38"/>
                      <a:pt x="15" y="52"/>
                    </a:cubicBezTo>
                    <a:cubicBezTo>
                      <a:pt x="15" y="78"/>
                      <a:pt x="28" y="101"/>
                      <a:pt x="49" y="115"/>
                    </a:cubicBezTo>
                    <a:cubicBezTo>
                      <a:pt x="36" y="115"/>
                      <a:pt x="25" y="111"/>
                      <a:pt x="15" y="106"/>
                    </a:cubicBezTo>
                    <a:cubicBezTo>
                      <a:pt x="14" y="106"/>
                      <a:pt x="14" y="106"/>
                      <a:pt x="14" y="106"/>
                    </a:cubicBezTo>
                    <a:cubicBezTo>
                      <a:pt x="14" y="143"/>
                      <a:pt x="41" y="174"/>
                      <a:pt x="75" y="181"/>
                    </a:cubicBezTo>
                    <a:cubicBezTo>
                      <a:pt x="69" y="182"/>
                      <a:pt x="62" y="183"/>
                      <a:pt x="55" y="183"/>
                    </a:cubicBezTo>
                    <a:cubicBezTo>
                      <a:pt x="50" y="183"/>
                      <a:pt x="46" y="183"/>
                      <a:pt x="41" y="182"/>
                    </a:cubicBezTo>
                    <a:cubicBezTo>
                      <a:pt x="51" y="212"/>
                      <a:pt x="78" y="234"/>
                      <a:pt x="111" y="234"/>
                    </a:cubicBezTo>
                    <a:cubicBezTo>
                      <a:pt x="86" y="254"/>
                      <a:pt x="53" y="267"/>
                      <a:pt x="18" y="267"/>
                    </a:cubicBezTo>
                    <a:cubicBezTo>
                      <a:pt x="12" y="267"/>
                      <a:pt x="6" y="266"/>
                      <a:pt x="0" y="265"/>
                    </a:cubicBezTo>
                    <a:cubicBezTo>
                      <a:pt x="33" y="287"/>
                      <a:pt x="73" y="299"/>
                      <a:pt x="115" y="299"/>
                    </a:cubicBezTo>
                    <a:cubicBezTo>
                      <a:pt x="254" y="299"/>
                      <a:pt x="330" y="184"/>
                      <a:pt x="330" y="85"/>
                    </a:cubicBezTo>
                    <a:cubicBezTo>
                      <a:pt x="330" y="81"/>
                      <a:pt x="330" y="78"/>
                      <a:pt x="330" y="75"/>
                    </a:cubicBezTo>
                    <a:cubicBezTo>
                      <a:pt x="345" y="64"/>
                      <a:pt x="358" y="51"/>
                      <a:pt x="368" y="3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/>
              </a:p>
            </p:txBody>
          </p:sp>
        </p:grpSp>
      </p:grpSp>
      <p:sp>
        <p:nvSpPr>
          <p:cNvPr id="95" name="矩形 94"/>
          <p:cNvSpPr/>
          <p:nvPr/>
        </p:nvSpPr>
        <p:spPr>
          <a:xfrm>
            <a:off x="3604895" y="1017905"/>
            <a:ext cx="2428240" cy="7683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行业痛点</a:t>
            </a:r>
            <a:endParaRPr lang="zh-CN" altLang="en-US" sz="4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2" presetClass="entr" presetSubtype="8" fill="hold" nodeType="afterEffect"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2" presetClass="entr" presetSubtype="4" fill="hold" nodeType="afterEffect"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2" presetClass="entr" presetSubtype="1" fill="hold" nodeType="afterEffect"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2" presetClass="entr" presetSubtype="1" fill="hold" nodeType="afterEffect"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2" presetClass="entr" presetSubtype="4" fill="hold" nodeType="afterEffect"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2" presetClass="entr" presetSubtype="8" fill="hold" nodeType="afterEffect"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/>
      <p:bldP spid="9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0" y="6355758"/>
            <a:ext cx="12192000" cy="502242"/>
            <a:chOff x="0" y="6355758"/>
            <a:chExt cx="12192000" cy="502242"/>
          </a:xfrm>
        </p:grpSpPr>
        <p:sp>
          <p:nvSpPr>
            <p:cNvPr id="16" name="任意多边形 55"/>
            <p:cNvSpPr/>
            <p:nvPr userDrawn="1"/>
          </p:nvSpPr>
          <p:spPr>
            <a:xfrm flipH="1">
              <a:off x="0" y="6355758"/>
              <a:ext cx="12192000" cy="502242"/>
            </a:xfrm>
            <a:custGeom>
              <a:avLst/>
              <a:gdLst>
                <a:gd name="connsiteX0" fmla="*/ 12192000 w 12192000"/>
                <a:gd name="connsiteY0" fmla="*/ 0 h 329410"/>
                <a:gd name="connsiteX1" fmla="*/ 12192000 w 12192000"/>
                <a:gd name="connsiteY1" fmla="*/ 329410 h 329410"/>
                <a:gd name="connsiteX2" fmla="*/ 0 w 12192000"/>
                <a:gd name="connsiteY2" fmla="*/ 329410 h 329410"/>
                <a:gd name="connsiteX3" fmla="*/ 0 w 12192000"/>
                <a:gd name="connsiteY3" fmla="*/ 29375 h 329410"/>
                <a:gd name="connsiteX4" fmla="*/ 577089 w 12192000"/>
                <a:gd name="connsiteY4" fmla="*/ 49593 h 329410"/>
                <a:gd name="connsiteX5" fmla="*/ 5704114 w 12192000"/>
                <a:gd name="connsiteY5" fmla="*/ 124873 h 329410"/>
                <a:gd name="connsiteX6" fmla="*/ 11982536 w 12192000"/>
                <a:gd name="connsiteY6" fmla="*/ 9255 h 32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29410">
                  <a:moveTo>
                    <a:pt x="12192000" y="0"/>
                  </a:moveTo>
                  <a:lnTo>
                    <a:pt x="12192000" y="329410"/>
                  </a:lnTo>
                  <a:lnTo>
                    <a:pt x="0" y="329410"/>
                  </a:lnTo>
                  <a:lnTo>
                    <a:pt x="0" y="29375"/>
                  </a:lnTo>
                  <a:lnTo>
                    <a:pt x="577089" y="49593"/>
                  </a:lnTo>
                  <a:cubicBezTo>
                    <a:pt x="2152931" y="98068"/>
                    <a:pt x="3885480" y="124873"/>
                    <a:pt x="5704114" y="124873"/>
                  </a:cubicBezTo>
                  <a:cubicBezTo>
                    <a:pt x="7977407" y="124873"/>
                    <a:pt x="10116192" y="82990"/>
                    <a:pt x="11982536" y="9255"/>
                  </a:cubicBezTo>
                  <a:close/>
                </a:path>
              </a:pathLst>
            </a:custGeom>
            <a:solidFill>
              <a:schemeClr val="accent2"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任意多边形 54"/>
            <p:cNvSpPr/>
            <p:nvPr userDrawn="1"/>
          </p:nvSpPr>
          <p:spPr>
            <a:xfrm>
              <a:off x="0" y="6457950"/>
              <a:ext cx="12192000" cy="400050"/>
            </a:xfrm>
            <a:custGeom>
              <a:avLst/>
              <a:gdLst>
                <a:gd name="connsiteX0" fmla="*/ 12192000 w 12192000"/>
                <a:gd name="connsiteY0" fmla="*/ 0 h 329410"/>
                <a:gd name="connsiteX1" fmla="*/ 12192000 w 12192000"/>
                <a:gd name="connsiteY1" fmla="*/ 329410 h 329410"/>
                <a:gd name="connsiteX2" fmla="*/ 0 w 12192000"/>
                <a:gd name="connsiteY2" fmla="*/ 329410 h 329410"/>
                <a:gd name="connsiteX3" fmla="*/ 0 w 12192000"/>
                <a:gd name="connsiteY3" fmla="*/ 29375 h 329410"/>
                <a:gd name="connsiteX4" fmla="*/ 577089 w 12192000"/>
                <a:gd name="connsiteY4" fmla="*/ 49593 h 329410"/>
                <a:gd name="connsiteX5" fmla="*/ 5704114 w 12192000"/>
                <a:gd name="connsiteY5" fmla="*/ 124873 h 329410"/>
                <a:gd name="connsiteX6" fmla="*/ 11982536 w 12192000"/>
                <a:gd name="connsiteY6" fmla="*/ 9255 h 32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29410">
                  <a:moveTo>
                    <a:pt x="12192000" y="0"/>
                  </a:moveTo>
                  <a:lnTo>
                    <a:pt x="12192000" y="329410"/>
                  </a:lnTo>
                  <a:lnTo>
                    <a:pt x="0" y="329410"/>
                  </a:lnTo>
                  <a:lnTo>
                    <a:pt x="0" y="29375"/>
                  </a:lnTo>
                  <a:lnTo>
                    <a:pt x="577089" y="49593"/>
                  </a:lnTo>
                  <a:cubicBezTo>
                    <a:pt x="2152931" y="98068"/>
                    <a:pt x="3885480" y="124873"/>
                    <a:pt x="5704114" y="124873"/>
                  </a:cubicBezTo>
                  <a:cubicBezTo>
                    <a:pt x="7977407" y="124873"/>
                    <a:pt x="10116192" y="82990"/>
                    <a:pt x="11982536" y="9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27" name="直接连接符 26"/>
          <p:cNvCxnSpPr/>
          <p:nvPr/>
        </p:nvCxnSpPr>
        <p:spPr>
          <a:xfrm>
            <a:off x="501446" y="1204687"/>
            <a:ext cx="11189109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785" y="1204595"/>
            <a:ext cx="4979670" cy="2609215"/>
          </a:xfrm>
          <a:prstGeom prst="rect">
            <a:avLst/>
          </a:prstGeom>
        </p:spPr>
      </p:pic>
      <p:pic>
        <p:nvPicPr>
          <p:cNvPr id="29" name="图片 28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455" y="1204595"/>
            <a:ext cx="5141595" cy="2599690"/>
          </a:xfrm>
          <a:prstGeom prst="rect">
            <a:avLst/>
          </a:prstGeom>
        </p:spPr>
      </p:pic>
      <p:pic>
        <p:nvPicPr>
          <p:cNvPr id="30" name="图片 29" descr="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3804285"/>
            <a:ext cx="4979035" cy="2606040"/>
          </a:xfrm>
          <a:prstGeom prst="rect">
            <a:avLst/>
          </a:prstGeom>
        </p:spPr>
      </p:pic>
      <p:pic>
        <p:nvPicPr>
          <p:cNvPr id="31" name="图片 30" descr="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455" y="3823335"/>
            <a:ext cx="5141595" cy="2599055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1349192" y="371747"/>
            <a:ext cx="5676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dirty="0">
                <a:solidFill>
                  <a:schemeClr val="bg1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五、财务分析</a:t>
            </a:r>
            <a:endParaRPr lang="zh-CN" altLang="en-US" dirty="0">
              <a:solidFill>
                <a:schemeClr val="bg1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/>
        </p:nvGrpSpPr>
        <p:grpSpPr>
          <a:xfrm>
            <a:off x="0" y="6355758"/>
            <a:ext cx="12192000" cy="502242"/>
            <a:chOff x="0" y="6355758"/>
            <a:chExt cx="12192000" cy="502242"/>
          </a:xfrm>
        </p:grpSpPr>
        <p:sp>
          <p:nvSpPr>
            <p:cNvPr id="49" name="任意多边形 55"/>
            <p:cNvSpPr/>
            <p:nvPr userDrawn="1"/>
          </p:nvSpPr>
          <p:spPr>
            <a:xfrm flipH="1">
              <a:off x="0" y="6355758"/>
              <a:ext cx="12192000" cy="502242"/>
            </a:xfrm>
            <a:custGeom>
              <a:avLst/>
              <a:gdLst>
                <a:gd name="connsiteX0" fmla="*/ 12192000 w 12192000"/>
                <a:gd name="connsiteY0" fmla="*/ 0 h 329410"/>
                <a:gd name="connsiteX1" fmla="*/ 12192000 w 12192000"/>
                <a:gd name="connsiteY1" fmla="*/ 329410 h 329410"/>
                <a:gd name="connsiteX2" fmla="*/ 0 w 12192000"/>
                <a:gd name="connsiteY2" fmla="*/ 329410 h 329410"/>
                <a:gd name="connsiteX3" fmla="*/ 0 w 12192000"/>
                <a:gd name="connsiteY3" fmla="*/ 29375 h 329410"/>
                <a:gd name="connsiteX4" fmla="*/ 577089 w 12192000"/>
                <a:gd name="connsiteY4" fmla="*/ 49593 h 329410"/>
                <a:gd name="connsiteX5" fmla="*/ 5704114 w 12192000"/>
                <a:gd name="connsiteY5" fmla="*/ 124873 h 329410"/>
                <a:gd name="connsiteX6" fmla="*/ 11982536 w 12192000"/>
                <a:gd name="connsiteY6" fmla="*/ 9255 h 32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29410">
                  <a:moveTo>
                    <a:pt x="12192000" y="0"/>
                  </a:moveTo>
                  <a:lnTo>
                    <a:pt x="12192000" y="329410"/>
                  </a:lnTo>
                  <a:lnTo>
                    <a:pt x="0" y="329410"/>
                  </a:lnTo>
                  <a:lnTo>
                    <a:pt x="0" y="29375"/>
                  </a:lnTo>
                  <a:lnTo>
                    <a:pt x="577089" y="49593"/>
                  </a:lnTo>
                  <a:cubicBezTo>
                    <a:pt x="2152931" y="98068"/>
                    <a:pt x="3885480" y="124873"/>
                    <a:pt x="5704114" y="124873"/>
                  </a:cubicBezTo>
                  <a:cubicBezTo>
                    <a:pt x="7977407" y="124873"/>
                    <a:pt x="10116192" y="82990"/>
                    <a:pt x="11982536" y="9255"/>
                  </a:cubicBezTo>
                  <a:close/>
                </a:path>
              </a:pathLst>
            </a:custGeom>
            <a:solidFill>
              <a:schemeClr val="accent2"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48" name="任意多边形 54"/>
            <p:cNvSpPr/>
            <p:nvPr userDrawn="1"/>
          </p:nvSpPr>
          <p:spPr>
            <a:xfrm>
              <a:off x="0" y="6457950"/>
              <a:ext cx="12192000" cy="400050"/>
            </a:xfrm>
            <a:custGeom>
              <a:avLst/>
              <a:gdLst>
                <a:gd name="connsiteX0" fmla="*/ 12192000 w 12192000"/>
                <a:gd name="connsiteY0" fmla="*/ 0 h 329410"/>
                <a:gd name="connsiteX1" fmla="*/ 12192000 w 12192000"/>
                <a:gd name="connsiteY1" fmla="*/ 329410 h 329410"/>
                <a:gd name="connsiteX2" fmla="*/ 0 w 12192000"/>
                <a:gd name="connsiteY2" fmla="*/ 329410 h 329410"/>
                <a:gd name="connsiteX3" fmla="*/ 0 w 12192000"/>
                <a:gd name="connsiteY3" fmla="*/ 29375 h 329410"/>
                <a:gd name="connsiteX4" fmla="*/ 577089 w 12192000"/>
                <a:gd name="connsiteY4" fmla="*/ 49593 h 329410"/>
                <a:gd name="connsiteX5" fmla="*/ 5704114 w 12192000"/>
                <a:gd name="connsiteY5" fmla="*/ 124873 h 329410"/>
                <a:gd name="connsiteX6" fmla="*/ 11982536 w 12192000"/>
                <a:gd name="connsiteY6" fmla="*/ 9255 h 32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29410">
                  <a:moveTo>
                    <a:pt x="12192000" y="0"/>
                  </a:moveTo>
                  <a:lnTo>
                    <a:pt x="12192000" y="329410"/>
                  </a:lnTo>
                  <a:lnTo>
                    <a:pt x="0" y="329410"/>
                  </a:lnTo>
                  <a:lnTo>
                    <a:pt x="0" y="29375"/>
                  </a:lnTo>
                  <a:lnTo>
                    <a:pt x="577089" y="49593"/>
                  </a:lnTo>
                  <a:cubicBezTo>
                    <a:pt x="2152931" y="98068"/>
                    <a:pt x="3885480" y="124873"/>
                    <a:pt x="5704114" y="124873"/>
                  </a:cubicBezTo>
                  <a:cubicBezTo>
                    <a:pt x="7977407" y="124873"/>
                    <a:pt x="10116192" y="82990"/>
                    <a:pt x="11982536" y="9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45" name="直接连接符 44"/>
          <p:cNvCxnSpPr/>
          <p:nvPr/>
        </p:nvCxnSpPr>
        <p:spPr>
          <a:xfrm>
            <a:off x="501446" y="1204687"/>
            <a:ext cx="11189109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 rot="18900000">
            <a:off x="390677" y="429453"/>
            <a:ext cx="566057" cy="566057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1" name="矩形 50"/>
          <p:cNvSpPr/>
          <p:nvPr/>
        </p:nvSpPr>
        <p:spPr>
          <a:xfrm rot="18900000">
            <a:off x="881320" y="551068"/>
            <a:ext cx="333829" cy="333829"/>
          </a:xfrm>
          <a:prstGeom prst="rect">
            <a:avLst/>
          </a:prstGeom>
          <a:solidFill>
            <a:srgbClr val="15147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283787" y="381272"/>
            <a:ext cx="56760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dirty="0">
                <a:solidFill>
                  <a:schemeClr val="bg1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财务分析</a:t>
            </a:r>
            <a:endParaRPr lang="zh-CN" altLang="en-US" dirty="0">
              <a:solidFill>
                <a:schemeClr val="bg1"/>
              </a:solidFill>
              <a:latin typeface="方正尚酷简体" panose="03000509000000000000" pitchFamily="65" charset="-122"/>
              <a:ea typeface="方正尚酷简体" panose="03000509000000000000" pitchFamily="65" charset="-122"/>
            </a:endParaRPr>
          </a:p>
        </p:txBody>
      </p:sp>
      <p:grpSp>
        <p:nvGrpSpPr>
          <p:cNvPr id="53" name="组合 52"/>
          <p:cNvGrpSpPr/>
          <p:nvPr>
            <p:custDataLst>
              <p:tags r:id="rId1"/>
            </p:custDataLst>
          </p:nvPr>
        </p:nvGrpSpPr>
        <p:grpSpPr>
          <a:xfrm>
            <a:off x="4021844" y="1672334"/>
            <a:ext cx="4168163" cy="4406858"/>
            <a:chOff x="3716464" y="1251767"/>
            <a:chExt cx="4832472" cy="5109209"/>
          </a:xfrm>
        </p:grpSpPr>
        <p:sp>
          <p:nvSpPr>
            <p:cNvPr id="54" name="椭圆 53"/>
            <p:cNvSpPr/>
            <p:nvPr>
              <p:custDataLst>
                <p:tags r:id="rId2"/>
              </p:custDataLst>
            </p:nvPr>
          </p:nvSpPr>
          <p:spPr>
            <a:xfrm>
              <a:off x="4233057" y="1906020"/>
              <a:ext cx="3805426" cy="38054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同心圆 54"/>
            <p:cNvSpPr/>
            <p:nvPr>
              <p:custDataLst>
                <p:tags r:id="rId3"/>
              </p:custDataLst>
            </p:nvPr>
          </p:nvSpPr>
          <p:spPr>
            <a:xfrm>
              <a:off x="4654674" y="2336397"/>
              <a:ext cx="2952243" cy="2952243"/>
            </a:xfrm>
            <a:prstGeom prst="donut">
              <a:avLst>
                <a:gd name="adj" fmla="val 8807"/>
              </a:avLst>
            </a:prstGeom>
            <a:solidFill>
              <a:schemeClr val="tx1">
                <a:lumMod val="75000"/>
                <a:lumOff val="25000"/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6" name="上箭头 55"/>
            <p:cNvSpPr/>
            <p:nvPr>
              <p:custDataLst>
                <p:tags r:id="rId4"/>
              </p:custDataLst>
            </p:nvPr>
          </p:nvSpPr>
          <p:spPr>
            <a:xfrm rot="3600000">
              <a:off x="6719732" y="1925645"/>
              <a:ext cx="1211847" cy="2446560"/>
            </a:xfrm>
            <a:prstGeom prst="upArrow">
              <a:avLst>
                <a:gd name="adj1" fmla="val 66822"/>
                <a:gd name="adj2" fmla="val 57369"/>
              </a:avLst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上箭头 56"/>
            <p:cNvSpPr/>
            <p:nvPr>
              <p:custDataLst>
                <p:tags r:id="rId5"/>
              </p:custDataLst>
            </p:nvPr>
          </p:nvSpPr>
          <p:spPr>
            <a:xfrm>
              <a:off x="5524874" y="1251767"/>
              <a:ext cx="1211847" cy="2446560"/>
            </a:xfrm>
            <a:prstGeom prst="upArrow">
              <a:avLst>
                <a:gd name="adj1" fmla="val 66822"/>
                <a:gd name="adj2" fmla="val 57369"/>
              </a:avLst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上箭头 57"/>
            <p:cNvSpPr/>
            <p:nvPr>
              <p:custDataLst>
                <p:tags r:id="rId6"/>
              </p:custDataLst>
            </p:nvPr>
          </p:nvSpPr>
          <p:spPr>
            <a:xfrm rot="7200000">
              <a:off x="6713726" y="3260343"/>
              <a:ext cx="1211847" cy="2446560"/>
            </a:xfrm>
            <a:prstGeom prst="upArrow">
              <a:avLst>
                <a:gd name="adj1" fmla="val 66822"/>
                <a:gd name="adj2" fmla="val 57369"/>
              </a:avLst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上箭头 58"/>
            <p:cNvSpPr/>
            <p:nvPr>
              <p:custDataLst>
                <p:tags r:id="rId7"/>
              </p:custDataLst>
            </p:nvPr>
          </p:nvSpPr>
          <p:spPr>
            <a:xfrm rot="10800000">
              <a:off x="5524873" y="3914416"/>
              <a:ext cx="1211847" cy="2446560"/>
            </a:xfrm>
            <a:prstGeom prst="upArrow">
              <a:avLst>
                <a:gd name="adj1" fmla="val 66822"/>
                <a:gd name="adj2" fmla="val 57369"/>
              </a:avLst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上箭头 59"/>
            <p:cNvSpPr/>
            <p:nvPr>
              <p:custDataLst>
                <p:tags r:id="rId8"/>
              </p:custDataLst>
            </p:nvPr>
          </p:nvSpPr>
          <p:spPr>
            <a:xfrm rot="14400000">
              <a:off x="4362797" y="3297317"/>
              <a:ext cx="1211847" cy="2446560"/>
            </a:xfrm>
            <a:prstGeom prst="upArrow">
              <a:avLst>
                <a:gd name="adj1" fmla="val 66822"/>
                <a:gd name="adj2" fmla="val 57369"/>
              </a:avLst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上箭头 60"/>
            <p:cNvSpPr/>
            <p:nvPr>
              <p:custDataLst>
                <p:tags r:id="rId9"/>
              </p:custDataLst>
            </p:nvPr>
          </p:nvSpPr>
          <p:spPr>
            <a:xfrm rot="18000000">
              <a:off x="4333820" y="1933318"/>
              <a:ext cx="1211847" cy="2446560"/>
            </a:xfrm>
            <a:prstGeom prst="upArrow">
              <a:avLst>
                <a:gd name="adj1" fmla="val 66822"/>
                <a:gd name="adj2" fmla="val 57369"/>
              </a:avLst>
            </a:prstGeom>
            <a:solidFill>
              <a:srgbClr val="151472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>
              <p:custDataLst>
                <p:tags r:id="rId10"/>
              </p:custDataLst>
            </p:nvPr>
          </p:nvSpPr>
          <p:spPr>
            <a:xfrm>
              <a:off x="4791535" y="2473258"/>
              <a:ext cx="2678521" cy="2678521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rgbClr val="E2E2E2"/>
                </a:gs>
              </a:gsLst>
              <a:lin ang="2700000" scaled="1"/>
            </a:gradFill>
            <a:ln>
              <a:noFill/>
            </a:ln>
            <a:effectLst>
              <a:outerShdw blurRad="190500" dist="889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3" name="椭圆 62"/>
            <p:cNvSpPr/>
            <p:nvPr>
              <p:custDataLst>
                <p:tags r:id="rId11"/>
              </p:custDataLst>
            </p:nvPr>
          </p:nvSpPr>
          <p:spPr>
            <a:xfrm>
              <a:off x="4948556" y="2622945"/>
              <a:ext cx="2381909" cy="23819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63"/>
            <p:cNvSpPr/>
            <p:nvPr>
              <p:custDataLst>
                <p:tags r:id="rId12"/>
              </p:custDataLst>
            </p:nvPr>
          </p:nvSpPr>
          <p:spPr>
            <a:xfrm>
              <a:off x="3970100" y="2505926"/>
              <a:ext cx="959597" cy="6301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chemeClr val="bg1"/>
                  </a:solidFill>
                  <a:latin typeface="Haettenschweiler" panose="020B0706040902060204" pitchFamily="34" charset="0"/>
                  <a:ea typeface="微软雅黑" panose="020B0503020204020204" charset="-122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Haettenschweiler" panose="020B0706040902060204" pitchFamily="34" charset="0"/>
                <a:ea typeface="微软雅黑" panose="020B0503020204020204" charset="-122"/>
              </a:endParaRPr>
            </a:p>
          </p:txBody>
        </p:sp>
        <p:sp>
          <p:nvSpPr>
            <p:cNvPr id="65" name="矩形 64"/>
            <p:cNvSpPr/>
            <p:nvPr>
              <p:custDataLst>
                <p:tags r:id="rId13"/>
              </p:custDataLst>
            </p:nvPr>
          </p:nvSpPr>
          <p:spPr>
            <a:xfrm>
              <a:off x="5659712" y="1515992"/>
              <a:ext cx="959597" cy="6301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chemeClr val="bg1"/>
                  </a:solidFill>
                  <a:latin typeface="Haettenschweiler" panose="020B0706040902060204" pitchFamily="34" charset="0"/>
                  <a:ea typeface="微软雅黑" panose="020B0503020204020204" charset="-122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Haettenschweiler" panose="020B0706040902060204" pitchFamily="34" charset="0"/>
                <a:ea typeface="微软雅黑" panose="020B0503020204020204" charset="-122"/>
              </a:endParaRPr>
            </a:p>
          </p:txBody>
        </p:sp>
        <p:sp>
          <p:nvSpPr>
            <p:cNvPr id="66" name="矩形 65"/>
            <p:cNvSpPr/>
            <p:nvPr>
              <p:custDataLst>
                <p:tags r:id="rId14"/>
              </p:custDataLst>
            </p:nvPr>
          </p:nvSpPr>
          <p:spPr>
            <a:xfrm>
              <a:off x="7284140" y="2518786"/>
              <a:ext cx="959597" cy="6301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chemeClr val="bg1"/>
                  </a:solidFill>
                  <a:latin typeface="Haettenschweiler" panose="020B0706040902060204" pitchFamily="34" charset="0"/>
                  <a:ea typeface="微软雅黑" panose="020B0503020204020204" charset="-122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Haettenschweiler" panose="020B0706040902060204" pitchFamily="34" charset="0"/>
                <a:ea typeface="微软雅黑" panose="020B0503020204020204" charset="-122"/>
              </a:endParaRPr>
            </a:p>
          </p:txBody>
        </p:sp>
        <p:sp>
          <p:nvSpPr>
            <p:cNvPr id="67" name="矩形 66"/>
            <p:cNvSpPr/>
            <p:nvPr>
              <p:custDataLst>
                <p:tags r:id="rId15"/>
              </p:custDataLst>
            </p:nvPr>
          </p:nvSpPr>
          <p:spPr>
            <a:xfrm>
              <a:off x="7301338" y="4394959"/>
              <a:ext cx="959597" cy="6301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chemeClr val="bg1"/>
                  </a:solidFill>
                  <a:latin typeface="Haettenschweiler" panose="020B0706040902060204" pitchFamily="34" charset="0"/>
                  <a:ea typeface="微软雅黑" panose="020B0503020204020204" charset="-122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Haettenschweiler" panose="020B0706040902060204" pitchFamily="34" charset="0"/>
                <a:ea typeface="微软雅黑" panose="020B0503020204020204" charset="-122"/>
              </a:endParaRPr>
            </a:p>
          </p:txBody>
        </p:sp>
        <p:sp>
          <p:nvSpPr>
            <p:cNvPr id="68" name="矩形 67"/>
            <p:cNvSpPr/>
            <p:nvPr>
              <p:custDataLst>
                <p:tags r:id="rId16"/>
              </p:custDataLst>
            </p:nvPr>
          </p:nvSpPr>
          <p:spPr>
            <a:xfrm>
              <a:off x="5619085" y="5313466"/>
              <a:ext cx="959597" cy="6301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chemeClr val="bg1"/>
                  </a:solidFill>
                  <a:latin typeface="Haettenschweiler" panose="020B0706040902060204" pitchFamily="34" charset="0"/>
                  <a:ea typeface="微软雅黑" panose="020B0503020204020204" charset="-122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Haettenschweiler" panose="020B0706040902060204" pitchFamily="34" charset="0"/>
                <a:ea typeface="微软雅黑" panose="020B0503020204020204" charset="-122"/>
              </a:endParaRPr>
            </a:p>
          </p:txBody>
        </p:sp>
        <p:sp>
          <p:nvSpPr>
            <p:cNvPr id="69" name="矩形 68"/>
            <p:cNvSpPr/>
            <p:nvPr>
              <p:custDataLst>
                <p:tags r:id="rId17"/>
              </p:custDataLst>
            </p:nvPr>
          </p:nvSpPr>
          <p:spPr>
            <a:xfrm>
              <a:off x="4037191" y="4417423"/>
              <a:ext cx="959597" cy="6301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chemeClr val="bg1"/>
                  </a:solidFill>
                  <a:latin typeface="Haettenschweiler" panose="020B0706040902060204" pitchFamily="34" charset="0"/>
                  <a:ea typeface="微软雅黑" panose="020B0503020204020204" charset="-122"/>
                </a:rPr>
                <a:t>06</a:t>
              </a:r>
              <a:endParaRPr lang="zh-CN" altLang="en-US" sz="3200" dirty="0">
                <a:solidFill>
                  <a:schemeClr val="bg1"/>
                </a:solidFill>
                <a:latin typeface="Haettenschweiler" panose="020B0706040902060204" pitchFamily="34" charset="0"/>
                <a:ea typeface="微软雅黑" panose="020B0503020204020204" charset="-122"/>
              </a:endParaRPr>
            </a:p>
          </p:txBody>
        </p:sp>
        <p:sp>
          <p:nvSpPr>
            <p:cNvPr id="70" name="Freeform 31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5765862" y="3347208"/>
              <a:ext cx="768035" cy="965864"/>
            </a:xfrm>
            <a:custGeom>
              <a:avLst/>
              <a:gdLst>
                <a:gd name="T0" fmla="*/ 82 w 484"/>
                <a:gd name="T1" fmla="*/ 166 h 606"/>
                <a:gd name="T2" fmla="*/ 82 w 484"/>
                <a:gd name="T3" fmla="*/ 186 h 606"/>
                <a:gd name="T4" fmla="*/ 331 w 484"/>
                <a:gd name="T5" fmla="*/ 193 h 606"/>
                <a:gd name="T6" fmla="*/ 331 w 484"/>
                <a:gd name="T7" fmla="*/ 173 h 606"/>
                <a:gd name="T8" fmla="*/ 387 w 484"/>
                <a:gd name="T9" fmla="*/ 556 h 606"/>
                <a:gd name="T10" fmla="*/ 388 w 484"/>
                <a:gd name="T11" fmla="*/ 564 h 606"/>
                <a:gd name="T12" fmla="*/ 418 w 484"/>
                <a:gd name="T13" fmla="*/ 594 h 606"/>
                <a:gd name="T14" fmla="*/ 474 w 484"/>
                <a:gd name="T15" fmla="*/ 581 h 606"/>
                <a:gd name="T16" fmla="*/ 474 w 484"/>
                <a:gd name="T17" fmla="*/ 531 h 606"/>
                <a:gd name="T18" fmla="*/ 444 w 484"/>
                <a:gd name="T19" fmla="*/ 501 h 606"/>
                <a:gd name="T20" fmla="*/ 418 w 484"/>
                <a:gd name="T21" fmla="*/ 519 h 606"/>
                <a:gd name="T22" fmla="*/ 384 w 484"/>
                <a:gd name="T23" fmla="*/ 553 h 606"/>
                <a:gd name="T24" fmla="*/ 218 w 484"/>
                <a:gd name="T25" fmla="*/ 354 h 606"/>
                <a:gd name="T26" fmla="*/ 229 w 484"/>
                <a:gd name="T27" fmla="*/ 336 h 606"/>
                <a:gd name="T28" fmla="*/ 207 w 484"/>
                <a:gd name="T29" fmla="*/ 320 h 606"/>
                <a:gd name="T30" fmla="*/ 207 w 484"/>
                <a:gd name="T31" fmla="*/ 327 h 606"/>
                <a:gd name="T32" fmla="*/ 246 w 484"/>
                <a:gd name="T33" fmla="*/ 422 h 606"/>
                <a:gd name="T34" fmla="*/ 297 w 484"/>
                <a:gd name="T35" fmla="*/ 364 h 606"/>
                <a:gd name="T36" fmla="*/ 296 w 484"/>
                <a:gd name="T37" fmla="*/ 357 h 606"/>
                <a:gd name="T38" fmla="*/ 224 w 484"/>
                <a:gd name="T39" fmla="*/ 362 h 606"/>
                <a:gd name="T40" fmla="*/ 224 w 484"/>
                <a:gd name="T41" fmla="*/ 368 h 606"/>
                <a:gd name="T42" fmla="*/ 246 w 484"/>
                <a:gd name="T43" fmla="*/ 422 h 606"/>
                <a:gd name="T44" fmla="*/ 429 w 484"/>
                <a:gd name="T45" fmla="*/ 493 h 606"/>
                <a:gd name="T46" fmla="*/ 429 w 484"/>
                <a:gd name="T47" fmla="*/ 487 h 606"/>
                <a:gd name="T48" fmla="*/ 394 w 484"/>
                <a:gd name="T49" fmla="*/ 451 h 606"/>
                <a:gd name="T50" fmla="*/ 256 w 484"/>
                <a:gd name="T51" fmla="*/ 425 h 606"/>
                <a:gd name="T52" fmla="*/ 256 w 484"/>
                <a:gd name="T53" fmla="*/ 432 h 606"/>
                <a:gd name="T54" fmla="*/ 354 w 484"/>
                <a:gd name="T55" fmla="*/ 530 h 606"/>
                <a:gd name="T56" fmla="*/ 395 w 484"/>
                <a:gd name="T57" fmla="*/ 528 h 606"/>
                <a:gd name="T58" fmla="*/ 20 w 484"/>
                <a:gd name="T59" fmla="*/ 150 h 606"/>
                <a:gd name="T60" fmla="*/ 89 w 484"/>
                <a:gd name="T61" fmla="*/ 152 h 606"/>
                <a:gd name="T62" fmla="*/ 141 w 484"/>
                <a:gd name="T63" fmla="*/ 100 h 606"/>
                <a:gd name="T64" fmla="*/ 141 w 484"/>
                <a:gd name="T65" fmla="*/ 93 h 606"/>
                <a:gd name="T66" fmla="*/ 383 w 484"/>
                <a:gd name="T67" fmla="*/ 27 h 606"/>
                <a:gd name="T68" fmla="*/ 394 w 484"/>
                <a:gd name="T69" fmla="*/ 422 h 606"/>
                <a:gd name="T70" fmla="*/ 414 w 484"/>
                <a:gd name="T71" fmla="*/ 449 h 606"/>
                <a:gd name="T72" fmla="*/ 414 w 484"/>
                <a:gd name="T73" fmla="*/ 39 h 606"/>
                <a:gd name="T74" fmla="*/ 383 w 484"/>
                <a:gd name="T75" fmla="*/ 0 h 606"/>
                <a:gd name="T76" fmla="*/ 121 w 484"/>
                <a:gd name="T77" fmla="*/ 2 h 606"/>
                <a:gd name="T78" fmla="*/ 0 w 484"/>
                <a:gd name="T79" fmla="*/ 123 h 606"/>
                <a:gd name="T80" fmla="*/ 0 w 484"/>
                <a:gd name="T81" fmla="*/ 492 h 606"/>
                <a:gd name="T82" fmla="*/ 32 w 484"/>
                <a:gd name="T83" fmla="*/ 530 h 606"/>
                <a:gd name="T84" fmla="*/ 319 w 484"/>
                <a:gd name="T85" fmla="*/ 524 h 606"/>
                <a:gd name="T86" fmla="*/ 305 w 484"/>
                <a:gd name="T87" fmla="*/ 503 h 606"/>
                <a:gd name="T88" fmla="*/ 20 w 484"/>
                <a:gd name="T89" fmla="*/ 492 h 606"/>
                <a:gd name="T90" fmla="*/ 20 w 484"/>
                <a:gd name="T91" fmla="*/ 150 h 606"/>
                <a:gd name="T92" fmla="*/ 156 w 484"/>
                <a:gd name="T93" fmla="*/ 321 h 606"/>
                <a:gd name="T94" fmla="*/ 156 w 484"/>
                <a:gd name="T95" fmla="*/ 301 h 606"/>
                <a:gd name="T96" fmla="*/ 82 w 484"/>
                <a:gd name="T97" fmla="*/ 294 h 606"/>
                <a:gd name="T98" fmla="*/ 82 w 484"/>
                <a:gd name="T99" fmla="*/ 315 h 606"/>
                <a:gd name="T100" fmla="*/ 82 w 484"/>
                <a:gd name="T101" fmla="*/ 272 h 606"/>
                <a:gd name="T102" fmla="*/ 331 w 484"/>
                <a:gd name="T103" fmla="*/ 279 h 606"/>
                <a:gd name="T104" fmla="*/ 331 w 484"/>
                <a:gd name="T105" fmla="*/ 258 h 606"/>
                <a:gd name="T106" fmla="*/ 82 w 484"/>
                <a:gd name="T107" fmla="*/ 252 h 606"/>
                <a:gd name="T108" fmla="*/ 82 w 484"/>
                <a:gd name="T109" fmla="*/ 272 h 606"/>
                <a:gd name="T110" fmla="*/ 82 w 484"/>
                <a:gd name="T111" fmla="*/ 236 h 606"/>
                <a:gd name="T112" fmla="*/ 331 w 484"/>
                <a:gd name="T113" fmla="*/ 229 h 606"/>
                <a:gd name="T114" fmla="*/ 331 w 484"/>
                <a:gd name="T115" fmla="*/ 209 h 606"/>
                <a:gd name="T116" fmla="*/ 82 w 484"/>
                <a:gd name="T117" fmla="*/ 216 h 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84" h="606">
                  <a:moveTo>
                    <a:pt x="331" y="166"/>
                  </a:moveTo>
                  <a:lnTo>
                    <a:pt x="82" y="166"/>
                  </a:lnTo>
                  <a:lnTo>
                    <a:pt x="82" y="173"/>
                  </a:lnTo>
                  <a:lnTo>
                    <a:pt x="82" y="186"/>
                  </a:lnTo>
                  <a:lnTo>
                    <a:pt x="82" y="193"/>
                  </a:lnTo>
                  <a:lnTo>
                    <a:pt x="331" y="193"/>
                  </a:lnTo>
                  <a:lnTo>
                    <a:pt x="331" y="186"/>
                  </a:lnTo>
                  <a:lnTo>
                    <a:pt x="331" y="173"/>
                  </a:lnTo>
                  <a:lnTo>
                    <a:pt x="331" y="166"/>
                  </a:lnTo>
                  <a:close/>
                  <a:moveTo>
                    <a:pt x="387" y="556"/>
                  </a:moveTo>
                  <a:lnTo>
                    <a:pt x="384" y="560"/>
                  </a:lnTo>
                  <a:lnTo>
                    <a:pt x="388" y="564"/>
                  </a:lnTo>
                  <a:lnTo>
                    <a:pt x="408" y="583"/>
                  </a:lnTo>
                  <a:lnTo>
                    <a:pt x="418" y="594"/>
                  </a:lnTo>
                  <a:cubicBezTo>
                    <a:pt x="430" y="606"/>
                    <a:pt x="450" y="606"/>
                    <a:pt x="462" y="594"/>
                  </a:cubicBezTo>
                  <a:lnTo>
                    <a:pt x="474" y="581"/>
                  </a:lnTo>
                  <a:cubicBezTo>
                    <a:pt x="481" y="575"/>
                    <a:pt x="484" y="565"/>
                    <a:pt x="483" y="556"/>
                  </a:cubicBezTo>
                  <a:cubicBezTo>
                    <a:pt x="484" y="547"/>
                    <a:pt x="481" y="538"/>
                    <a:pt x="474" y="531"/>
                  </a:cubicBezTo>
                  <a:lnTo>
                    <a:pt x="462" y="519"/>
                  </a:lnTo>
                  <a:lnTo>
                    <a:pt x="444" y="501"/>
                  </a:lnTo>
                  <a:lnTo>
                    <a:pt x="440" y="497"/>
                  </a:lnTo>
                  <a:lnTo>
                    <a:pt x="418" y="519"/>
                  </a:lnTo>
                  <a:lnTo>
                    <a:pt x="412" y="525"/>
                  </a:lnTo>
                  <a:lnTo>
                    <a:pt x="384" y="553"/>
                  </a:lnTo>
                  <a:lnTo>
                    <a:pt x="387" y="556"/>
                  </a:lnTo>
                  <a:close/>
                  <a:moveTo>
                    <a:pt x="218" y="354"/>
                  </a:moveTo>
                  <a:lnTo>
                    <a:pt x="234" y="338"/>
                  </a:lnTo>
                  <a:lnTo>
                    <a:pt x="229" y="336"/>
                  </a:lnTo>
                  <a:lnTo>
                    <a:pt x="234" y="331"/>
                  </a:lnTo>
                  <a:lnTo>
                    <a:pt x="207" y="320"/>
                  </a:lnTo>
                  <a:lnTo>
                    <a:pt x="211" y="328"/>
                  </a:lnTo>
                  <a:lnTo>
                    <a:pt x="207" y="327"/>
                  </a:lnTo>
                  <a:lnTo>
                    <a:pt x="218" y="354"/>
                  </a:lnTo>
                  <a:close/>
                  <a:moveTo>
                    <a:pt x="246" y="422"/>
                  </a:moveTo>
                  <a:lnTo>
                    <a:pt x="302" y="366"/>
                  </a:lnTo>
                  <a:lnTo>
                    <a:pt x="297" y="364"/>
                  </a:lnTo>
                  <a:lnTo>
                    <a:pt x="302" y="359"/>
                  </a:lnTo>
                  <a:lnTo>
                    <a:pt x="296" y="357"/>
                  </a:lnTo>
                  <a:lnTo>
                    <a:pt x="249" y="337"/>
                  </a:lnTo>
                  <a:lnTo>
                    <a:pt x="224" y="362"/>
                  </a:lnTo>
                  <a:lnTo>
                    <a:pt x="226" y="366"/>
                  </a:lnTo>
                  <a:lnTo>
                    <a:pt x="224" y="368"/>
                  </a:lnTo>
                  <a:lnTo>
                    <a:pt x="243" y="416"/>
                  </a:lnTo>
                  <a:lnTo>
                    <a:pt x="246" y="422"/>
                  </a:lnTo>
                  <a:close/>
                  <a:moveTo>
                    <a:pt x="412" y="511"/>
                  </a:moveTo>
                  <a:lnTo>
                    <a:pt x="429" y="493"/>
                  </a:lnTo>
                  <a:lnTo>
                    <a:pt x="426" y="490"/>
                  </a:lnTo>
                  <a:lnTo>
                    <a:pt x="429" y="487"/>
                  </a:lnTo>
                  <a:lnTo>
                    <a:pt x="414" y="472"/>
                  </a:lnTo>
                  <a:lnTo>
                    <a:pt x="394" y="451"/>
                  </a:lnTo>
                  <a:lnTo>
                    <a:pt x="312" y="369"/>
                  </a:lnTo>
                  <a:lnTo>
                    <a:pt x="256" y="425"/>
                  </a:lnTo>
                  <a:lnTo>
                    <a:pt x="260" y="429"/>
                  </a:lnTo>
                  <a:lnTo>
                    <a:pt x="256" y="432"/>
                  </a:lnTo>
                  <a:lnTo>
                    <a:pt x="334" y="510"/>
                  </a:lnTo>
                  <a:lnTo>
                    <a:pt x="354" y="530"/>
                  </a:lnTo>
                  <a:lnTo>
                    <a:pt x="374" y="549"/>
                  </a:lnTo>
                  <a:lnTo>
                    <a:pt x="395" y="528"/>
                  </a:lnTo>
                  <a:lnTo>
                    <a:pt x="412" y="511"/>
                  </a:lnTo>
                  <a:close/>
                  <a:moveTo>
                    <a:pt x="20" y="150"/>
                  </a:moveTo>
                  <a:lnTo>
                    <a:pt x="89" y="152"/>
                  </a:lnTo>
                  <a:lnTo>
                    <a:pt x="89" y="152"/>
                  </a:lnTo>
                  <a:lnTo>
                    <a:pt x="89" y="152"/>
                  </a:lnTo>
                  <a:cubicBezTo>
                    <a:pt x="118" y="152"/>
                    <a:pt x="141" y="129"/>
                    <a:pt x="141" y="100"/>
                  </a:cubicBezTo>
                  <a:lnTo>
                    <a:pt x="141" y="94"/>
                  </a:lnTo>
                  <a:lnTo>
                    <a:pt x="141" y="93"/>
                  </a:lnTo>
                  <a:lnTo>
                    <a:pt x="141" y="27"/>
                  </a:lnTo>
                  <a:lnTo>
                    <a:pt x="383" y="27"/>
                  </a:lnTo>
                  <a:cubicBezTo>
                    <a:pt x="389" y="27"/>
                    <a:pt x="394" y="32"/>
                    <a:pt x="394" y="38"/>
                  </a:cubicBezTo>
                  <a:lnTo>
                    <a:pt x="394" y="422"/>
                  </a:lnTo>
                  <a:lnTo>
                    <a:pt x="394" y="429"/>
                  </a:lnTo>
                  <a:lnTo>
                    <a:pt x="414" y="449"/>
                  </a:lnTo>
                  <a:lnTo>
                    <a:pt x="414" y="443"/>
                  </a:lnTo>
                  <a:lnTo>
                    <a:pt x="414" y="39"/>
                  </a:lnTo>
                  <a:lnTo>
                    <a:pt x="414" y="32"/>
                  </a:lnTo>
                  <a:cubicBezTo>
                    <a:pt x="414" y="14"/>
                    <a:pt x="400" y="0"/>
                    <a:pt x="383" y="0"/>
                  </a:cubicBezTo>
                  <a:lnTo>
                    <a:pt x="123" y="0"/>
                  </a:lnTo>
                  <a:lnTo>
                    <a:pt x="121" y="2"/>
                  </a:lnTo>
                  <a:lnTo>
                    <a:pt x="1" y="122"/>
                  </a:lnTo>
                  <a:lnTo>
                    <a:pt x="0" y="123"/>
                  </a:lnTo>
                  <a:lnTo>
                    <a:pt x="0" y="130"/>
                  </a:lnTo>
                  <a:lnTo>
                    <a:pt x="0" y="492"/>
                  </a:lnTo>
                  <a:lnTo>
                    <a:pt x="0" y="499"/>
                  </a:lnTo>
                  <a:cubicBezTo>
                    <a:pt x="0" y="516"/>
                    <a:pt x="14" y="530"/>
                    <a:pt x="32" y="530"/>
                  </a:cubicBezTo>
                  <a:lnTo>
                    <a:pt x="326" y="530"/>
                  </a:lnTo>
                  <a:lnTo>
                    <a:pt x="319" y="524"/>
                  </a:lnTo>
                  <a:lnTo>
                    <a:pt x="326" y="524"/>
                  </a:lnTo>
                  <a:lnTo>
                    <a:pt x="305" y="503"/>
                  </a:lnTo>
                  <a:lnTo>
                    <a:pt x="32" y="503"/>
                  </a:lnTo>
                  <a:cubicBezTo>
                    <a:pt x="25" y="503"/>
                    <a:pt x="21" y="498"/>
                    <a:pt x="20" y="492"/>
                  </a:cubicBezTo>
                  <a:lnTo>
                    <a:pt x="20" y="492"/>
                  </a:lnTo>
                  <a:lnTo>
                    <a:pt x="20" y="150"/>
                  </a:lnTo>
                  <a:close/>
                  <a:moveTo>
                    <a:pt x="82" y="321"/>
                  </a:moveTo>
                  <a:lnTo>
                    <a:pt x="156" y="321"/>
                  </a:lnTo>
                  <a:lnTo>
                    <a:pt x="156" y="315"/>
                  </a:lnTo>
                  <a:lnTo>
                    <a:pt x="156" y="301"/>
                  </a:lnTo>
                  <a:lnTo>
                    <a:pt x="156" y="294"/>
                  </a:lnTo>
                  <a:lnTo>
                    <a:pt x="82" y="294"/>
                  </a:lnTo>
                  <a:lnTo>
                    <a:pt x="82" y="301"/>
                  </a:lnTo>
                  <a:lnTo>
                    <a:pt x="82" y="315"/>
                  </a:lnTo>
                  <a:lnTo>
                    <a:pt x="82" y="321"/>
                  </a:lnTo>
                  <a:close/>
                  <a:moveTo>
                    <a:pt x="82" y="272"/>
                  </a:moveTo>
                  <a:lnTo>
                    <a:pt x="82" y="279"/>
                  </a:lnTo>
                  <a:lnTo>
                    <a:pt x="331" y="279"/>
                  </a:lnTo>
                  <a:lnTo>
                    <a:pt x="331" y="272"/>
                  </a:lnTo>
                  <a:lnTo>
                    <a:pt x="331" y="258"/>
                  </a:lnTo>
                  <a:lnTo>
                    <a:pt x="331" y="252"/>
                  </a:lnTo>
                  <a:lnTo>
                    <a:pt x="82" y="252"/>
                  </a:lnTo>
                  <a:lnTo>
                    <a:pt x="82" y="258"/>
                  </a:lnTo>
                  <a:lnTo>
                    <a:pt x="82" y="272"/>
                  </a:lnTo>
                  <a:close/>
                  <a:moveTo>
                    <a:pt x="82" y="229"/>
                  </a:moveTo>
                  <a:lnTo>
                    <a:pt x="82" y="236"/>
                  </a:lnTo>
                  <a:lnTo>
                    <a:pt x="331" y="236"/>
                  </a:lnTo>
                  <a:lnTo>
                    <a:pt x="331" y="229"/>
                  </a:lnTo>
                  <a:lnTo>
                    <a:pt x="331" y="216"/>
                  </a:lnTo>
                  <a:lnTo>
                    <a:pt x="331" y="209"/>
                  </a:lnTo>
                  <a:lnTo>
                    <a:pt x="82" y="209"/>
                  </a:lnTo>
                  <a:lnTo>
                    <a:pt x="82" y="216"/>
                  </a:lnTo>
                  <a:lnTo>
                    <a:pt x="82" y="229"/>
                  </a:lnTo>
                  <a:close/>
                </a:path>
              </a:pathLst>
            </a:custGeom>
            <a:solidFill>
              <a:srgbClr val="15147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71" name="文本框 70"/>
          <p:cNvSpPr txBox="1"/>
          <p:nvPr>
            <p:custDataLst>
              <p:tags r:id="rId19"/>
            </p:custDataLst>
          </p:nvPr>
        </p:nvSpPr>
        <p:spPr>
          <a:xfrm>
            <a:off x="580652" y="3734062"/>
            <a:ext cx="3288274" cy="16637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生产成本结构</a:t>
            </a:r>
            <a:endParaRPr lang="zh-CN" altLang="en-US" sz="1600" dirty="0">
              <a:solidFill>
                <a:schemeClr val="bg1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核心零部件采购占生产成本的</a:t>
            </a:r>
            <a:r>
              <a:rPr lang="en-US" altLang="zh-CN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60%</a:t>
            </a:r>
            <a:r>
              <a:rPr lang="zh-CN" altLang="en-US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，国产化替代后预计可降低</a:t>
            </a:r>
            <a:r>
              <a:rPr lang="en-US" altLang="zh-CN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20%-30%</a:t>
            </a:r>
            <a:r>
              <a:rPr lang="zh-CN" altLang="en-US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的物料成本。</a:t>
            </a:r>
            <a:endParaRPr lang="zh-CN" altLang="en-US" sz="1600" dirty="0">
              <a:solidFill>
                <a:schemeClr val="bg1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endParaRPr lang="zh-CN" altLang="en-US" sz="1600" dirty="0">
              <a:solidFill>
                <a:schemeClr val="bg1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20"/>
            </p:custDataLst>
          </p:nvPr>
        </p:nvSpPr>
        <p:spPr>
          <a:xfrm>
            <a:off x="577411" y="2189730"/>
            <a:ext cx="3288274" cy="13195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研发投入占比</a:t>
            </a:r>
            <a:endParaRPr lang="zh-CN" altLang="en-US" sz="1600" dirty="0">
              <a:solidFill>
                <a:schemeClr val="bg1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研发资金占总投入的</a:t>
            </a:r>
            <a:r>
              <a:rPr lang="en-US" altLang="zh-CN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25%</a:t>
            </a:r>
            <a:r>
              <a:rPr lang="zh-CN" altLang="en-US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，主要用于导航算法、精准喷药系统的技术迭代，保障产品核心竞争力。</a:t>
            </a:r>
            <a:endParaRPr lang="zh-CN" altLang="en-US" sz="1600" dirty="0">
              <a:solidFill>
                <a:schemeClr val="bg1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73" name="文本框 72"/>
          <p:cNvSpPr txBox="1"/>
          <p:nvPr>
            <p:custDataLst>
              <p:tags r:id="rId21"/>
            </p:custDataLst>
          </p:nvPr>
        </p:nvSpPr>
        <p:spPr>
          <a:xfrm>
            <a:off x="8697974" y="4859294"/>
            <a:ext cx="3210963" cy="16637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投资回收周期</a:t>
            </a:r>
            <a:endParaRPr lang="zh-CN" altLang="en-US" sz="1600" dirty="0">
              <a:solidFill>
                <a:schemeClr val="bg1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前期投入在规模化销售后，预计</a:t>
            </a:r>
            <a:r>
              <a:rPr lang="en-US" altLang="zh-CN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3-4</a:t>
            </a:r>
            <a:r>
              <a:rPr lang="zh-CN" altLang="en-US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年可实现回本，长期年化回报率超</a:t>
            </a:r>
            <a:r>
              <a:rPr lang="en-US" altLang="zh-CN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15%</a:t>
            </a:r>
            <a:r>
              <a:rPr lang="zh-CN" altLang="en-US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。</a:t>
            </a:r>
            <a:endParaRPr lang="zh-CN" altLang="en-US" sz="1600" dirty="0">
              <a:solidFill>
                <a:schemeClr val="bg1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22"/>
            </p:custDataLst>
          </p:nvPr>
        </p:nvSpPr>
        <p:spPr>
          <a:xfrm>
            <a:off x="577411" y="5278394"/>
            <a:ext cx="3210963" cy="13195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销售利润水平</a:t>
            </a:r>
            <a:endParaRPr lang="zh-CN" altLang="en-US" sz="1600" dirty="0">
              <a:solidFill>
                <a:schemeClr val="bg1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整机销售毛利率约</a:t>
            </a:r>
            <a:r>
              <a:rPr lang="en-US" altLang="zh-CN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20%-25%</a:t>
            </a:r>
            <a:r>
              <a:rPr lang="zh-CN" altLang="en-US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，叠加农机补贴后，中小批量订单即可实现收支平衡。</a:t>
            </a:r>
            <a:endParaRPr lang="zh-CN" altLang="en-US" sz="1600" dirty="0">
              <a:solidFill>
                <a:schemeClr val="bg1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75" name="文本框 74"/>
          <p:cNvSpPr txBox="1"/>
          <p:nvPr>
            <p:custDataLst>
              <p:tags r:id="rId23"/>
            </p:custDataLst>
          </p:nvPr>
        </p:nvSpPr>
        <p:spPr>
          <a:xfrm>
            <a:off x="8697974" y="3734062"/>
            <a:ext cx="3288274" cy="16637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市场投放成本</a:t>
            </a:r>
            <a:endParaRPr lang="zh-CN" altLang="en-US" sz="1600" dirty="0">
              <a:solidFill>
                <a:schemeClr val="bg1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示范基地建设、渠道推广占总投入的</a:t>
            </a:r>
            <a:r>
              <a:rPr lang="en-US" altLang="zh-CN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15%</a:t>
            </a:r>
            <a:r>
              <a:rPr lang="zh-CN" altLang="en-US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，投后可带动区域销量提升</a:t>
            </a:r>
            <a:r>
              <a:rPr lang="en-US" altLang="zh-CN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30%</a:t>
            </a:r>
            <a:r>
              <a:rPr lang="zh-CN" altLang="en-US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以上。</a:t>
            </a:r>
            <a:endParaRPr lang="zh-CN" altLang="en-US" sz="1600" dirty="0">
              <a:solidFill>
                <a:schemeClr val="bg1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endParaRPr lang="zh-CN" altLang="en-US" sz="1600" dirty="0">
              <a:solidFill>
                <a:schemeClr val="bg1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76" name="文本框 75"/>
          <p:cNvSpPr txBox="1"/>
          <p:nvPr>
            <p:custDataLst>
              <p:tags r:id="rId24"/>
            </p:custDataLst>
          </p:nvPr>
        </p:nvSpPr>
        <p:spPr>
          <a:xfrm>
            <a:off x="8697974" y="2193609"/>
            <a:ext cx="3210963" cy="13195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售后运维收益</a:t>
            </a:r>
            <a:endParaRPr lang="zh-CN" altLang="en-US" sz="1600" dirty="0">
              <a:solidFill>
                <a:schemeClr val="bg1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售后维保、配件更换的年化收益占营收的</a:t>
            </a:r>
            <a:r>
              <a:rPr lang="en-US" altLang="zh-CN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8%-10%</a:t>
            </a:r>
            <a:r>
              <a:rPr lang="zh-CN" altLang="en-US" sz="1600" dirty="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，成为稳定的利润补充来源。</a:t>
            </a:r>
            <a:endParaRPr lang="zh-CN" altLang="en-US" sz="1600" dirty="0">
              <a:solidFill>
                <a:schemeClr val="bg1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bldLvl="0" animBg="1"/>
      <p:bldP spid="51" grpId="0" bldLvl="0" animBg="1"/>
      <p:bldP spid="52" grpId="0"/>
      <p:bldP spid="71" grpId="0" bldLvl="0" animBg="1"/>
      <p:bldP spid="72" grpId="0" bldLvl="0" animBg="1"/>
      <p:bldP spid="73" grpId="0" bldLvl="0" animBg="1"/>
      <p:bldP spid="74" grpId="0" bldLvl="0" animBg="1"/>
      <p:bldP spid="75" grpId="0" bldLvl="0" animBg="1"/>
      <p:bldP spid="76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1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 flipV="1">
            <a:off x="0" y="3564788"/>
            <a:ext cx="12192000" cy="3293210"/>
          </a:xfrm>
          <a:prstGeom prst="rect">
            <a:avLst/>
          </a:prstGeom>
          <a:gradFill>
            <a:gsLst>
              <a:gs pos="0">
                <a:srgbClr val="01508A">
                  <a:alpha val="58000"/>
                </a:srgbClr>
              </a:gs>
              <a:gs pos="92000">
                <a:srgbClr val="01508A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-69215" y="1302385"/>
            <a:ext cx="12192000" cy="3845704"/>
          </a:xfrm>
          <a:prstGeom prst="rect">
            <a:avLst/>
          </a:prstGeom>
          <a:gradFill>
            <a:gsLst>
              <a:gs pos="2000">
                <a:srgbClr val="01508A">
                  <a:alpha val="38000"/>
                </a:srgbClr>
              </a:gs>
              <a:gs pos="100000">
                <a:srgbClr val="01508A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0" b="1"/>
              <a:t>敬请各位专家批评指正</a:t>
            </a:r>
            <a:endParaRPr lang="zh-CN" altLang="en-US" sz="8000" b="1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20000"/>
                    </a14:imgEffect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31995" y="2651374"/>
            <a:ext cx="4487939" cy="2496331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839" y="1833210"/>
            <a:ext cx="5002853" cy="6082496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63597" y="1239501"/>
            <a:ext cx="2724249" cy="2883163"/>
          </a:xfrm>
          <a:prstGeom prst="rect">
            <a:avLst/>
          </a:prstGeom>
        </p:spPr>
      </p:pic>
      <p:pic>
        <p:nvPicPr>
          <p:cNvPr id="29" name="图像" descr="图像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259" y="258969"/>
            <a:ext cx="888268" cy="674364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LIDE.VECTOR" val="#964552;#964423;"/>
</p:tagLst>
</file>

<file path=ppt/tags/tag2.xml><?xml version="1.0" encoding="utf-8"?>
<p:tagLst xmlns:p="http://schemas.openxmlformats.org/presentationml/2006/main">
  <p:tag name="KSO_WM_DIAGRAM_VIRTUALLY_FRAME" val="{&quot;height&quot;:341.1429921259842,&quot;left&quot;:135.1959842519685,&quot;top&quot;:185.07850393700787,&quot;width&quot;:772.7054330708661}"/>
</p:tagLst>
</file>

<file path=ppt/tags/tag3.xml><?xml version="1.0" encoding="utf-8"?>
<p:tagLst xmlns:p="http://schemas.openxmlformats.org/presentationml/2006/main">
  <p:tag name="KSO_WM_DIAGRAM_VIRTUALLY_FRAME" val="{&quot;height&quot;:341.1429921259842,&quot;left&quot;:135.1959842519685,&quot;top&quot;:185.07850393700787,&quot;width&quot;:772.7054330708661}"/>
</p:tagLst>
</file>

<file path=ppt/tags/tag4.xml><?xml version="1.0" encoding="utf-8"?>
<p:tagLst xmlns:p="http://schemas.openxmlformats.org/presentationml/2006/main">
  <p:tag name="KSO_WM_DIAGRAM_VIRTUALLY_FRAME" val="{&quot;height&quot;:341.1429921259842,&quot;left&quot;:135.1959842519685,&quot;top&quot;:185.07850393700787,&quot;width&quot;:772.7054330708661}"/>
</p:tagLst>
</file>

<file path=ppt/tags/tag5.xml><?xml version="1.0" encoding="utf-8"?>
<p:tagLst xmlns:p="http://schemas.openxmlformats.org/presentationml/2006/main">
  <p:tag name="KSO_WM_DIAGRAM_VIRTUALLY_FRAME" val="{&quot;height&quot;:341.1429921259842,&quot;left&quot;:135.1959842519685,&quot;top&quot;:185.07850393700787,&quot;width&quot;:772.7054330708661}"/>
</p:tagLst>
</file>

<file path=ppt/tags/tag6.xml><?xml version="1.0" encoding="utf-8"?>
<p:tagLst xmlns:p="http://schemas.openxmlformats.org/presentationml/2006/main">
  <p:tag name="KSO_WM_DIAGRAM_VIRTUALLY_FRAME" val="{&quot;height&quot;:341.1429921259842,&quot;left&quot;:135.1959842519685,&quot;top&quot;:185.07850393700787,&quot;width&quot;:772.7054330708661}"/>
</p:tagLst>
</file>

<file path=ppt/tags/tag7.xml><?xml version="1.0" encoding="utf-8"?>
<p:tagLst xmlns:p="http://schemas.openxmlformats.org/presentationml/2006/main">
  <p:tag name="KSO_WM_DIAGRAM_VIRTUALLY_FRAME" val="{&quot;height&quot;:341.1429921259842,&quot;left&quot;:135.1959842519685,&quot;top&quot;:185.07850393700787,&quot;width&quot;:772.7054330708661}"/>
</p:tagLst>
</file>

<file path=ppt/tags/tag8.xml><?xml version="1.0" encoding="utf-8"?>
<p:tagLst xmlns:p="http://schemas.openxmlformats.org/presentationml/2006/main">
  <p:tag name="KSO_WM_DIAGRAM_VIRTUALLY_FRAME" val="{&quot;height&quot;:341.1429921259842,&quot;left&quot;:135.1959842519685,&quot;top&quot;:185.07850393700787,&quot;width&quot;:772.7054330708661}"/>
</p:tagLst>
</file>

<file path=ppt/tags/tag9.xml><?xml version="1.0" encoding="utf-8"?>
<p:tagLst xmlns:p="http://schemas.openxmlformats.org/presentationml/2006/main">
  <p:tag name="KSO_WM_DIAGRAM_VIRTUALLY_FRAME" val="{&quot;height&quot;:341.1429921259842,&quot;left&quot;:135.1959842519685,&quot;top&quot;:185.07850393700787,&quot;width&quot;:772.7054330708661}"/>
</p:tagLst>
</file>

<file path=ppt/tags/tag10.xml><?xml version="1.0" encoding="utf-8"?>
<p:tagLst xmlns:p="http://schemas.openxmlformats.org/presentationml/2006/main">
  <p:tag name="KSO_WM_DIAGRAM_VIRTUALLY_FRAME" val="{&quot;height&quot;:341.1429921259842,&quot;left&quot;:135.1959842519685,&quot;top&quot;:185.07850393700787,&quot;width&quot;:772.7054330708661}"/>
</p:tagLst>
</file>

<file path=ppt/tags/tag11.xml><?xml version="1.0" encoding="utf-8"?>
<p:tagLst xmlns:p="http://schemas.openxmlformats.org/presentationml/2006/main">
  <p:tag name="KSO_WM_DIAGRAM_VIRTUALLY_FRAME" val="{&quot;height&quot;:341.1429921259842,&quot;left&quot;:135.1959842519685,&quot;top&quot;:185.07850393700787,&quot;width&quot;:772.7054330708661}"/>
</p:tagLst>
</file>

<file path=ppt/tags/tag12.xml><?xml version="1.0" encoding="utf-8"?>
<p:tagLst xmlns:p="http://schemas.openxmlformats.org/presentationml/2006/main">
  <p:tag name="KSO_WM_DIAGRAM_VIRTUALLY_FRAME" val="{&quot;height&quot;:341.1429921259842,&quot;left&quot;:135.1959842519685,&quot;top&quot;:185.07850393700787,&quot;width&quot;:772.7054330708661}"/>
</p:tagLst>
</file>

<file path=ppt/tags/tag13.xml><?xml version="1.0" encoding="utf-8"?>
<p:tagLst xmlns:p="http://schemas.openxmlformats.org/presentationml/2006/main">
  <p:tag name="KSO_WM_DIAGRAM_VIRTUALLY_FRAME" val="{&quot;height&quot;:341.1429921259842,&quot;left&quot;:135.1959842519685,&quot;top&quot;:185.07850393700787,&quot;width&quot;:772.7054330708661}"/>
</p:tagLst>
</file>

<file path=ppt/tags/tag14.xml><?xml version="1.0" encoding="utf-8"?>
<p:tagLst xmlns:p="http://schemas.openxmlformats.org/presentationml/2006/main">
  <p:tag name="KSO_WM_DIAGRAM_VIRTUALLY_FRAME" val="{&quot;height&quot;:341.1429921259842,&quot;left&quot;:135.1959842519685,&quot;top&quot;:185.07850393700787,&quot;width&quot;:772.7054330708661}"/>
</p:tagLst>
</file>

<file path=ppt/tags/tag15.xml><?xml version="1.0" encoding="utf-8"?>
<p:tagLst xmlns:p="http://schemas.openxmlformats.org/presentationml/2006/main">
  <p:tag name="KSO_WM_DIAGRAM_VIRTUALLY_FRAME" val="{&quot;height&quot;:341.1429921259842,&quot;left&quot;:135.1959842519685,&quot;top&quot;:185.07850393700787,&quot;width&quot;:772.7054330708661}"/>
</p:tagLst>
</file>

<file path=ppt/tags/tag16.xml><?xml version="1.0" encoding="utf-8"?>
<p:tagLst xmlns:p="http://schemas.openxmlformats.org/presentationml/2006/main">
  <p:tag name="KSO_WM_DIAGRAM_VIRTUALLY_FRAME" val="{&quot;height&quot;:341.1429921259842,&quot;left&quot;:135.1959842519685,&quot;top&quot;:185.07850393700787,&quot;width&quot;:772.7054330708661}"/>
</p:tagLst>
</file>

<file path=ppt/tags/tag17.xml><?xml version="1.0" encoding="utf-8"?>
<p:tagLst xmlns:p="http://schemas.openxmlformats.org/presentationml/2006/main">
  <p:tag name="KSO_WM_DIAGRAM_VIRTUALLY_FRAME" val="{&quot;height&quot;:341.1429921259842,&quot;left&quot;:135.1959842519685,&quot;top&quot;:185.07850393700787,&quot;width&quot;:772.7054330708661}"/>
</p:tagLst>
</file>

<file path=ppt/tags/tag18.xml><?xml version="1.0" encoding="utf-8"?>
<p:tagLst xmlns:p="http://schemas.openxmlformats.org/presentationml/2006/main">
  <p:tag name="KSO_WM_DIAGRAM_VIRTUALLY_FRAME" val="{&quot;height&quot;:341.1429921259842,&quot;left&quot;:135.1959842519685,&quot;top&quot;:185.07850393700787,&quot;width&quot;:772.7054330708661}"/>
</p:tagLst>
</file>

<file path=ppt/tags/tag19.xml><?xml version="1.0" encoding="utf-8"?>
<p:tagLst xmlns:p="http://schemas.openxmlformats.org/presentationml/2006/main">
  <p:tag name="KSO_WM_DIAGRAM_VIRTUALLY_FRAME" val="{&quot;height&quot;:341.1429921259842,&quot;left&quot;:135.1959842519685,&quot;top&quot;:185.07850393700787,&quot;width&quot;:772.7054330708661}"/>
</p:tagLst>
</file>

<file path=ppt/tags/tag20.xml><?xml version="1.0" encoding="utf-8"?>
<p:tagLst xmlns:p="http://schemas.openxmlformats.org/presentationml/2006/main">
  <p:tag name="KSO_WM_DIAGRAM_VIRTUALLY_FRAME" val="{&quot;height&quot;:341.1429921259842,&quot;left&quot;:135.1959842519685,&quot;top&quot;:185.07850393700787,&quot;width&quot;:772.7054330708661}"/>
</p:tagLst>
</file>

<file path=ppt/tags/tag21.xml><?xml version="1.0" encoding="utf-8"?>
<p:tagLst xmlns:p="http://schemas.openxmlformats.org/presentationml/2006/main">
  <p:tag name="KSO_WM_DIAGRAM_VIRTUALLY_FRAME" val="{&quot;height&quot;:341.1429921259842,&quot;left&quot;:135.1959842519685,&quot;top&quot;:185.07850393700787,&quot;width&quot;:772.7054330708661}"/>
</p:tagLst>
</file>

<file path=ppt/tags/tag22.xml><?xml version="1.0" encoding="utf-8"?>
<p:tagLst xmlns:p="http://schemas.openxmlformats.org/presentationml/2006/main">
  <p:tag name="KSO_WM_DIAGRAM_VIRTUALLY_FRAME" val="{&quot;height&quot;:341.1429921259842,&quot;left&quot;:135.1959842519685,&quot;top&quot;:185.07850393700787,&quot;width&quot;:772.7054330708661}"/>
</p:tagLst>
</file>

<file path=ppt/tags/tag23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24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25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26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27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28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29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30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31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32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33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34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35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36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37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38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39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40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41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42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43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44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45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46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47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48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49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50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51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52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53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54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55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56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57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58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59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60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61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62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63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64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65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66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67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68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69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70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71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72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73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74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75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76.xml><?xml version="1.0" encoding="utf-8"?>
<p:tagLst xmlns:p="http://schemas.openxmlformats.org/presentationml/2006/main">
  <p:tag name="KSO_WM_DIAGRAM_VIRTUALLY_FRAME" val="{&quot;height&quot;:305.04448818897635,&quot;left&quot;:28.70980341909269,&quot;top&quot;:188.75039370078738,&quot;width&quot;:884.9832280402545}"/>
</p:tagLst>
</file>

<file path=ppt/tags/tag77.xml><?xml version="1.0" encoding="utf-8"?>
<p:tagLst xmlns:p="http://schemas.openxmlformats.org/presentationml/2006/main">
  <p:tag name="KSO_WM_DIAGRAM_VIRTUALLY_FRAME" val="{&quot;height&quot;:325.03252258882077,&quot;left&quot;:613.541968503937,&quot;top&quot;:176.79992125984248,&quot;width&quot;:284.5678740157481}"/>
</p:tagLst>
</file>

<file path=ppt/tags/tag78.xml><?xml version="1.0" encoding="utf-8"?>
<p:tagLst xmlns:p="http://schemas.openxmlformats.org/presentationml/2006/main">
  <p:tag name="KSO_WM_DIAGRAM_VIRTUALLY_FRAME" val="{&quot;height&quot;:325.03252258882077,&quot;left&quot;:613.541968503937,&quot;top&quot;:176.79992125984248,&quot;width&quot;:284.5678740157481}"/>
</p:tagLst>
</file>

<file path=ppt/tags/tag79.xml><?xml version="1.0" encoding="utf-8"?>
<p:tagLst xmlns:p="http://schemas.openxmlformats.org/presentationml/2006/main">
  <p:tag name="KSO_WM_DIAGRAM_VIRTUALLY_FRAME" val="{&quot;height&quot;:325.03252258882077,&quot;left&quot;:613.541968503937,&quot;top&quot;:176.79992125984248,&quot;width&quot;:284.5678740157481}"/>
</p:tagLst>
</file>

<file path=ppt/tags/tag80.xml><?xml version="1.0" encoding="utf-8"?>
<p:tagLst xmlns:p="http://schemas.openxmlformats.org/presentationml/2006/main">
  <p:tag name="KSO_WM_DIAGRAM_VIRTUALLY_FRAME" val="{&quot;height&quot;:325.03252258882077,&quot;left&quot;:613.541968503937,&quot;top&quot;:176.79992125984248,&quot;width&quot;:284.5678740157481}"/>
</p:tagLst>
</file>

<file path=ppt/tags/tag81.xml><?xml version="1.0" encoding="utf-8"?>
<p:tagLst xmlns:p="http://schemas.openxmlformats.org/presentationml/2006/main">
  <p:tag name="KSO_WM_DIAGRAM_VIRTUALLY_FRAME" val="{&quot;height&quot;:325.03252258882077,&quot;left&quot;:613.541968503937,&quot;top&quot;:176.79992125984248,&quot;width&quot;:284.5678740157481}"/>
</p:tagLst>
</file>

<file path=ppt/tags/tag82.xml><?xml version="1.0" encoding="utf-8"?>
<p:tagLst xmlns:p="http://schemas.openxmlformats.org/presentationml/2006/main">
  <p:tag name="KSO_WM_DIAGRAM_VIRTUALLY_FRAME" val="{&quot;height&quot;:325.03252258882077,&quot;left&quot;:613.541968503937,&quot;top&quot;:176.79992125984248,&quot;width&quot;:284.5678740157481}"/>
</p:tagLst>
</file>

<file path=ppt/tags/tag83.xml><?xml version="1.0" encoding="utf-8"?>
<p:tagLst xmlns:p="http://schemas.openxmlformats.org/presentationml/2006/main">
  <p:tag name="KSO_WM_DIAGRAM_VIRTUALLY_FRAME" val="{&quot;height&quot;:325.03252258882077,&quot;left&quot;:613.541968503937,&quot;top&quot;:176.79992125984248,&quot;width&quot;:284.5678740157481}"/>
</p:tagLst>
</file>

<file path=ppt/tags/tag84.xml><?xml version="1.0" encoding="utf-8"?>
<p:tagLst xmlns:p="http://schemas.openxmlformats.org/presentationml/2006/main">
  <p:tag name="KSO_WM_DIAGRAM_VIRTUALLY_FRAME" val="{&quot;height&quot;:325.03252258882077,&quot;left&quot;:613.541968503937,&quot;top&quot;:176.79992125984248,&quot;width&quot;:284.5678740157481}"/>
</p:tagLst>
</file>

<file path=ppt/tags/tag85.xml><?xml version="1.0" encoding="utf-8"?>
<p:tagLst xmlns:p="http://schemas.openxmlformats.org/presentationml/2006/main">
  <p:tag name="KSO_WM_DIAGRAM_VIRTUALLY_FRAME" val="{&quot;height&quot;:325.03252258882077,&quot;left&quot;:613.541968503937,&quot;top&quot;:176.79992125984248,&quot;width&quot;:284.5678740157481}"/>
</p:tagLst>
</file>

<file path=ppt/tags/tag86.xml><?xml version="1.0" encoding="utf-8"?>
<p:tagLst xmlns:p="http://schemas.openxmlformats.org/presentationml/2006/main">
  <p:tag name="KSO_WM_DIAGRAM_VIRTUALLY_FRAME" val="{&quot;height&quot;:325.03252258882077,&quot;left&quot;:613.541968503937,&quot;top&quot;:176.79992125984248,&quot;width&quot;:284.5678740157481}"/>
</p:tagLst>
</file>

<file path=ppt/tags/tag87.xml><?xml version="1.0" encoding="utf-8"?>
<p:tagLst xmlns:p="http://schemas.openxmlformats.org/presentationml/2006/main">
  <p:tag name="KSO_WM_DIAGRAM_VIRTUALLY_FRAME" val="{&quot;height&quot;:325.03252258882077,&quot;left&quot;:613.541968503937,&quot;top&quot;:176.79992125984248,&quot;width&quot;:284.5678740157481}"/>
</p:tagLst>
</file>

<file path=ppt/tags/tag88.xml><?xml version="1.0" encoding="utf-8"?>
<p:tagLst xmlns:p="http://schemas.openxmlformats.org/presentationml/2006/main">
  <p:tag name="KSO_WM_DIAGRAM_VIRTUALLY_FRAME" val="{&quot;height&quot;:325.03252258882077,&quot;left&quot;:613.541968503937,&quot;top&quot;:176.79992125984248,&quot;width&quot;:284.5678740157481}"/>
</p:tagLst>
</file>

<file path=ppt/tags/tag89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90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91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92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93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94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95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96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97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98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99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100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101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102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103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104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105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106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107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108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109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110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111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112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113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114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115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116.xml><?xml version="1.0" encoding="utf-8"?>
<p:tagLst xmlns:p="http://schemas.openxmlformats.org/presentationml/2006/main">
  <p:tag name="KSO_WM_DIAGRAM_VIRTUALLY_FRAME" val="{&quot;height&quot;:490.8725984251967,&quot;left&quot;:68.87503937007874,&quot;top&quot;:153.08503937007873,&quot;width&quot;:822.25}"/>
</p:tagLst>
</file>

<file path=ppt/tags/tag117.xml><?xml version="1.0" encoding="utf-8"?>
<p:tagLst xmlns:p="http://schemas.openxmlformats.org/presentationml/2006/main">
  <p:tag name="KSO_WM_DIAGRAM_VIRTUALLY_FRAME" val="{&quot;height&quot;:262.3006299212599,&quot;left&quot;:492.66937007874014,&quot;top&quot;:186.29614173228347,&quot;width&quot;:354.13070866141743}"/>
</p:tagLst>
</file>

<file path=ppt/tags/tag118.xml><?xml version="1.0" encoding="utf-8"?>
<p:tagLst xmlns:p="http://schemas.openxmlformats.org/presentationml/2006/main">
  <p:tag name="KSO_WM_DIAGRAM_VIRTUALLY_FRAME" val="{&quot;height&quot;:262.3006299212599,&quot;left&quot;:492.66937007874014,&quot;top&quot;:186.29614173228347,&quot;width&quot;:354.13070866141743}"/>
</p:tagLst>
</file>

<file path=ppt/tags/tag119.xml><?xml version="1.0" encoding="utf-8"?>
<p:tagLst xmlns:p="http://schemas.openxmlformats.org/presentationml/2006/main">
  <p:tag name="KSO_WM_DIAGRAM_VIRTUALLY_FRAME" val="{&quot;height&quot;:262.3006299212599,&quot;left&quot;:492.66937007874014,&quot;top&quot;:186.29614173228347,&quot;width&quot;:354.13070866141743}"/>
</p:tagLst>
</file>

<file path=ppt/tags/tag120.xml><?xml version="1.0" encoding="utf-8"?>
<p:tagLst xmlns:p="http://schemas.openxmlformats.org/presentationml/2006/main">
  <p:tag name="KSO_WM_DIAGRAM_VIRTUALLY_FRAME" val="{&quot;height&quot;:262.3006299212599,&quot;left&quot;:492.66937007874014,&quot;top&quot;:186.29614173228347,&quot;width&quot;:354.13070866141743}"/>
</p:tagLst>
</file>

<file path=ppt/tags/tag121.xml><?xml version="1.0" encoding="utf-8"?>
<p:tagLst xmlns:p="http://schemas.openxmlformats.org/presentationml/2006/main">
  <p:tag name="KSO_WM_DIAGRAM_VIRTUALLY_FRAME" val="{&quot;height&quot;:262.3006299212599,&quot;left&quot;:492.66937007874014,&quot;top&quot;:186.29614173228347,&quot;width&quot;:354.13070866141743}"/>
</p:tagLst>
</file>

<file path=ppt/tags/tag122.xml><?xml version="1.0" encoding="utf-8"?>
<p:tagLst xmlns:p="http://schemas.openxmlformats.org/presentationml/2006/main">
  <p:tag name="KSO_WM_DIAGRAM_VIRTUALLY_FRAME" val="{&quot;height&quot;:262.3006299212599,&quot;left&quot;:492.66937007874014,&quot;top&quot;:186.29614173228347,&quot;width&quot;:354.13070866141743}"/>
</p:tagLst>
</file>

<file path=ppt/tags/tag123.xml><?xml version="1.0" encoding="utf-8"?>
<p:tagLst xmlns:p="http://schemas.openxmlformats.org/presentationml/2006/main">
  <p:tag name="KSO_WM_DIAGRAM_VIRTUALLY_FRAME" val="{&quot;height&quot;:262.3006299212599,&quot;left&quot;:492.66937007874014,&quot;top&quot;:186.29614173228347,&quot;width&quot;:354.13070866141743}"/>
</p:tagLst>
</file>

<file path=ppt/tags/tag124.xml><?xml version="1.0" encoding="utf-8"?>
<p:tagLst xmlns:p="http://schemas.openxmlformats.org/presentationml/2006/main">
  <p:tag name="KSO_WM_DIAGRAM_VIRTUALLY_FRAME" val="{&quot;height&quot;:262.3006299212599,&quot;left&quot;:492.66937007874014,&quot;top&quot;:186.29614173228347,&quot;width&quot;:354.13070866141743}"/>
</p:tagLst>
</file>

<file path=ppt/tags/tag125.xml><?xml version="1.0" encoding="utf-8"?>
<p:tagLst xmlns:p="http://schemas.openxmlformats.org/presentationml/2006/main">
  <p:tag name="KSO_WM_DIAGRAM_VIRTUALLY_FRAME" val="{&quot;height&quot;:262.3006299212599,&quot;left&quot;:492.66937007874014,&quot;top&quot;:186.29614173228347,&quot;width&quot;:354.13070866141743}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DIAGRAM_VIRTUALLY_FRAME" val="{&quot;height&quot;:366.91376890760307,&quot;left&quot;:70.03535433070866,&quot;top&quot;:142.64669291338583,&quot;width&quot;:359.4646456692914}"/>
</p:tagLst>
</file>

<file path=ppt/tags/tag128.xml><?xml version="1.0" encoding="utf-8"?>
<p:tagLst xmlns:p="http://schemas.openxmlformats.org/presentationml/2006/main">
  <p:tag name="KSO_WM_DIAGRAM_VIRTUALLY_FRAME" val="{&quot;height&quot;:366.91376890760307,&quot;left&quot;:70.03535433070866,&quot;top&quot;:142.64669291338583,&quot;width&quot;:359.4646456692914}"/>
</p:tagLst>
</file>

<file path=ppt/tags/tag129.xml><?xml version="1.0" encoding="utf-8"?>
<p:tagLst xmlns:p="http://schemas.openxmlformats.org/presentationml/2006/main">
  <p:tag name="KSO_WM_DIAGRAM_VIRTUALLY_FRAME" val="{&quot;height&quot;:366.91376890760307,&quot;left&quot;:70.03535433070866,&quot;top&quot;:142.64669291338583,&quot;width&quot;:359.4646456692914}"/>
</p:tagLst>
</file>

<file path=ppt/tags/tag130.xml><?xml version="1.0" encoding="utf-8"?>
<p:tagLst xmlns:p="http://schemas.openxmlformats.org/presentationml/2006/main">
  <p:tag name="KSO_WM_DIAGRAM_VIRTUALLY_FRAME" val="{&quot;height&quot;:366.91376890760307,&quot;left&quot;:70.03535433070866,&quot;top&quot;:142.64669291338583,&quot;width&quot;:359.4646456692914}"/>
</p:tagLst>
</file>

<file path=ppt/tags/tag131.xml><?xml version="1.0" encoding="utf-8"?>
<p:tagLst xmlns:p="http://schemas.openxmlformats.org/presentationml/2006/main">
  <p:tag name="KSO_WM_DIAGRAM_VIRTUALLY_FRAME" val="{&quot;height&quot;:366.91376890760307,&quot;left&quot;:70.03535433070866,&quot;top&quot;:142.64669291338583,&quot;width&quot;:359.4646456692914}"/>
</p:tagLst>
</file>

<file path=ppt/tags/tag132.xml><?xml version="1.0" encoding="utf-8"?>
<p:tagLst xmlns:p="http://schemas.openxmlformats.org/presentationml/2006/main">
  <p:tag name="KSO_WM_DIAGRAM_VIRTUALLY_FRAME" val="{&quot;height&quot;:366.91376890760307,&quot;left&quot;:70.03535433070866,&quot;top&quot;:142.64669291338583,&quot;width&quot;:359.4646456692914}"/>
</p:tagLst>
</file>

<file path=ppt/tags/tag133.xml><?xml version="1.0" encoding="utf-8"?>
<p:tagLst xmlns:p="http://schemas.openxmlformats.org/presentationml/2006/main">
  <p:tag name="KSO_WM_DIAGRAM_VIRTUALLY_FRAME" val="{&quot;height&quot;:366.91376890760307,&quot;left&quot;:70.03535433070866,&quot;top&quot;:142.64669291338583,&quot;width&quot;:359.4646456692914}"/>
</p:tagLst>
</file>

<file path=ppt/tags/tag134.xml><?xml version="1.0" encoding="utf-8"?>
<p:tagLst xmlns:p="http://schemas.openxmlformats.org/presentationml/2006/main">
  <p:tag name="KSO_WM_DIAGRAM_VIRTUALLY_FRAME" val="{&quot;height&quot;:366.91376890760307,&quot;left&quot;:70.03535433070866,&quot;top&quot;:142.64669291338583,&quot;width&quot;:359.4646456692914}"/>
</p:tagLst>
</file>

<file path=ppt/tags/tag135.xml><?xml version="1.0" encoding="utf-8"?>
<p:tagLst xmlns:p="http://schemas.openxmlformats.org/presentationml/2006/main">
  <p:tag name="KSO_WM_DIAGRAM_VIRTUALLY_FRAME" val="{&quot;height&quot;:366.91376890760307,&quot;left&quot;:70.03535433070866,&quot;top&quot;:142.64669291338583,&quot;width&quot;:359.4646456692914}"/>
</p:tagLst>
</file>

<file path=ppt/tags/tag136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37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38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39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40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41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42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43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44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45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46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47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48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49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50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51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52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53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54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55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56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57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58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59.xml><?xml version="1.0" encoding="utf-8"?>
<p:tagLst xmlns:p="http://schemas.openxmlformats.org/presentationml/2006/main">
  <p:tag name="KSO_WM_DIAGRAM_VIRTUALLY_FRAME" val="{&quot;height&quot;:391.80008684502855,&quot;left&quot;:55.24999999999998,&quot;top&quot;:181.62496062992125,&quot;width&quot;:849.5}"/>
</p:tagLst>
</file>

<file path=ppt/tags/tag160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61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62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63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64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65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66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67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68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69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70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71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72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73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74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75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76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77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78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79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80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81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82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83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84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85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86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87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88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89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90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91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92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93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94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95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96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97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98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199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00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01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02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03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04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05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06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07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08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09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10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11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12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13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14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15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16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17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18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19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20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21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22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23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24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25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26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27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28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29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30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31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32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33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34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35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36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37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38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39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40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41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42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43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44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45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46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47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48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49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50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51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52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53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54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55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56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57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58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59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60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61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62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63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64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65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66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67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68.xml><?xml version="1.0" encoding="utf-8"?>
<p:tagLst xmlns:p="http://schemas.openxmlformats.org/presentationml/2006/main">
  <p:tag name="KSO_WM_DIAGRAM_VIRTUALLY_FRAME" val="{&quot;height&quot;:480.57023622047245,&quot;left&quot;:7.057716535433059,&quot;top&quot;:-1.9880314960629903,&quot;width&quot;:592.6741732283465}"/>
</p:tagLst>
</file>

<file path=ppt/tags/tag269.xml><?xml version="1.0" encoding="utf-8"?>
<p:tagLst xmlns:p="http://schemas.openxmlformats.org/presentationml/2006/main">
  <p:tag name="KSO_WM_DIAGRAM_VIRTUALLY_FRAME" val="{&quot;height&quot;:361.3455905511811,&quot;left&quot;:88.68385826771654,&quot;top&quot;:195.40007874015748,&quot;width&quot;:784.466220472441}"/>
</p:tagLst>
</file>

<file path=ppt/tags/tag270.xml><?xml version="1.0" encoding="utf-8"?>
<p:tagLst xmlns:p="http://schemas.openxmlformats.org/presentationml/2006/main">
  <p:tag name="KSO_WM_DIAGRAM_VIRTUALLY_FRAME" val="{&quot;height&quot;:361.3455905511811,&quot;left&quot;:88.68385826771654,&quot;top&quot;:195.40007874015748,&quot;width&quot;:784.466220472441}"/>
</p:tagLst>
</file>

<file path=ppt/tags/tag271.xml><?xml version="1.0" encoding="utf-8"?>
<p:tagLst xmlns:p="http://schemas.openxmlformats.org/presentationml/2006/main">
  <p:tag name="KSO_WM_DIAGRAM_VIRTUALLY_FRAME" val="{&quot;height&quot;:361.3455905511811,&quot;left&quot;:88.68385826771654,&quot;top&quot;:195.40007874015748,&quot;width&quot;:784.466220472441}"/>
</p:tagLst>
</file>

<file path=ppt/tags/tag272.xml><?xml version="1.0" encoding="utf-8"?>
<p:tagLst xmlns:p="http://schemas.openxmlformats.org/presentationml/2006/main">
  <p:tag name="KSO_WM_DIAGRAM_VIRTUALLY_FRAME" val="{&quot;height&quot;:361.3455905511811,&quot;left&quot;:88.68385826771654,&quot;top&quot;:195.40007874015748,&quot;width&quot;:784.466220472441}"/>
</p:tagLst>
</file>

<file path=ppt/tags/tag273.xml><?xml version="1.0" encoding="utf-8"?>
<p:tagLst xmlns:p="http://schemas.openxmlformats.org/presentationml/2006/main">
  <p:tag name="KSO_WM_DIAGRAM_VIRTUALLY_FRAME" val="{&quot;height&quot;:361.3455905511811,&quot;left&quot;:88.68385826771654,&quot;top&quot;:195.40007874015748,&quot;width&quot;:784.466220472441}"/>
</p:tagLst>
</file>

<file path=ppt/tags/tag274.xml><?xml version="1.0" encoding="utf-8"?>
<p:tagLst xmlns:p="http://schemas.openxmlformats.org/presentationml/2006/main">
  <p:tag name="KSO_WM_DIAGRAM_VIRTUALLY_FRAME" val="{&quot;height&quot;:361.3455905511811,&quot;left&quot;:88.68385826771654,&quot;top&quot;:195.40007874015748,&quot;width&quot;:784.466220472441}"/>
</p:tagLst>
</file>

<file path=ppt/tags/tag275.xml><?xml version="1.0" encoding="utf-8"?>
<p:tagLst xmlns:p="http://schemas.openxmlformats.org/presentationml/2006/main">
  <p:tag name="KSO_WM_DIAGRAM_VIRTUALLY_FRAME" val="{&quot;height&quot;:361.3455905511811,&quot;left&quot;:88.68385826771654,&quot;top&quot;:195.40007874015748,&quot;width&quot;:784.466220472441}"/>
</p:tagLst>
</file>

<file path=ppt/tags/tag276.xml><?xml version="1.0" encoding="utf-8"?>
<p:tagLst xmlns:p="http://schemas.openxmlformats.org/presentationml/2006/main">
  <p:tag name="KSO_WM_DIAGRAM_VIRTUALLY_FRAME" val="{&quot;height&quot;:361.3455905511811,&quot;left&quot;:88.68385826771654,&quot;top&quot;:195.40007874015748,&quot;width&quot;:784.466220472441}"/>
</p:tagLst>
</file>

<file path=ppt/tags/tag277.xml><?xml version="1.0" encoding="utf-8"?>
<p:tagLst xmlns:p="http://schemas.openxmlformats.org/presentationml/2006/main">
  <p:tag name="KSO_WM_DIAGRAM_VIRTUALLY_FRAME" val="{&quot;height&quot;:361.3455905511811,&quot;left&quot;:88.68385826771654,&quot;top&quot;:195.40007874015748,&quot;width&quot;:784.466220472441}"/>
</p:tagLst>
</file>

<file path=ppt/tags/tag278.xml><?xml version="1.0" encoding="utf-8"?>
<p:tagLst xmlns:p="http://schemas.openxmlformats.org/presentationml/2006/main">
  <p:tag name="KSO_WM_DIAGRAM_VIRTUALLY_FRAME" val="{&quot;height&quot;:361.3455905511811,&quot;left&quot;:88.68385826771654,&quot;top&quot;:195.40007874015748,&quot;width&quot;:784.466220472441}"/>
</p:tagLst>
</file>

<file path=ppt/tags/tag279.xml><?xml version="1.0" encoding="utf-8"?>
<p:tagLst xmlns:p="http://schemas.openxmlformats.org/presentationml/2006/main">
  <p:tag name="KSO_WM_DIAGRAM_VIRTUALLY_FRAME" val="{&quot;height&quot;:361.3455905511811,&quot;left&quot;:88.68385826771654,&quot;top&quot;:195.40007874015748,&quot;width&quot;:784.466220472441}"/>
</p:tagLst>
</file>

<file path=ppt/tags/tag280.xml><?xml version="1.0" encoding="utf-8"?>
<p:tagLst xmlns:p="http://schemas.openxmlformats.org/presentationml/2006/main">
  <p:tag name="KSO_WM_DIAGRAM_VIRTUALLY_FRAME" val="{&quot;height&quot;:361.3455905511811,&quot;left&quot;:88.68385826771654,&quot;top&quot;:195.40007874015748,&quot;width&quot;:784.466220472441}"/>
</p:tagLst>
</file>

<file path=ppt/tags/tag281.xml><?xml version="1.0" encoding="utf-8"?>
<p:tagLst xmlns:p="http://schemas.openxmlformats.org/presentationml/2006/main">
  <p:tag name="KSO_WM_DIAGRAM_VIRTUALLY_FRAME" val="{&quot;height&quot;:361.3455905511811,&quot;left&quot;:88.68385826771654,&quot;top&quot;:195.40007874015748,&quot;width&quot;:784.466220472441}"/>
</p:tagLst>
</file>

<file path=ppt/tags/tag282.xml><?xml version="1.0" encoding="utf-8"?>
<p:tagLst xmlns:p="http://schemas.openxmlformats.org/presentationml/2006/main">
  <p:tag name="KSO_WM_DIAGRAM_VIRTUALLY_FRAME" val="{&quot;height&quot;:361.3455905511811,&quot;left&quot;:88.68385826771654,&quot;top&quot;:195.40007874015748,&quot;width&quot;:784.466220472441}"/>
</p:tagLst>
</file>

<file path=ppt/tags/tag283.xml><?xml version="1.0" encoding="utf-8"?>
<p:tagLst xmlns:p="http://schemas.openxmlformats.org/presentationml/2006/main">
  <p:tag name="KSO_WM_DIAGRAM_VIRTUALLY_FRAME" val="{&quot;height&quot;:361.3455905511811,&quot;left&quot;:88.68385826771654,&quot;top&quot;:195.40007874015748,&quot;width&quot;:784.466220472441}"/>
</p:tagLst>
</file>

<file path=ppt/tags/tag284.xml><?xml version="1.0" encoding="utf-8"?>
<p:tagLst xmlns:p="http://schemas.openxmlformats.org/presentationml/2006/main">
  <p:tag name="KSO_WM_DIAGRAM_VIRTUALLY_FRAME" val="{&quot;height&quot;:361.3455905511811,&quot;left&quot;:88.68385826771654,&quot;top&quot;:195.40007874015748,&quot;width&quot;:784.466220472441}"/>
</p:tagLst>
</file>

<file path=ppt/tags/tag285.xml><?xml version="1.0" encoding="utf-8"?>
<p:tagLst xmlns:p="http://schemas.openxmlformats.org/presentationml/2006/main">
  <p:tag name="KSO_WM_DIAGRAM_VIRTUALLY_FRAME" val="{&quot;height&quot;:361.3455905511811,&quot;left&quot;:88.68385826771654,&quot;top&quot;:195.40007874015748,&quot;width&quot;:784.466220472441}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DIAGRAM_VIRTUALLY_FRAME" val="{&quot;height&quot;:343.2907086614173,&quot;left&quot;:19.826141732283464,&quot;top&quot;:137.74338582677166,&quot;width&quot;:933.4766929133859}"/>
</p:tagLst>
</file>

<file path=ppt/tags/tag28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28681_5*l_h_a*1_1_1"/>
  <p:tag name="KSO_WM_TEMPLATE_CATEGORY" val="diagram"/>
  <p:tag name="KSO_WM_TEMPLATE_INDEX" val="20228681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DIAGRAM_VIRTUALLY_FRAME" val="{&quot;height&quot;:343.2907086614173,&quot;left&quot;:19.826141732283464,&quot;top&quot;:137.74338582677166,&quot;width&quot;:933.4766929133859}"/>
</p:tagLst>
</file>

<file path=ppt/tags/tag289.xml><?xml version="1.0" encoding="utf-8"?>
<p:tagLst xmlns:p="http://schemas.openxmlformats.org/presentationml/2006/main">
  <p:tag name="KSO_WM_DIAGRAM_VIRTUALLY_FRAME" val="{&quot;height&quot;:343.2907086614173,&quot;left&quot;:19.826141732283464,&quot;top&quot;:137.74338582677166,&quot;width&quot;:933.4766929133859}"/>
</p:tagLst>
</file>

<file path=ppt/tags/tag29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28681_5*l_h_a*1_1_1"/>
  <p:tag name="KSO_WM_TEMPLATE_CATEGORY" val="diagram"/>
  <p:tag name="KSO_WM_TEMPLATE_INDEX" val="20228681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DIAGRAM_VIRTUALLY_FRAME" val="{&quot;height&quot;:343.2907086614173,&quot;left&quot;:19.826141732283464,&quot;top&quot;:137.74338582677166,&quot;width&quot;:933.4766929133859}"/>
</p:tagLst>
</file>

<file path=ppt/tags/tag291.xml><?xml version="1.0" encoding="utf-8"?>
<p:tagLst xmlns:p="http://schemas.openxmlformats.org/presentationml/2006/main">
  <p:tag name="KSO_WM_DIAGRAM_VIRTUALLY_FRAME" val="{&quot;height&quot;:343.2907086614173,&quot;left&quot;:19.826141732283464,&quot;top&quot;:137.74338582677166,&quot;width&quot;:933.4766929133859}"/>
</p:tagLst>
</file>

<file path=ppt/tags/tag29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28681_5*l_h_a*1_1_1"/>
  <p:tag name="KSO_WM_TEMPLATE_CATEGORY" val="diagram"/>
  <p:tag name="KSO_WM_TEMPLATE_INDEX" val="20228681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DIAGRAM_VIRTUALLY_FRAME" val="{&quot;height&quot;:343.2907086614173,&quot;left&quot;:19.826141732283464,&quot;top&quot;:137.74338582677166,&quot;width&quot;:933.4766929133859}"/>
</p:tagLst>
</file>

<file path=ppt/tags/tag293.xml><?xml version="1.0" encoding="utf-8"?>
<p:tagLst xmlns:p="http://schemas.openxmlformats.org/presentationml/2006/main">
  <p:tag name="KSO_WM_DIAGRAM_VIRTUALLY_FRAME" val="{&quot;height&quot;:343.2907086614173,&quot;left&quot;:19.826141732283464,&quot;top&quot;:137.74338582677166,&quot;width&quot;:933.4766929133859}"/>
</p:tagLst>
</file>

<file path=ppt/tags/tag29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28681_5*l_h_a*1_1_1"/>
  <p:tag name="KSO_WM_TEMPLATE_CATEGORY" val="diagram"/>
  <p:tag name="KSO_WM_TEMPLATE_INDEX" val="20228681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DIAGRAM_VIRTUALLY_FRAME" val="{&quot;height&quot;:343.2907086614173,&quot;left&quot;:19.826141732283464,&quot;top&quot;:137.74338582677166,&quot;width&quot;:933.4766929133859}"/>
</p:tagLst>
</file>

<file path=ppt/tags/tag295.xml><?xml version="1.0" encoding="utf-8"?>
<p:tagLst xmlns:p="http://schemas.openxmlformats.org/presentationml/2006/main">
  <p:tag name="KSO_WM_DIAGRAM_VIRTUALLY_FRAME" val="{&quot;height&quot;:374.47039370078744,&quot;left&quot;:139.89228346456693,&quot;top&quot;:109.5,&quot;width&quot;:674.82062992126}"/>
</p:tagLst>
</file>

<file path=ppt/tags/tag296.xml><?xml version="1.0" encoding="utf-8"?>
<p:tagLst xmlns:p="http://schemas.openxmlformats.org/presentationml/2006/main">
  <p:tag name="KSO_WM_DIAGRAM_VIRTUALLY_FRAME" val="{&quot;height&quot;:374.47039370078744,&quot;left&quot;:139.89228346456693,&quot;top&quot;:109.5,&quot;width&quot;:674.82062992126}"/>
</p:tagLst>
</file>

<file path=ppt/tags/tag297.xml><?xml version="1.0" encoding="utf-8"?>
<p:tagLst xmlns:p="http://schemas.openxmlformats.org/presentationml/2006/main">
  <p:tag name="KSO_WM_DIAGRAM_VIRTUALLY_FRAME" val="{&quot;height&quot;:374.47039370078744,&quot;left&quot;:139.89228346456693,&quot;top&quot;:109.5,&quot;width&quot;:674.82062992126}"/>
</p:tagLst>
</file>

<file path=ppt/tags/tag298.xml><?xml version="1.0" encoding="utf-8"?>
<p:tagLst xmlns:p="http://schemas.openxmlformats.org/presentationml/2006/main">
  <p:tag name="KSO_WM_DIAGRAM_VIRTUALLY_FRAME" val="{&quot;height&quot;:374.47039370078744,&quot;left&quot;:139.89228346456693,&quot;top&quot;:109.5,&quot;width&quot;:674.82062992126}"/>
</p:tagLst>
</file>

<file path=ppt/tags/tag299.xml><?xml version="1.0" encoding="utf-8"?>
<p:tagLst xmlns:p="http://schemas.openxmlformats.org/presentationml/2006/main">
  <p:tag name="KSO_WM_DIAGRAM_VIRTUALLY_FRAME" val="{&quot;height&quot;:374.47039370078744,&quot;left&quot;:139.89228346456693,&quot;top&quot;:109.5,&quot;width&quot;:674.82062992126}"/>
</p:tagLst>
</file>

<file path=ppt/tags/tag300.xml><?xml version="1.0" encoding="utf-8"?>
<p:tagLst xmlns:p="http://schemas.openxmlformats.org/presentationml/2006/main">
  <p:tag name="KSO_WM_DIAGRAM_VIRTUALLY_FRAME" val="{&quot;height&quot;:374.47039370078744,&quot;left&quot;:139.89228346456693,&quot;top&quot;:109.5,&quot;width&quot;:674.82062992126}"/>
</p:tagLst>
</file>

<file path=ppt/tags/tag301.xml><?xml version="1.0" encoding="utf-8"?>
<p:tagLst xmlns:p="http://schemas.openxmlformats.org/presentationml/2006/main">
  <p:tag name="KSO_WM_DIAGRAM_VIRTUALLY_FRAME" val="{&quot;height&quot;:374.47039370078744,&quot;left&quot;:139.89228346456693,&quot;top&quot;:109.5,&quot;width&quot;:674.82062992126}"/>
</p:tagLst>
</file>

<file path=ppt/tags/tag302.xml><?xml version="1.0" encoding="utf-8"?>
<p:tagLst xmlns:p="http://schemas.openxmlformats.org/presentationml/2006/main">
  <p:tag name="KSO_WM_DIAGRAM_VIRTUALLY_FRAME" val="{&quot;height&quot;:374.47039370078744,&quot;left&quot;:139.89228346456693,&quot;top&quot;:109.5,&quot;width&quot;:674.82062992126}"/>
</p:tagLst>
</file>

<file path=ppt/tags/tag303.xml><?xml version="1.0" encoding="utf-8"?>
<p:tagLst xmlns:p="http://schemas.openxmlformats.org/presentationml/2006/main">
  <p:tag name="KSO_WM_DIAGRAM_VIRTUALLY_FRAME" val="{&quot;height&quot;:374.47039370078744,&quot;left&quot;:139.89228346456693,&quot;top&quot;:109.5,&quot;width&quot;:674.82062992126}"/>
</p:tagLst>
</file>

<file path=ppt/tags/tag304.xml><?xml version="1.0" encoding="utf-8"?>
<p:tagLst xmlns:p="http://schemas.openxmlformats.org/presentationml/2006/main">
  <p:tag name="KSO_WM_DIAGRAM_VIRTUALLY_FRAME" val="{&quot;height&quot;:374.47039370078744,&quot;left&quot;:139.89228346456693,&quot;top&quot;:109.5,&quot;width&quot;:674.82062992126}"/>
</p:tagLst>
</file>

<file path=ppt/tags/tag305.xml><?xml version="1.0" encoding="utf-8"?>
<p:tagLst xmlns:p="http://schemas.openxmlformats.org/presentationml/2006/main">
  <p:tag name="KSO_WM_DIAGRAM_VIRTUALLY_FRAME" val="{&quot;height&quot;:374.47039370078744,&quot;left&quot;:139.89228346456693,&quot;top&quot;:109.5,&quot;width&quot;:674.82062992126}"/>
</p:tagLst>
</file>

<file path=ppt/tags/tag306.xml><?xml version="1.0" encoding="utf-8"?>
<p:tagLst xmlns:p="http://schemas.openxmlformats.org/presentationml/2006/main">
  <p:tag name="KSO_WM_DIAGRAM_VIRTUALLY_FRAME" val="{&quot;height&quot;:374.47039370078744,&quot;left&quot;:139.89228346456693,&quot;top&quot;:109.5,&quot;width&quot;:674.82062992126}"/>
</p:tagLst>
</file>

<file path=ppt/tags/tag307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08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09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10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11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12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13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14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15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16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17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18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19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20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21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22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23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24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25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26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27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28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29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30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31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32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33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34.xml><?xml version="1.0" encoding="utf-8"?>
<p:tagLst xmlns:p="http://schemas.openxmlformats.org/presentationml/2006/main">
  <p:tag name="KSO_WM_DIAGRAM_VIRTUALLY_FRAME" val="{&quot;height&quot;:271.74992125984244,&quot;left&quot;:89.67102362204724,&quot;top&quot;:195.02094488188976,&quot;width&quot;:780.6581102362205}"/>
</p:tagLst>
</file>

<file path=ppt/tags/tag335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36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37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38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39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40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41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42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43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44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45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46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47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48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49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50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51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52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53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54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55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56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57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58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59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60.xml><?xml version="1.0" encoding="utf-8"?>
<p:tagLst xmlns:p="http://schemas.openxmlformats.org/presentationml/2006/main">
  <p:tag name="KSO_WM_DIAGRAM_VIRTUALLY_FRAME" val="{&quot;height&quot;:418.20201003418344,&quot;left&quot;:81.7971653543307,&quot;top&quot;:153.49905511811022,&quot;width&quot;:787.505433070866}"/>
</p:tagLst>
</file>

<file path=ppt/tags/tag361.xml><?xml version="1.0" encoding="utf-8"?>
<p:tagLst xmlns:p="http://schemas.openxmlformats.org/presentationml/2006/main">
  <p:tag name="ISLIDE.VECTOR" val="#964552;#964423;"/>
</p:tagLst>
</file>

<file path=ppt/tags/tag362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63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64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65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66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67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68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69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70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71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72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73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74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75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76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77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78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79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80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81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82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83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84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85.xml><?xml version="1.0" encoding="utf-8"?>
<p:tagLst xmlns:p="http://schemas.openxmlformats.org/presentationml/2006/main">
  <p:tag name="KSO_WM_DIAGRAM_VIRTUALLY_FRAME" val="{&quot;height&quot;:371.34173228346464,&quot;left&quot;:45.465433070866126,&quot;top&quot;:148.17984251968502,&quot;width&quot;:898.333622047244}"/>
</p:tagLst>
</file>

<file path=ppt/tags/tag386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commondata" val="eyJoZGlkIjoiMTgyY2Y5Y2UxZjkwY2NiYzg1MTM4ZmQzOTFhYWJhY2IifQ=="/>
</p:tagLst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235D3A"/>
      </a:accent1>
      <a:accent2>
        <a:srgbClr val="397D55"/>
      </a:accent2>
      <a:accent3>
        <a:srgbClr val="75BF8A"/>
      </a:accent3>
      <a:accent4>
        <a:srgbClr val="A9E18A"/>
      </a:accent4>
      <a:accent5>
        <a:srgbClr val="CBEDD4"/>
      </a:accent5>
      <a:accent6>
        <a:srgbClr val="D9D9D9"/>
      </a:accent6>
      <a:hlink>
        <a:srgbClr val="F84D4D"/>
      </a:hlink>
      <a:folHlink>
        <a:srgbClr val="BFBFB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8000">
              <a:schemeClr val="accent1">
                <a:lumMod val="75000"/>
              </a:schemeClr>
            </a:gs>
            <a:gs pos="100000">
              <a:schemeClr val="accent2"/>
            </a:gs>
          </a:gsLst>
          <a:path path="circle">
            <a:fillToRect r="100000" b="100000"/>
          </a:path>
          <a:tileRect l="-100000" t="-100000"/>
        </a:gradFill>
        <a:ln>
          <a:noFill/>
        </a:ln>
        <a:effectLst>
          <a:outerShdw blurRad="228600" dist="152400" sx="102000" sy="102000" algn="ctr" rotWithShape="0">
            <a:schemeClr val="accent1">
              <a:lumMod val="75000"/>
              <a:alpha val="30000"/>
            </a:schemeClr>
          </a:outerShdw>
        </a:effectLst>
      </a:spPr>
      <a:bodyPr wrap="square" rtlCol="0" anchor="ctr">
        <a:spAutoFit/>
      </a:bodyPr>
      <a:lstStyle>
        <a:defPPr algn="ctr">
          <a:defRPr>
            <a:solidFill>
              <a:schemeClr val="lt1"/>
            </a:solidFill>
            <a:sym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none" lIns="50800" tIns="50800" rIns="50800" bIns="50800" numCol="1" spcCol="38100" rtlCol="0" anchor="ctr">
        <a:spAutoFit/>
      </a:bodyPr>
      <a:lstStyle>
        <a:defPPr marL="0" marR="0" indent="0" algn="ctr" defTabSz="2438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 dirty="0" smtClean="0">
            <a:ln>
              <a:noFill/>
            </a:ln>
            <a:solidFill>
              <a:srgbClr val="5E5E5E"/>
            </a:solidFill>
            <a:effectLst/>
            <a:uFillTx/>
            <a:latin typeface="Source Han Sans SC Medium" panose="020B0600000000000000" pitchFamily="34" charset="-128"/>
            <a:ea typeface="Source Han Sans SC Medium" panose="020B0600000000000000" pitchFamily="34" charset="-128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21_BasicWhite">
    <a:dk1>
      <a:srgbClr val="000000"/>
    </a:dk1>
    <a:lt1>
      <a:srgbClr val="FFFFFF"/>
    </a:lt1>
    <a:dk2>
      <a:srgbClr val="778495"/>
    </a:dk2>
    <a:lt2>
      <a:srgbClr val="F0F0F0"/>
    </a:lt2>
    <a:accent1>
      <a:srgbClr val="235D3A"/>
    </a:accent1>
    <a:accent2>
      <a:srgbClr val="397D55"/>
    </a:accent2>
    <a:accent3>
      <a:srgbClr val="75BF8A"/>
    </a:accent3>
    <a:accent4>
      <a:srgbClr val="A9E18A"/>
    </a:accent4>
    <a:accent5>
      <a:srgbClr val="CBEDD4"/>
    </a:accent5>
    <a:accent6>
      <a:srgbClr val="D9D9D9"/>
    </a:accent6>
    <a:hlink>
      <a:srgbClr val="F84D4D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4298</Words>
  <Application>WPS 演示</Application>
  <PresentationFormat>宽屏</PresentationFormat>
  <Paragraphs>405</Paragraphs>
  <Slides>21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65" baseType="lpstr">
      <vt:lpstr>Arial</vt:lpstr>
      <vt:lpstr>宋体</vt:lpstr>
      <vt:lpstr>Wingdings</vt:lpstr>
      <vt:lpstr>Source Han Sans SC Medium</vt:lpstr>
      <vt:lpstr>MS UI Gothic</vt:lpstr>
      <vt:lpstr>Helvetica Neue</vt:lpstr>
      <vt:lpstr>Helvetica Neue Medium</vt:lpstr>
      <vt:lpstr>微软雅黑</vt:lpstr>
      <vt:lpstr>Calibri</vt:lpstr>
      <vt:lpstr>方正尚酷简体</vt:lpstr>
      <vt:lpstr>Agency FB</vt:lpstr>
      <vt:lpstr>Lantinghei SC Extralight</vt:lpstr>
      <vt:lpstr>Lantinghei SC Demibold</vt:lpstr>
      <vt:lpstr>思源宋体 CN Heavy</vt:lpstr>
      <vt:lpstr>Lantinghei SC Heavy</vt:lpstr>
      <vt:lpstr>HarmonyOS Sans SC Medium</vt:lpstr>
      <vt:lpstr>Source Han Sans CN Regular</vt:lpstr>
      <vt:lpstr>方正姚体</vt:lpstr>
      <vt:lpstr>迷你简菱心</vt:lpstr>
      <vt:lpstr>冬青黑体简体中文 W3</vt:lpstr>
      <vt:lpstr>微软雅黑 Light</vt:lpstr>
      <vt:lpstr>Arial</vt:lpstr>
      <vt:lpstr>Source Sans Pro Light</vt:lpstr>
      <vt:lpstr>云峰飞云体</vt:lpstr>
      <vt:lpstr>Arial Unicode MS</vt:lpstr>
      <vt:lpstr>等线</vt:lpstr>
      <vt:lpstr>黑体</vt:lpstr>
      <vt:lpstr>思源宋体 CN Heavy</vt:lpstr>
      <vt:lpstr>Calibri</vt:lpstr>
      <vt:lpstr>思源黑体 CN Bold</vt:lpstr>
      <vt:lpstr>Roboto Regular</vt:lpstr>
      <vt:lpstr>思源黑体 CN Regular</vt:lpstr>
      <vt:lpstr>思源黑体 CN Bold</vt:lpstr>
      <vt:lpstr>Segoe UI</vt:lpstr>
      <vt:lpstr>Open Sans</vt:lpstr>
      <vt:lpstr>Open Sans</vt:lpstr>
      <vt:lpstr>Montserrat Light</vt:lpstr>
      <vt:lpstr>Haettenschweiler</vt:lpstr>
      <vt:lpstr>Yu Gothic UI</vt:lpstr>
      <vt:lpstr>AMGDT</vt:lpstr>
      <vt:lpstr>KSOFD30FD105</vt:lpstr>
      <vt:lpstr>KSOFF895EEBB</vt:lpstr>
      <vt:lpstr>KSOFE22D339A</vt:lpstr>
      <vt:lpstr>21_BasicWhite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</dc:creator>
  <cp:lastModifiedBy>WPS_1648991700</cp:lastModifiedBy>
  <cp:revision>149</cp:revision>
  <dcterms:created xsi:type="dcterms:W3CDTF">2023-08-26T16:26:00Z</dcterms:created>
  <dcterms:modified xsi:type="dcterms:W3CDTF">2026-03-22T13:56:19Z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819810CBCF0A42269C48FDC694509149_13</vt:lpwstr>
  </property>
  <property fmtid="{D5CDD505-2E9C-101B-9397-08002B2CF9AE}" pid="3" name="KSOProductBuildVer">
    <vt:lpwstr>2052-12.1.0.25225</vt:lpwstr>
  </property>
</Properties>
</file>